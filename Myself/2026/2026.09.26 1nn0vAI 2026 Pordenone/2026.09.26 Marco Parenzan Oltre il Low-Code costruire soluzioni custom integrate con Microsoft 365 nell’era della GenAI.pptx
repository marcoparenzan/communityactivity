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6" r:id="rId1"/>
    <p:sldMasterId id="2147483648" r:id="rId2"/>
  </p:sldMasterIdLst>
  <p:notesMasterIdLst>
    <p:notesMasterId r:id="rId45"/>
  </p:notesMasterIdLst>
  <p:handoutMasterIdLst>
    <p:handoutMasterId r:id="rId46"/>
  </p:handoutMasterIdLst>
  <p:sldIdLst>
    <p:sldId id="256" r:id="rId3"/>
    <p:sldId id="259" r:id="rId4"/>
    <p:sldId id="338" r:id="rId5"/>
    <p:sldId id="340" r:id="rId6"/>
    <p:sldId id="328" r:id="rId7"/>
    <p:sldId id="341" r:id="rId8"/>
    <p:sldId id="272" r:id="rId9"/>
    <p:sldId id="342" r:id="rId10"/>
    <p:sldId id="301" r:id="rId11"/>
    <p:sldId id="290" r:id="rId12"/>
    <p:sldId id="287" r:id="rId13"/>
    <p:sldId id="326" r:id="rId14"/>
    <p:sldId id="336" r:id="rId15"/>
    <p:sldId id="337" r:id="rId16"/>
    <p:sldId id="299" r:id="rId17"/>
    <p:sldId id="283" r:id="rId18"/>
    <p:sldId id="292" r:id="rId19"/>
    <p:sldId id="285" r:id="rId20"/>
    <p:sldId id="295" r:id="rId21"/>
    <p:sldId id="318" r:id="rId22"/>
    <p:sldId id="286" r:id="rId23"/>
    <p:sldId id="335" r:id="rId24"/>
    <p:sldId id="330" r:id="rId25"/>
    <p:sldId id="257" r:id="rId26"/>
    <p:sldId id="260" r:id="rId27"/>
    <p:sldId id="258" r:id="rId28"/>
    <p:sldId id="331" r:id="rId29"/>
    <p:sldId id="332" r:id="rId30"/>
    <p:sldId id="333" r:id="rId31"/>
    <p:sldId id="334" r:id="rId32"/>
    <p:sldId id="300" r:id="rId33"/>
    <p:sldId id="294" r:id="rId34"/>
    <p:sldId id="293" r:id="rId35"/>
    <p:sldId id="320" r:id="rId36"/>
    <p:sldId id="323" r:id="rId37"/>
    <p:sldId id="325" r:id="rId38"/>
    <p:sldId id="296" r:id="rId39"/>
    <p:sldId id="321" r:id="rId40"/>
    <p:sldId id="322" r:id="rId41"/>
    <p:sldId id="303" r:id="rId42"/>
    <p:sldId id="297" r:id="rId43"/>
    <p:sldId id="339" r:id="rId44"/>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655F92B-28AF-4CB6-A66E-ABFD09045A3E}">
          <p14:sldIdLst>
            <p14:sldId id="256"/>
            <p14:sldId id="259"/>
            <p14:sldId id="338"/>
          </p14:sldIdLst>
        </p14:section>
        <p14:section name="Untitled Section" id="{E0817F4F-03C7-416B-8254-61A15B205352}">
          <p14:sldIdLst>
            <p14:sldId id="340"/>
            <p14:sldId id="328"/>
            <p14:sldId id="341"/>
            <p14:sldId id="272"/>
            <p14:sldId id="342"/>
          </p14:sldIdLst>
        </p14:section>
        <p14:section name="Untitled Section" id="{97C5310A-2A13-443A-A348-0EA70324102B}">
          <p14:sldIdLst>
            <p14:sldId id="301"/>
            <p14:sldId id="290"/>
            <p14:sldId id="287"/>
            <p14:sldId id="326"/>
            <p14:sldId id="336"/>
            <p14:sldId id="337"/>
          </p14:sldIdLst>
        </p14:section>
        <p14:section name="Untitled Section" id="{8DC57C5D-E026-47D6-B61D-EAB6C0731795}">
          <p14:sldIdLst>
            <p14:sldId id="299"/>
            <p14:sldId id="283"/>
            <p14:sldId id="292"/>
            <p14:sldId id="285"/>
            <p14:sldId id="295"/>
            <p14:sldId id="318"/>
            <p14:sldId id="286"/>
            <p14:sldId id="335"/>
          </p14:sldIdLst>
        </p14:section>
        <p14:section name="Untitled Section" id="{96144B95-8D93-4DDD-B1E0-C1540E655487}">
          <p14:sldIdLst>
            <p14:sldId id="330"/>
            <p14:sldId id="257"/>
            <p14:sldId id="260"/>
            <p14:sldId id="258"/>
            <p14:sldId id="331"/>
            <p14:sldId id="332"/>
            <p14:sldId id="333"/>
            <p14:sldId id="334"/>
          </p14:sldIdLst>
        </p14:section>
        <p14:section name="Untitled Section" id="{48C49BA9-7E93-4BF2-84EA-BF78C01C0FB7}">
          <p14:sldIdLst>
            <p14:sldId id="300"/>
            <p14:sldId id="294"/>
            <p14:sldId id="293"/>
          </p14:sldIdLst>
        </p14:section>
        <p14:section name="Untitled Section" id="{26FB30A1-FD48-4637-A9D5-04429EE01129}">
          <p14:sldIdLst>
            <p14:sldId id="320"/>
            <p14:sldId id="323"/>
            <p14:sldId id="325"/>
            <p14:sldId id="296"/>
            <p14:sldId id="321"/>
            <p14:sldId id="322"/>
          </p14:sldIdLst>
        </p14:section>
        <p14:section name="Untitled Section" id="{325C1253-4A04-47C3-AA88-A35D0B7F8A1F}">
          <p14:sldIdLst>
            <p14:sldId id="303"/>
            <p14:sldId id="297"/>
            <p14:sldId id="33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980B9"/>
    <a:srgbClr val="1B257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3317" autoAdjust="0"/>
  </p:normalViewPr>
  <p:slideViewPr>
    <p:cSldViewPr snapToGrid="0">
      <p:cViewPr varScale="1">
        <p:scale>
          <a:sx n="64" d="100"/>
          <a:sy n="64" d="100"/>
        </p:scale>
        <p:origin x="246" y="48"/>
      </p:cViewPr>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84" d="100"/>
          <a:sy n="84" d="100"/>
        </p:scale>
        <p:origin x="3912" y="9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viewProps" Target="viewProps.xml"/><Relationship Id="rId8" Type="http://schemas.openxmlformats.org/officeDocument/2006/relationships/slide" Target="slides/slide6.xml"/><Relationship Id="rId51" Type="http://schemas.microsoft.com/office/2016/11/relationships/changesInfo" Target="changesInfos/changesInfo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handoutMaster" Target="handoutMasters/handoutMaster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o Parenzan" userId="a83bbb23f3e251dc" providerId="LiveId" clId="{5D234868-AD62-4683-8D45-4D00F848BDE7}"/>
    <pc:docChg chg="undo custSel addSld delSld modSld sldOrd addMainMaster delMainMaster addSection delSection modSection">
      <pc:chgData name="Marco Parenzan" userId="a83bbb23f3e251dc" providerId="LiveId" clId="{5D234868-AD62-4683-8D45-4D00F848BDE7}" dt="2026-09-29T20:26:14.011" v="1629" actId="1076"/>
      <pc:docMkLst>
        <pc:docMk/>
      </pc:docMkLst>
      <pc:sldChg chg="modSp mod">
        <pc:chgData name="Marco Parenzan" userId="a83bbb23f3e251dc" providerId="LiveId" clId="{5D234868-AD62-4683-8D45-4D00F848BDE7}" dt="2026-09-24T23:28:32.083" v="158" actId="403"/>
        <pc:sldMkLst>
          <pc:docMk/>
          <pc:sldMk cId="375658392" sldId="256"/>
        </pc:sldMkLst>
        <pc:spChg chg="mod">
          <ac:chgData name="Marco Parenzan" userId="a83bbb23f3e251dc" providerId="LiveId" clId="{5D234868-AD62-4683-8D45-4D00F848BDE7}" dt="2026-09-24T23:28:32.083" v="158" actId="403"/>
          <ac:spMkLst>
            <pc:docMk/>
            <pc:sldMk cId="375658392" sldId="256"/>
            <ac:spMk id="6" creationId="{0A4F96D6-AD6D-A3DB-1F81-619A10E1E56E}"/>
          </ac:spMkLst>
        </pc:spChg>
      </pc:sldChg>
      <pc:sldChg chg="addSp delSp modSp add mod setBg modClrScheme chgLayout">
        <pc:chgData name="Marco Parenzan" userId="a83bbb23f3e251dc" providerId="LiveId" clId="{5D234868-AD62-4683-8D45-4D00F848BDE7}" dt="2026-09-25T15:11:24.539" v="897" actId="20577"/>
        <pc:sldMkLst>
          <pc:docMk/>
          <pc:sldMk cId="0" sldId="257"/>
        </pc:sldMkLst>
        <pc:spChg chg="mod">
          <ac:chgData name="Marco Parenzan" userId="a83bbb23f3e251dc" providerId="LiveId" clId="{5D234868-AD62-4683-8D45-4D00F848BDE7}" dt="2026-09-25T15:11:12.803" v="880" actId="207"/>
          <ac:spMkLst>
            <pc:docMk/>
            <pc:sldMk cId="0" sldId="257"/>
            <ac:spMk id="6" creationId="{00000000-0000-0000-0000-000000000000}"/>
          </ac:spMkLst>
        </pc:spChg>
        <pc:spChg chg="mod">
          <ac:chgData name="Marco Parenzan" userId="a83bbb23f3e251dc" providerId="LiveId" clId="{5D234868-AD62-4683-8D45-4D00F848BDE7}" dt="2026-09-25T15:11:12.803" v="880" actId="207"/>
          <ac:spMkLst>
            <pc:docMk/>
            <pc:sldMk cId="0" sldId="257"/>
            <ac:spMk id="9" creationId="{00000000-0000-0000-0000-000000000000}"/>
          </ac:spMkLst>
        </pc:spChg>
        <pc:spChg chg="mod">
          <ac:chgData name="Marco Parenzan" userId="a83bbb23f3e251dc" providerId="LiveId" clId="{5D234868-AD62-4683-8D45-4D00F848BDE7}" dt="2026-09-25T15:11:12.803" v="880" actId="207"/>
          <ac:spMkLst>
            <pc:docMk/>
            <pc:sldMk cId="0" sldId="257"/>
            <ac:spMk id="12" creationId="{00000000-0000-0000-0000-000000000000}"/>
          </ac:spMkLst>
        </pc:spChg>
        <pc:spChg chg="mod">
          <ac:chgData name="Marco Parenzan" userId="a83bbb23f3e251dc" providerId="LiveId" clId="{5D234868-AD62-4683-8D45-4D00F848BDE7}" dt="2026-09-25T15:11:12.803" v="880" actId="207"/>
          <ac:spMkLst>
            <pc:docMk/>
            <pc:sldMk cId="0" sldId="257"/>
            <ac:spMk id="15" creationId="{00000000-0000-0000-0000-000000000000}"/>
          </ac:spMkLst>
        </pc:spChg>
        <pc:spChg chg="mod">
          <ac:chgData name="Marco Parenzan" userId="a83bbb23f3e251dc" providerId="LiveId" clId="{5D234868-AD62-4683-8D45-4D00F848BDE7}" dt="2026-09-25T15:11:24.539" v="897" actId="20577"/>
          <ac:spMkLst>
            <pc:docMk/>
            <pc:sldMk cId="0" sldId="257"/>
            <ac:spMk id="17" creationId="{00000000-0000-0000-0000-000000000000}"/>
          </ac:spMkLst>
        </pc:spChg>
        <pc:spChg chg="add mod ord">
          <ac:chgData name="Marco Parenzan" userId="a83bbb23f3e251dc" providerId="LiveId" clId="{5D234868-AD62-4683-8D45-4D00F848BDE7}" dt="2026-09-25T15:04:56.196" v="306" actId="6264"/>
          <ac:spMkLst>
            <pc:docMk/>
            <pc:sldMk cId="0" sldId="257"/>
            <ac:spMk id="27" creationId="{4EBB9453-F415-6DE1-887C-A244F2EDCE06}"/>
          </ac:spMkLst>
        </pc:spChg>
      </pc:sldChg>
      <pc:sldChg chg="addSp delSp modSp add mod ord setBg modClrScheme chgLayout">
        <pc:chgData name="Marco Parenzan" userId="a83bbb23f3e251dc" providerId="LiveId" clId="{5D234868-AD62-4683-8D45-4D00F848BDE7}" dt="2026-09-25T15:10:59.214" v="877" actId="207"/>
        <pc:sldMkLst>
          <pc:docMk/>
          <pc:sldMk cId="0" sldId="258"/>
        </pc:sldMkLst>
        <pc:spChg chg="mod">
          <ac:chgData name="Marco Parenzan" userId="a83bbb23f3e251dc" providerId="LiveId" clId="{5D234868-AD62-4683-8D45-4D00F848BDE7}" dt="2026-09-25T15:03:38.711" v="276" actId="21"/>
          <ac:spMkLst>
            <pc:docMk/>
            <pc:sldMk cId="0" sldId="258"/>
            <ac:spMk id="3" creationId="{00000000-0000-0000-0000-000000000000}"/>
          </ac:spMkLst>
        </pc:spChg>
        <pc:spChg chg="mod">
          <ac:chgData name="Marco Parenzan" userId="a83bbb23f3e251dc" providerId="LiveId" clId="{5D234868-AD62-4683-8D45-4D00F848BDE7}" dt="2026-09-25T15:10:56.603" v="876" actId="207"/>
          <ac:spMkLst>
            <pc:docMk/>
            <pc:sldMk cId="0" sldId="258"/>
            <ac:spMk id="6" creationId="{00000000-0000-0000-0000-000000000000}"/>
          </ac:spMkLst>
        </pc:spChg>
        <pc:spChg chg="mod">
          <ac:chgData name="Marco Parenzan" userId="a83bbb23f3e251dc" providerId="LiveId" clId="{5D234868-AD62-4683-8D45-4D00F848BDE7}" dt="2026-09-25T15:10:56.603" v="876" actId="207"/>
          <ac:spMkLst>
            <pc:docMk/>
            <pc:sldMk cId="0" sldId="258"/>
            <ac:spMk id="7" creationId="{00000000-0000-0000-0000-000000000000}"/>
          </ac:spMkLst>
        </pc:spChg>
        <pc:spChg chg="mod">
          <ac:chgData name="Marco Parenzan" userId="a83bbb23f3e251dc" providerId="LiveId" clId="{5D234868-AD62-4683-8D45-4D00F848BDE7}" dt="2026-09-25T15:10:56.603" v="876" actId="207"/>
          <ac:spMkLst>
            <pc:docMk/>
            <pc:sldMk cId="0" sldId="258"/>
            <ac:spMk id="10" creationId="{00000000-0000-0000-0000-000000000000}"/>
          </ac:spMkLst>
        </pc:spChg>
        <pc:spChg chg="mod">
          <ac:chgData name="Marco Parenzan" userId="a83bbb23f3e251dc" providerId="LiveId" clId="{5D234868-AD62-4683-8D45-4D00F848BDE7}" dt="2026-09-25T15:10:56.603" v="876" actId="207"/>
          <ac:spMkLst>
            <pc:docMk/>
            <pc:sldMk cId="0" sldId="258"/>
            <ac:spMk id="11" creationId="{00000000-0000-0000-0000-000000000000}"/>
          </ac:spMkLst>
        </pc:spChg>
        <pc:spChg chg="mod">
          <ac:chgData name="Marco Parenzan" userId="a83bbb23f3e251dc" providerId="LiveId" clId="{5D234868-AD62-4683-8D45-4D00F848BDE7}" dt="2026-09-25T15:10:56.603" v="876" actId="207"/>
          <ac:spMkLst>
            <pc:docMk/>
            <pc:sldMk cId="0" sldId="258"/>
            <ac:spMk id="14" creationId="{00000000-0000-0000-0000-000000000000}"/>
          </ac:spMkLst>
        </pc:spChg>
        <pc:spChg chg="mod">
          <ac:chgData name="Marco Parenzan" userId="a83bbb23f3e251dc" providerId="LiveId" clId="{5D234868-AD62-4683-8D45-4D00F848BDE7}" dt="2026-09-25T15:10:56.603" v="876" actId="207"/>
          <ac:spMkLst>
            <pc:docMk/>
            <pc:sldMk cId="0" sldId="258"/>
            <ac:spMk id="15" creationId="{00000000-0000-0000-0000-000000000000}"/>
          </ac:spMkLst>
        </pc:spChg>
        <pc:spChg chg="mod">
          <ac:chgData name="Marco Parenzan" userId="a83bbb23f3e251dc" providerId="LiveId" clId="{5D234868-AD62-4683-8D45-4D00F848BDE7}" dt="2026-09-25T15:10:56.603" v="876" actId="207"/>
          <ac:spMkLst>
            <pc:docMk/>
            <pc:sldMk cId="0" sldId="258"/>
            <ac:spMk id="18" creationId="{00000000-0000-0000-0000-000000000000}"/>
          </ac:spMkLst>
        </pc:spChg>
        <pc:spChg chg="mod">
          <ac:chgData name="Marco Parenzan" userId="a83bbb23f3e251dc" providerId="LiveId" clId="{5D234868-AD62-4683-8D45-4D00F848BDE7}" dt="2026-09-25T15:10:56.603" v="876" actId="207"/>
          <ac:spMkLst>
            <pc:docMk/>
            <pc:sldMk cId="0" sldId="258"/>
            <ac:spMk id="19" creationId="{00000000-0000-0000-0000-000000000000}"/>
          </ac:spMkLst>
        </pc:spChg>
        <pc:spChg chg="mod">
          <ac:chgData name="Marco Parenzan" userId="a83bbb23f3e251dc" providerId="LiveId" clId="{5D234868-AD62-4683-8D45-4D00F848BDE7}" dt="2026-09-25T15:10:56.603" v="876" actId="207"/>
          <ac:spMkLst>
            <pc:docMk/>
            <pc:sldMk cId="0" sldId="258"/>
            <ac:spMk id="22" creationId="{00000000-0000-0000-0000-000000000000}"/>
          </ac:spMkLst>
        </pc:spChg>
        <pc:spChg chg="mod">
          <ac:chgData name="Marco Parenzan" userId="a83bbb23f3e251dc" providerId="LiveId" clId="{5D234868-AD62-4683-8D45-4D00F848BDE7}" dt="2026-09-25T15:10:56.603" v="876" actId="207"/>
          <ac:spMkLst>
            <pc:docMk/>
            <pc:sldMk cId="0" sldId="258"/>
            <ac:spMk id="23" creationId="{00000000-0000-0000-0000-000000000000}"/>
          </ac:spMkLst>
        </pc:spChg>
        <pc:spChg chg="mod">
          <ac:chgData name="Marco Parenzan" userId="a83bbb23f3e251dc" providerId="LiveId" clId="{5D234868-AD62-4683-8D45-4D00F848BDE7}" dt="2026-09-25T15:10:59.214" v="877" actId="207"/>
          <ac:spMkLst>
            <pc:docMk/>
            <pc:sldMk cId="0" sldId="258"/>
            <ac:spMk id="24" creationId="{00000000-0000-0000-0000-000000000000}"/>
          </ac:spMkLst>
        </pc:spChg>
        <pc:spChg chg="add mod ord">
          <ac:chgData name="Marco Parenzan" userId="a83bbb23f3e251dc" providerId="LiveId" clId="{5D234868-AD62-4683-8D45-4D00F848BDE7}" dt="2026-09-25T15:03:41.820" v="279" actId="6264"/>
          <ac:spMkLst>
            <pc:docMk/>
            <pc:sldMk cId="0" sldId="258"/>
            <ac:spMk id="26" creationId="{9AB5FE8C-3258-45E9-EE55-8EE626C2AE22}"/>
          </ac:spMkLst>
        </pc:spChg>
      </pc:sldChg>
      <pc:sldChg chg="addSp delSp modSp add mod ord modClrScheme chgLayout">
        <pc:chgData name="Marco Parenzan" userId="a83bbb23f3e251dc" providerId="LiveId" clId="{5D234868-AD62-4683-8D45-4D00F848BDE7}" dt="2026-09-25T15:11:05.733" v="879" actId="478"/>
        <pc:sldMkLst>
          <pc:docMk/>
          <pc:sldMk cId="2993585754" sldId="260"/>
        </pc:sldMkLst>
        <pc:spChg chg="mod">
          <ac:chgData name="Marco Parenzan" userId="a83bbb23f3e251dc" providerId="LiveId" clId="{5D234868-AD62-4683-8D45-4D00F848BDE7}" dt="2026-09-25T13:18:40.943" v="254" actId="21"/>
          <ac:spMkLst>
            <pc:docMk/>
            <pc:sldMk cId="2993585754" sldId="260"/>
            <ac:spMk id="2" creationId="{6182B488-B813-4272-A078-DBE8865A9CC7}"/>
          </ac:spMkLst>
        </pc:spChg>
        <pc:spChg chg="mod">
          <ac:chgData name="Marco Parenzan" userId="a83bbb23f3e251dc" providerId="LiveId" clId="{5D234868-AD62-4683-8D45-4D00F848BDE7}" dt="2026-09-25T15:11:02.332" v="878" actId="207"/>
          <ac:spMkLst>
            <pc:docMk/>
            <pc:sldMk cId="2993585754" sldId="260"/>
            <ac:spMk id="3" creationId="{3C45AFB4-B1A5-4C33-9CE9-C89D0BC1FCCE}"/>
          </ac:spMkLst>
        </pc:spChg>
        <pc:spChg chg="mod">
          <ac:chgData name="Marco Parenzan" userId="a83bbb23f3e251dc" providerId="LiveId" clId="{5D234868-AD62-4683-8D45-4D00F848BDE7}" dt="2026-09-25T15:11:02.332" v="878" actId="207"/>
          <ac:spMkLst>
            <pc:docMk/>
            <pc:sldMk cId="2993585754" sldId="260"/>
            <ac:spMk id="4" creationId="{FEE10EA6-BC68-44F9-84B0-F367240CDE33}"/>
          </ac:spMkLst>
        </pc:spChg>
        <pc:spChg chg="mod">
          <ac:chgData name="Marco Parenzan" userId="a83bbb23f3e251dc" providerId="LiveId" clId="{5D234868-AD62-4683-8D45-4D00F848BDE7}" dt="2026-09-25T15:11:02.332" v="878" actId="207"/>
          <ac:spMkLst>
            <pc:docMk/>
            <pc:sldMk cId="2993585754" sldId="260"/>
            <ac:spMk id="5" creationId="{E76724CD-9969-4C19-90CF-93A71B16C64A}"/>
          </ac:spMkLst>
        </pc:spChg>
        <pc:spChg chg="mod">
          <ac:chgData name="Marco Parenzan" userId="a83bbb23f3e251dc" providerId="LiveId" clId="{5D234868-AD62-4683-8D45-4D00F848BDE7}" dt="2026-09-25T15:11:02.332" v="878" actId="207"/>
          <ac:spMkLst>
            <pc:docMk/>
            <pc:sldMk cId="2993585754" sldId="260"/>
            <ac:spMk id="6" creationId="{6843E794-7189-4C1E-8048-933DE295DACA}"/>
          </ac:spMkLst>
        </pc:spChg>
        <pc:spChg chg="mod">
          <ac:chgData name="Marco Parenzan" userId="a83bbb23f3e251dc" providerId="LiveId" clId="{5D234868-AD62-4683-8D45-4D00F848BDE7}" dt="2026-09-25T15:11:02.332" v="878" actId="207"/>
          <ac:spMkLst>
            <pc:docMk/>
            <pc:sldMk cId="2993585754" sldId="260"/>
            <ac:spMk id="9" creationId="{2248EB4F-A3FE-4310-9405-00BBA35F0E34}"/>
          </ac:spMkLst>
        </pc:spChg>
        <pc:spChg chg="mod">
          <ac:chgData name="Marco Parenzan" userId="a83bbb23f3e251dc" providerId="LiveId" clId="{5D234868-AD62-4683-8D45-4D00F848BDE7}" dt="2026-09-25T15:11:02.332" v="878" actId="207"/>
          <ac:spMkLst>
            <pc:docMk/>
            <pc:sldMk cId="2993585754" sldId="260"/>
            <ac:spMk id="10" creationId="{744A2246-F966-460D-8FCF-C246969EFBF6}"/>
          </ac:spMkLst>
        </pc:spChg>
        <pc:spChg chg="mod">
          <ac:chgData name="Marco Parenzan" userId="a83bbb23f3e251dc" providerId="LiveId" clId="{5D234868-AD62-4683-8D45-4D00F848BDE7}" dt="2026-09-25T15:11:02.332" v="878" actId="207"/>
          <ac:spMkLst>
            <pc:docMk/>
            <pc:sldMk cId="2993585754" sldId="260"/>
            <ac:spMk id="11" creationId="{2E0BC39C-F97F-4DFE-8A16-41027FFDBB5A}"/>
          </ac:spMkLst>
        </pc:spChg>
        <pc:spChg chg="mod">
          <ac:chgData name="Marco Parenzan" userId="a83bbb23f3e251dc" providerId="LiveId" clId="{5D234868-AD62-4683-8D45-4D00F848BDE7}" dt="2026-09-25T15:11:02.332" v="878" actId="207"/>
          <ac:spMkLst>
            <pc:docMk/>
            <pc:sldMk cId="2993585754" sldId="260"/>
            <ac:spMk id="13" creationId="{C89ABA04-F6E0-4A12-B3C8-8E8848ECBE9C}"/>
          </ac:spMkLst>
        </pc:spChg>
        <pc:spChg chg="add mod ord">
          <ac:chgData name="Marco Parenzan" userId="a83bbb23f3e251dc" providerId="LiveId" clId="{5D234868-AD62-4683-8D45-4D00F848BDE7}" dt="2026-09-25T13:18:44.535" v="259" actId="6264"/>
          <ac:spMkLst>
            <pc:docMk/>
            <pc:sldMk cId="2993585754" sldId="260"/>
            <ac:spMk id="17" creationId="{083CCCB8-367A-B5BB-8FD2-4F6C238C9ABB}"/>
          </ac:spMkLst>
        </pc:spChg>
      </pc:sldChg>
      <pc:sldChg chg="addSp delSp modSp add mod ord modClrScheme chgLayout">
        <pc:chgData name="Marco Parenzan" userId="a83bbb23f3e251dc" providerId="LiveId" clId="{5D234868-AD62-4683-8D45-4D00F848BDE7}" dt="2026-09-25T15:21:27.402" v="1442"/>
        <pc:sldMkLst>
          <pc:docMk/>
          <pc:sldMk cId="1754174117" sldId="272"/>
        </pc:sldMkLst>
        <pc:spChg chg="add mod ord">
          <ac:chgData name="Marco Parenzan" userId="a83bbb23f3e251dc" providerId="LiveId" clId="{5D234868-AD62-4683-8D45-4D00F848BDE7}" dt="2026-09-04T19:55:43.464" v="72" actId="6264"/>
          <ac:spMkLst>
            <pc:docMk/>
            <pc:sldMk cId="1754174117" sldId="272"/>
            <ac:spMk id="2" creationId="{EB07656A-CDDF-6A6B-869B-11389ACDB9F3}"/>
          </ac:spMkLst>
        </pc:spChg>
        <pc:spChg chg="mod ord">
          <ac:chgData name="Marco Parenzan" userId="a83bbb23f3e251dc" providerId="LiveId" clId="{5D234868-AD62-4683-8D45-4D00F848BDE7}" dt="2026-09-25T12:54:01.192" v="244" actId="20577"/>
          <ac:spMkLst>
            <pc:docMk/>
            <pc:sldMk cId="1754174117" sldId="272"/>
            <ac:spMk id="4" creationId="{B42DD79A-4701-2CBE-F237-27CB609EC3C2}"/>
          </ac:spMkLst>
        </pc:spChg>
      </pc:sldChg>
      <pc:sldChg chg="addSp delSp modSp add mod modClrScheme chgLayout">
        <pc:chgData name="Marco Parenzan" userId="a83bbb23f3e251dc" providerId="LiveId" clId="{5D234868-AD62-4683-8D45-4D00F848BDE7}" dt="2026-09-04T19:56:19.974" v="123" actId="1036"/>
        <pc:sldMkLst>
          <pc:docMk/>
          <pc:sldMk cId="0" sldId="283"/>
        </pc:sldMkLst>
        <pc:spChg chg="mod ord">
          <ac:chgData name="Marco Parenzan" userId="a83bbb23f3e251dc" providerId="LiveId" clId="{5D234868-AD62-4683-8D45-4D00F848BDE7}" dt="2026-09-04T19:52:52.826" v="47" actId="6264"/>
          <ac:spMkLst>
            <pc:docMk/>
            <pc:sldMk cId="0" sldId="283"/>
            <ac:spMk id="4" creationId="{717EDE9C-B814-2276-7A1E-E6CF3ED880F7}"/>
          </ac:spMkLst>
        </pc:spChg>
        <pc:spChg chg="mod ord">
          <ac:chgData name="Marco Parenzan" userId="a83bbb23f3e251dc" providerId="LiveId" clId="{5D234868-AD62-4683-8D45-4D00F848BDE7}" dt="2026-09-04T19:56:19.974" v="123" actId="1036"/>
          <ac:spMkLst>
            <pc:docMk/>
            <pc:sldMk cId="0" sldId="283"/>
            <ac:spMk id="11" creationId="{2B99E2B0-7592-4587-B8C1-6F27A619D312}"/>
          </ac:spMkLst>
        </pc:spChg>
      </pc:sldChg>
      <pc:sldChg chg="addSp delSp modSp add mod modClrScheme chgLayout">
        <pc:chgData name="Marco Parenzan" userId="a83bbb23f3e251dc" providerId="LiveId" clId="{5D234868-AD62-4683-8D45-4D00F848BDE7}" dt="2026-09-04T19:56:31.818" v="126" actId="27636"/>
        <pc:sldMkLst>
          <pc:docMk/>
          <pc:sldMk cId="4127861910" sldId="285"/>
        </pc:sldMkLst>
        <pc:spChg chg="mod ord">
          <ac:chgData name="Marco Parenzan" userId="a83bbb23f3e251dc" providerId="LiveId" clId="{5D234868-AD62-4683-8D45-4D00F848BDE7}" dt="2026-09-04T19:53:00.010" v="51" actId="6264"/>
          <ac:spMkLst>
            <pc:docMk/>
            <pc:sldMk cId="4127861910" sldId="285"/>
            <ac:spMk id="2" creationId="{793DB823-8E65-CE08-D3B2-126823CE3AEA}"/>
          </ac:spMkLst>
        </pc:spChg>
        <pc:spChg chg="mod ord">
          <ac:chgData name="Marco Parenzan" userId="a83bbb23f3e251dc" providerId="LiveId" clId="{5D234868-AD62-4683-8D45-4D00F848BDE7}" dt="2026-09-04T19:56:31.818" v="126" actId="27636"/>
          <ac:spMkLst>
            <pc:docMk/>
            <pc:sldMk cId="4127861910" sldId="285"/>
            <ac:spMk id="3" creationId="{00502A1F-9DD5-37EB-1BE0-1CF3B01E6A53}"/>
          </ac:spMkLst>
        </pc:spChg>
      </pc:sldChg>
      <pc:sldChg chg="addSp delSp modSp add mod modClrScheme chgLayout">
        <pc:chgData name="Marco Parenzan" userId="a83bbb23f3e251dc" providerId="LiveId" clId="{5D234868-AD62-4683-8D45-4D00F848BDE7}" dt="2026-09-04T19:53:07.535" v="52" actId="6264"/>
        <pc:sldMkLst>
          <pc:docMk/>
          <pc:sldMk cId="1355095855" sldId="286"/>
        </pc:sldMkLst>
        <pc:spChg chg="mod ord">
          <ac:chgData name="Marco Parenzan" userId="a83bbb23f3e251dc" providerId="LiveId" clId="{5D234868-AD62-4683-8D45-4D00F848BDE7}" dt="2026-09-04T19:53:07.535" v="52" actId="6264"/>
          <ac:spMkLst>
            <pc:docMk/>
            <pc:sldMk cId="1355095855" sldId="286"/>
            <ac:spMk id="2" creationId="{B39E2F01-0BB3-B88D-EFC7-AF82846A0458}"/>
          </ac:spMkLst>
        </pc:spChg>
        <pc:spChg chg="mod ord">
          <ac:chgData name="Marco Parenzan" userId="a83bbb23f3e251dc" providerId="LiveId" clId="{5D234868-AD62-4683-8D45-4D00F848BDE7}" dt="2026-09-04T19:53:07.535" v="52" actId="6264"/>
          <ac:spMkLst>
            <pc:docMk/>
            <pc:sldMk cId="1355095855" sldId="286"/>
            <ac:spMk id="3" creationId="{7D9B9581-9AFA-5011-6541-958526B4AA0B}"/>
          </ac:spMkLst>
        </pc:spChg>
      </pc:sldChg>
      <pc:sldChg chg="addSp delSp modSp add mod modClrScheme chgLayout">
        <pc:chgData name="Marco Parenzan" userId="a83bbb23f3e251dc" providerId="LiveId" clId="{5D234868-AD62-4683-8D45-4D00F848BDE7}" dt="2026-09-04T19:55:52.739" v="73" actId="700"/>
        <pc:sldMkLst>
          <pc:docMk/>
          <pc:sldMk cId="1347532873" sldId="287"/>
        </pc:sldMkLst>
        <pc:spChg chg="mod ord">
          <ac:chgData name="Marco Parenzan" userId="a83bbb23f3e251dc" providerId="LiveId" clId="{5D234868-AD62-4683-8D45-4D00F848BDE7}" dt="2026-09-04T19:55:52.739" v="73" actId="700"/>
          <ac:spMkLst>
            <pc:docMk/>
            <pc:sldMk cId="1347532873" sldId="287"/>
            <ac:spMk id="5" creationId="{CF93AAD5-4D15-ED18-F130-2AC896FEEBF2}"/>
          </ac:spMkLst>
        </pc:spChg>
      </pc:sldChg>
      <pc:sldChg chg="addSp delSp modSp add mod modClrScheme chgLayout">
        <pc:chgData name="Marco Parenzan" userId="a83bbb23f3e251dc" providerId="LiveId" clId="{5D234868-AD62-4683-8D45-4D00F848BDE7}" dt="2026-09-04T19:53:16.826" v="55" actId="6264"/>
        <pc:sldMkLst>
          <pc:docMk/>
          <pc:sldMk cId="53919925" sldId="290"/>
        </pc:sldMkLst>
        <pc:spChg chg="mod ord">
          <ac:chgData name="Marco Parenzan" userId="a83bbb23f3e251dc" providerId="LiveId" clId="{5D234868-AD62-4683-8D45-4D00F848BDE7}" dt="2026-09-04T19:53:16.826" v="55" actId="6264"/>
          <ac:spMkLst>
            <pc:docMk/>
            <pc:sldMk cId="53919925" sldId="290"/>
            <ac:spMk id="2" creationId="{59A44113-CEBA-9173-B514-DF572071FF21}"/>
          </ac:spMkLst>
        </pc:spChg>
        <pc:spChg chg="mod ord">
          <ac:chgData name="Marco Parenzan" userId="a83bbb23f3e251dc" providerId="LiveId" clId="{5D234868-AD62-4683-8D45-4D00F848BDE7}" dt="2026-09-04T19:53:16.826" v="55" actId="6264"/>
          <ac:spMkLst>
            <pc:docMk/>
            <pc:sldMk cId="53919925" sldId="290"/>
            <ac:spMk id="5" creationId="{2105C8BA-D4B6-BF45-B8E3-41DB5FFDAB80}"/>
          </ac:spMkLst>
        </pc:spChg>
      </pc:sldChg>
      <pc:sldChg chg="addSp delSp modSp add mod modClrScheme chgLayout">
        <pc:chgData name="Marco Parenzan" userId="a83bbb23f3e251dc" providerId="LiveId" clId="{5D234868-AD62-4683-8D45-4D00F848BDE7}" dt="2026-09-04T19:56:23.100" v="124" actId="6264"/>
        <pc:sldMkLst>
          <pc:docMk/>
          <pc:sldMk cId="2581535975" sldId="292"/>
        </pc:sldMkLst>
        <pc:spChg chg="mod ord">
          <ac:chgData name="Marco Parenzan" userId="a83bbb23f3e251dc" providerId="LiveId" clId="{5D234868-AD62-4683-8D45-4D00F848BDE7}" dt="2026-09-04T19:56:23.100" v="124" actId="6264"/>
          <ac:spMkLst>
            <pc:docMk/>
            <pc:sldMk cId="2581535975" sldId="292"/>
            <ac:spMk id="2" creationId="{EBBEF515-88F3-B868-840E-F5FE17C255B6}"/>
          </ac:spMkLst>
        </pc:spChg>
        <pc:spChg chg="mod ord">
          <ac:chgData name="Marco Parenzan" userId="a83bbb23f3e251dc" providerId="LiveId" clId="{5D234868-AD62-4683-8D45-4D00F848BDE7}" dt="2026-09-04T19:56:23.100" v="124" actId="6264"/>
          <ac:spMkLst>
            <pc:docMk/>
            <pc:sldMk cId="2581535975" sldId="292"/>
            <ac:spMk id="3" creationId="{F61FDA1B-227B-14E5-F4E5-DDA164E5F324}"/>
          </ac:spMkLst>
        </pc:spChg>
      </pc:sldChg>
      <pc:sldChg chg="delSp modSp add mod modClrScheme chgLayout">
        <pc:chgData name="Marco Parenzan" userId="a83bbb23f3e251dc" providerId="LiveId" clId="{5D234868-AD62-4683-8D45-4D00F848BDE7}" dt="2026-09-04T19:52:39.833" v="38" actId="700"/>
        <pc:sldMkLst>
          <pc:docMk/>
          <pc:sldMk cId="4196086391" sldId="293"/>
        </pc:sldMkLst>
        <pc:spChg chg="mod ord">
          <ac:chgData name="Marco Parenzan" userId="a83bbb23f3e251dc" providerId="LiveId" clId="{5D234868-AD62-4683-8D45-4D00F848BDE7}" dt="2026-09-04T19:52:39.833" v="38" actId="700"/>
          <ac:spMkLst>
            <pc:docMk/>
            <pc:sldMk cId="4196086391" sldId="293"/>
            <ac:spMk id="5" creationId="{E7DA06B9-7B52-E915-A3F3-8BEBC33AEB64}"/>
          </ac:spMkLst>
        </pc:spChg>
      </pc:sldChg>
      <pc:sldChg chg="delSp modSp add mod modClrScheme chgLayout">
        <pc:chgData name="Marco Parenzan" userId="a83bbb23f3e251dc" providerId="LiveId" clId="{5D234868-AD62-4683-8D45-4D00F848BDE7}" dt="2026-09-04T19:52:39.833" v="38" actId="700"/>
        <pc:sldMkLst>
          <pc:docMk/>
          <pc:sldMk cId="760769029" sldId="294"/>
        </pc:sldMkLst>
        <pc:spChg chg="mod ord">
          <ac:chgData name="Marco Parenzan" userId="a83bbb23f3e251dc" providerId="LiveId" clId="{5D234868-AD62-4683-8D45-4D00F848BDE7}" dt="2026-09-04T19:52:39.833" v="38" actId="700"/>
          <ac:spMkLst>
            <pc:docMk/>
            <pc:sldMk cId="760769029" sldId="294"/>
            <ac:spMk id="2" creationId="{34A5C711-6829-AF97-5143-EC33D753858A}"/>
          </ac:spMkLst>
        </pc:spChg>
      </pc:sldChg>
      <pc:sldChg chg="addSp delSp modSp add mod modClrScheme chgLayout">
        <pc:chgData name="Marco Parenzan" userId="a83bbb23f3e251dc" providerId="LiveId" clId="{5D234868-AD62-4683-8D45-4D00F848BDE7}" dt="2026-09-04T19:53:07.535" v="52" actId="6264"/>
        <pc:sldMkLst>
          <pc:docMk/>
          <pc:sldMk cId="2956363232" sldId="295"/>
        </pc:sldMkLst>
        <pc:spChg chg="mod ord">
          <ac:chgData name="Marco Parenzan" userId="a83bbb23f3e251dc" providerId="LiveId" clId="{5D234868-AD62-4683-8D45-4D00F848BDE7}" dt="2026-09-04T19:53:07.535" v="52" actId="6264"/>
          <ac:spMkLst>
            <pc:docMk/>
            <pc:sldMk cId="2956363232" sldId="295"/>
            <ac:spMk id="2" creationId="{5BD4B5E2-F962-22EF-A562-A3B3AF44C73C}"/>
          </ac:spMkLst>
        </pc:spChg>
        <pc:spChg chg="mod ord">
          <ac:chgData name="Marco Parenzan" userId="a83bbb23f3e251dc" providerId="LiveId" clId="{5D234868-AD62-4683-8D45-4D00F848BDE7}" dt="2026-09-04T19:53:07.535" v="52" actId="6264"/>
          <ac:spMkLst>
            <pc:docMk/>
            <pc:sldMk cId="2956363232" sldId="295"/>
            <ac:spMk id="5" creationId="{B0DC6D21-EC67-9573-7F19-53520F90E2BD}"/>
          </ac:spMkLst>
        </pc:spChg>
      </pc:sldChg>
      <pc:sldChg chg="delSp modSp add mod modClrScheme chgLayout">
        <pc:chgData name="Marco Parenzan" userId="a83bbb23f3e251dc" providerId="LiveId" clId="{5D234868-AD62-4683-8D45-4D00F848BDE7}" dt="2026-09-04T19:52:25.805" v="36" actId="700"/>
        <pc:sldMkLst>
          <pc:docMk/>
          <pc:sldMk cId="2193767444" sldId="296"/>
        </pc:sldMkLst>
        <pc:spChg chg="mod ord">
          <ac:chgData name="Marco Parenzan" userId="a83bbb23f3e251dc" providerId="LiveId" clId="{5D234868-AD62-4683-8D45-4D00F848BDE7}" dt="2026-09-04T19:52:25.805" v="36" actId="700"/>
          <ac:spMkLst>
            <pc:docMk/>
            <pc:sldMk cId="2193767444" sldId="296"/>
            <ac:spMk id="5" creationId="{1844B27B-864B-3979-8253-426173B9E743}"/>
          </ac:spMkLst>
        </pc:spChg>
      </pc:sldChg>
      <pc:sldChg chg="delSp modSp add mod modClrScheme chgLayout">
        <pc:chgData name="Marco Parenzan" userId="a83bbb23f3e251dc" providerId="LiveId" clId="{5D234868-AD62-4683-8D45-4D00F848BDE7}" dt="2026-09-04T19:54:15.990" v="63" actId="700"/>
        <pc:sldMkLst>
          <pc:docMk/>
          <pc:sldMk cId="1619096838" sldId="297"/>
        </pc:sldMkLst>
        <pc:spChg chg="mod ord">
          <ac:chgData name="Marco Parenzan" userId="a83bbb23f3e251dc" providerId="LiveId" clId="{5D234868-AD62-4683-8D45-4D00F848BDE7}" dt="2026-09-04T19:54:15.990" v="63" actId="700"/>
          <ac:spMkLst>
            <pc:docMk/>
            <pc:sldMk cId="1619096838" sldId="297"/>
            <ac:spMk id="2" creationId="{33A0F797-8846-BA38-DF43-4C09F82574EB}"/>
          </ac:spMkLst>
        </pc:spChg>
        <pc:spChg chg="mod ord">
          <ac:chgData name="Marco Parenzan" userId="a83bbb23f3e251dc" providerId="LiveId" clId="{5D234868-AD62-4683-8D45-4D00F848BDE7}" dt="2026-09-04T19:54:15.990" v="63" actId="700"/>
          <ac:spMkLst>
            <pc:docMk/>
            <pc:sldMk cId="1619096838" sldId="297"/>
            <ac:spMk id="25" creationId="{F1792450-4D87-C6E1-3519-83404A361756}"/>
          </ac:spMkLst>
        </pc:spChg>
      </pc:sldChg>
      <pc:sldChg chg="addSp delSp modSp add mod modClrScheme chgLayout">
        <pc:chgData name="Marco Parenzan" userId="a83bbb23f3e251dc" providerId="LiveId" clId="{5D234868-AD62-4683-8D45-4D00F848BDE7}" dt="2026-09-04T19:53:51.033" v="59" actId="700"/>
        <pc:sldMkLst>
          <pc:docMk/>
          <pc:sldMk cId="3673621923" sldId="299"/>
        </pc:sldMkLst>
        <pc:spChg chg="mod ord">
          <ac:chgData name="Marco Parenzan" userId="a83bbb23f3e251dc" providerId="LiveId" clId="{5D234868-AD62-4683-8D45-4D00F848BDE7}" dt="2026-09-04T19:53:51.033" v="59" actId="700"/>
          <ac:spMkLst>
            <pc:docMk/>
            <pc:sldMk cId="3673621923" sldId="299"/>
            <ac:spMk id="2" creationId="{903A6E3A-18E6-1F97-4236-166B4DE0BD1F}"/>
          </ac:spMkLst>
        </pc:spChg>
        <pc:spChg chg="add mod ord">
          <ac:chgData name="Marco Parenzan" userId="a83bbb23f3e251dc" providerId="LiveId" clId="{5D234868-AD62-4683-8D45-4D00F848BDE7}" dt="2026-09-04T19:53:51.033" v="59" actId="700"/>
          <ac:spMkLst>
            <pc:docMk/>
            <pc:sldMk cId="3673621923" sldId="299"/>
            <ac:spMk id="4" creationId="{FC79388C-1A85-134E-5D4A-66CF83B50A25}"/>
          </ac:spMkLst>
        </pc:spChg>
      </pc:sldChg>
      <pc:sldChg chg="addSp delSp modSp add mod modClrScheme chgLayout">
        <pc:chgData name="Marco Parenzan" userId="a83bbb23f3e251dc" providerId="LiveId" clId="{5D234868-AD62-4683-8D45-4D00F848BDE7}" dt="2026-09-04T19:53:58.048" v="60" actId="700"/>
        <pc:sldMkLst>
          <pc:docMk/>
          <pc:sldMk cId="1134122492" sldId="300"/>
        </pc:sldMkLst>
        <pc:spChg chg="mod ord">
          <ac:chgData name="Marco Parenzan" userId="a83bbb23f3e251dc" providerId="LiveId" clId="{5D234868-AD62-4683-8D45-4D00F848BDE7}" dt="2026-09-04T19:53:58.048" v="60" actId="700"/>
          <ac:spMkLst>
            <pc:docMk/>
            <pc:sldMk cId="1134122492" sldId="300"/>
            <ac:spMk id="2" creationId="{7A80DC9A-89FC-324E-7793-1AD94E31D3DC}"/>
          </ac:spMkLst>
        </pc:spChg>
        <pc:spChg chg="add mod ord">
          <ac:chgData name="Marco Parenzan" userId="a83bbb23f3e251dc" providerId="LiveId" clId="{5D234868-AD62-4683-8D45-4D00F848BDE7}" dt="2026-09-04T19:53:58.048" v="60" actId="700"/>
          <ac:spMkLst>
            <pc:docMk/>
            <pc:sldMk cId="1134122492" sldId="300"/>
            <ac:spMk id="3" creationId="{ACADCF0C-5D95-72E2-BCE9-527F3C122948}"/>
          </ac:spMkLst>
        </pc:spChg>
      </pc:sldChg>
      <pc:sldChg chg="addSp delSp modSp add mod modClrScheme chgLayout">
        <pc:chgData name="Marco Parenzan" userId="a83bbb23f3e251dc" providerId="LiveId" clId="{5D234868-AD62-4683-8D45-4D00F848BDE7}" dt="2026-09-04T19:53:27.486" v="56" actId="700"/>
        <pc:sldMkLst>
          <pc:docMk/>
          <pc:sldMk cId="3849711576" sldId="301"/>
        </pc:sldMkLst>
        <pc:spChg chg="mod ord">
          <ac:chgData name="Marco Parenzan" userId="a83bbb23f3e251dc" providerId="LiveId" clId="{5D234868-AD62-4683-8D45-4D00F848BDE7}" dt="2026-09-04T19:53:27.486" v="56" actId="700"/>
          <ac:spMkLst>
            <pc:docMk/>
            <pc:sldMk cId="3849711576" sldId="301"/>
            <ac:spMk id="2" creationId="{9F1E0696-730C-56DD-750F-ECDB4BAD8E36}"/>
          </ac:spMkLst>
        </pc:spChg>
        <pc:spChg chg="add mod ord">
          <ac:chgData name="Marco Parenzan" userId="a83bbb23f3e251dc" providerId="LiveId" clId="{5D234868-AD62-4683-8D45-4D00F848BDE7}" dt="2026-09-04T19:53:27.486" v="56" actId="700"/>
          <ac:spMkLst>
            <pc:docMk/>
            <pc:sldMk cId="3849711576" sldId="301"/>
            <ac:spMk id="3" creationId="{ECF5297C-830C-6A8F-2889-FB728104D11D}"/>
          </ac:spMkLst>
        </pc:spChg>
      </pc:sldChg>
      <pc:sldChg chg="addSp delSp modSp add mod modClrScheme chgLayout">
        <pc:chgData name="Marco Parenzan" userId="a83bbb23f3e251dc" providerId="LiveId" clId="{5D234868-AD62-4683-8D45-4D00F848BDE7}" dt="2026-09-04T19:54:12.586" v="62" actId="700"/>
        <pc:sldMkLst>
          <pc:docMk/>
          <pc:sldMk cId="147050066" sldId="303"/>
        </pc:sldMkLst>
        <pc:spChg chg="mod ord">
          <ac:chgData name="Marco Parenzan" userId="a83bbb23f3e251dc" providerId="LiveId" clId="{5D234868-AD62-4683-8D45-4D00F848BDE7}" dt="2026-09-04T19:54:12.586" v="62" actId="700"/>
          <ac:spMkLst>
            <pc:docMk/>
            <pc:sldMk cId="147050066" sldId="303"/>
            <ac:spMk id="2" creationId="{4160E815-B923-19C7-942C-3BAF8EDCD8D1}"/>
          </ac:spMkLst>
        </pc:spChg>
        <pc:spChg chg="add mod ord">
          <ac:chgData name="Marco Parenzan" userId="a83bbb23f3e251dc" providerId="LiveId" clId="{5D234868-AD62-4683-8D45-4D00F848BDE7}" dt="2026-09-04T19:54:12.586" v="62" actId="700"/>
          <ac:spMkLst>
            <pc:docMk/>
            <pc:sldMk cId="147050066" sldId="303"/>
            <ac:spMk id="3" creationId="{BCE1F364-A3F2-9D5B-7414-CB138ACCF482}"/>
          </ac:spMkLst>
        </pc:spChg>
      </pc:sldChg>
      <pc:sldChg chg="addSp delSp modSp add mod modClrScheme chgLayout">
        <pc:chgData name="Marco Parenzan" userId="a83bbb23f3e251dc" providerId="LiveId" clId="{5D234868-AD62-4683-8D45-4D00F848BDE7}" dt="2026-09-04T19:56:39.115" v="128" actId="27636"/>
        <pc:sldMkLst>
          <pc:docMk/>
          <pc:sldMk cId="3650566328" sldId="318"/>
        </pc:sldMkLst>
        <pc:spChg chg="mod ord">
          <ac:chgData name="Marco Parenzan" userId="a83bbb23f3e251dc" providerId="LiveId" clId="{5D234868-AD62-4683-8D45-4D00F848BDE7}" dt="2026-09-04T19:53:07.535" v="52" actId="6264"/>
          <ac:spMkLst>
            <pc:docMk/>
            <pc:sldMk cId="3650566328" sldId="318"/>
            <ac:spMk id="4" creationId="{BED45BCA-35F1-8950-E99C-A163F730C027}"/>
          </ac:spMkLst>
        </pc:spChg>
        <pc:spChg chg="mod ord">
          <ac:chgData name="Marco Parenzan" userId="a83bbb23f3e251dc" providerId="LiveId" clId="{5D234868-AD62-4683-8D45-4D00F848BDE7}" dt="2026-09-04T19:56:39.115" v="128" actId="27636"/>
          <ac:spMkLst>
            <pc:docMk/>
            <pc:sldMk cId="3650566328" sldId="318"/>
            <ac:spMk id="10" creationId="{42FDEDB0-0265-0799-12E9-FA460F26B998}"/>
          </ac:spMkLst>
        </pc:spChg>
      </pc:sldChg>
      <pc:sldChg chg="delSp modSp add mod modClrScheme chgLayout">
        <pc:chgData name="Marco Parenzan" userId="a83bbb23f3e251dc" providerId="LiveId" clId="{5D234868-AD62-4683-8D45-4D00F848BDE7}" dt="2026-09-04T19:54:03.646" v="61" actId="700"/>
        <pc:sldMkLst>
          <pc:docMk/>
          <pc:sldMk cId="2199351120" sldId="320"/>
        </pc:sldMkLst>
        <pc:spChg chg="mod ord">
          <ac:chgData name="Marco Parenzan" userId="a83bbb23f3e251dc" providerId="LiveId" clId="{5D234868-AD62-4683-8D45-4D00F848BDE7}" dt="2026-09-04T19:54:03.646" v="61" actId="700"/>
          <ac:spMkLst>
            <pc:docMk/>
            <pc:sldMk cId="2199351120" sldId="320"/>
            <ac:spMk id="2" creationId="{A8CFB69D-8EDB-814E-B7C6-6A9C4C8FA0CC}"/>
          </ac:spMkLst>
        </pc:spChg>
      </pc:sldChg>
      <pc:sldChg chg="delSp modSp add mod modClrScheme chgLayout">
        <pc:chgData name="Marco Parenzan" userId="a83bbb23f3e251dc" providerId="LiveId" clId="{5D234868-AD62-4683-8D45-4D00F848BDE7}" dt="2026-09-04T19:52:25.805" v="36" actId="700"/>
        <pc:sldMkLst>
          <pc:docMk/>
          <pc:sldMk cId="993500259" sldId="321"/>
        </pc:sldMkLst>
        <pc:spChg chg="mod ord">
          <ac:chgData name="Marco Parenzan" userId="a83bbb23f3e251dc" providerId="LiveId" clId="{5D234868-AD62-4683-8D45-4D00F848BDE7}" dt="2026-09-04T19:52:25.805" v="36" actId="700"/>
          <ac:spMkLst>
            <pc:docMk/>
            <pc:sldMk cId="993500259" sldId="321"/>
            <ac:spMk id="5" creationId="{D9BD43B4-CFBF-6BB5-FBFD-4BC1376710B8}"/>
          </ac:spMkLst>
        </pc:spChg>
      </pc:sldChg>
      <pc:sldChg chg="delSp modSp add mod modClrScheme chgLayout">
        <pc:chgData name="Marco Parenzan" userId="a83bbb23f3e251dc" providerId="LiveId" clId="{5D234868-AD62-4683-8D45-4D00F848BDE7}" dt="2026-09-04T19:52:25.805" v="36" actId="700"/>
        <pc:sldMkLst>
          <pc:docMk/>
          <pc:sldMk cId="3216225816" sldId="322"/>
        </pc:sldMkLst>
        <pc:spChg chg="mod ord">
          <ac:chgData name="Marco Parenzan" userId="a83bbb23f3e251dc" providerId="LiveId" clId="{5D234868-AD62-4683-8D45-4D00F848BDE7}" dt="2026-09-04T19:52:25.805" v="36" actId="700"/>
          <ac:spMkLst>
            <pc:docMk/>
            <pc:sldMk cId="3216225816" sldId="322"/>
            <ac:spMk id="5" creationId="{0169F2C9-E6D4-B76C-D082-8D45E1902D93}"/>
          </ac:spMkLst>
        </pc:spChg>
      </pc:sldChg>
      <pc:sldChg chg="delSp modSp add mod modClrScheme chgLayout">
        <pc:chgData name="Marco Parenzan" userId="a83bbb23f3e251dc" providerId="LiveId" clId="{5D234868-AD62-4683-8D45-4D00F848BDE7}" dt="2026-09-04T19:52:31.643" v="37" actId="700"/>
        <pc:sldMkLst>
          <pc:docMk/>
          <pc:sldMk cId="1717755731" sldId="323"/>
        </pc:sldMkLst>
        <pc:spChg chg="mod ord">
          <ac:chgData name="Marco Parenzan" userId="a83bbb23f3e251dc" providerId="LiveId" clId="{5D234868-AD62-4683-8D45-4D00F848BDE7}" dt="2026-09-04T19:52:31.643" v="37" actId="700"/>
          <ac:spMkLst>
            <pc:docMk/>
            <pc:sldMk cId="1717755731" sldId="323"/>
            <ac:spMk id="4" creationId="{3345647D-4204-00A0-181B-B2C9775E2378}"/>
          </ac:spMkLst>
        </pc:spChg>
        <pc:spChg chg="mod ord">
          <ac:chgData name="Marco Parenzan" userId="a83bbb23f3e251dc" providerId="LiveId" clId="{5D234868-AD62-4683-8D45-4D00F848BDE7}" dt="2026-09-04T19:52:31.643" v="37" actId="700"/>
          <ac:spMkLst>
            <pc:docMk/>
            <pc:sldMk cId="1717755731" sldId="323"/>
            <ac:spMk id="6" creationId="{DFD1E763-EDB8-E9B8-DFED-C5BE0A4F75A0}"/>
          </ac:spMkLst>
        </pc:spChg>
      </pc:sldChg>
      <pc:sldChg chg="delSp modSp add mod modClrScheme chgLayout">
        <pc:chgData name="Marco Parenzan" userId="a83bbb23f3e251dc" providerId="LiveId" clId="{5D234868-AD62-4683-8D45-4D00F848BDE7}" dt="2026-09-04T19:52:25.805" v="36" actId="700"/>
        <pc:sldMkLst>
          <pc:docMk/>
          <pc:sldMk cId="324696847" sldId="325"/>
        </pc:sldMkLst>
        <pc:spChg chg="mod ord">
          <ac:chgData name="Marco Parenzan" userId="a83bbb23f3e251dc" providerId="LiveId" clId="{5D234868-AD62-4683-8D45-4D00F848BDE7}" dt="2026-09-04T19:52:25.805" v="36" actId="700"/>
          <ac:spMkLst>
            <pc:docMk/>
            <pc:sldMk cId="324696847" sldId="325"/>
            <ac:spMk id="2" creationId="{0A711D71-9016-69FA-0EC8-1DDF0497C23D}"/>
          </ac:spMkLst>
        </pc:spChg>
      </pc:sldChg>
      <pc:sldChg chg="delSp modSp add mod modClrScheme chgLayout">
        <pc:chgData name="Marco Parenzan" userId="a83bbb23f3e251dc" providerId="LiveId" clId="{5D234868-AD62-4683-8D45-4D00F848BDE7}" dt="2026-09-04T19:56:08.525" v="119" actId="1036"/>
        <pc:sldMkLst>
          <pc:docMk/>
          <pc:sldMk cId="2686310248" sldId="326"/>
        </pc:sldMkLst>
        <pc:spChg chg="mod ord">
          <ac:chgData name="Marco Parenzan" userId="a83bbb23f3e251dc" providerId="LiveId" clId="{5D234868-AD62-4683-8D45-4D00F848BDE7}" dt="2026-09-04T19:53:13.081" v="53" actId="700"/>
          <ac:spMkLst>
            <pc:docMk/>
            <pc:sldMk cId="2686310248" sldId="326"/>
            <ac:spMk id="2" creationId="{8D178DC4-1026-D57E-0BC5-966550BF6F2B}"/>
          </ac:spMkLst>
        </pc:spChg>
        <pc:spChg chg="mod ord">
          <ac:chgData name="Marco Parenzan" userId="a83bbb23f3e251dc" providerId="LiveId" clId="{5D234868-AD62-4683-8D45-4D00F848BDE7}" dt="2026-09-04T19:56:08.525" v="119" actId="1036"/>
          <ac:spMkLst>
            <pc:docMk/>
            <pc:sldMk cId="2686310248" sldId="326"/>
            <ac:spMk id="14" creationId="{0672E39B-672D-0C68-3770-E23014F496A7}"/>
          </ac:spMkLst>
        </pc:spChg>
        <pc:grpChg chg="mod">
          <ac:chgData name="Marco Parenzan" userId="a83bbb23f3e251dc" providerId="LiveId" clId="{5D234868-AD62-4683-8D45-4D00F848BDE7}" dt="2026-09-04T19:56:04.545" v="116" actId="1036"/>
          <ac:grpSpMkLst>
            <pc:docMk/>
            <pc:sldMk cId="2686310248" sldId="326"/>
            <ac:grpSpMk id="15" creationId="{531214F5-C34A-56EE-D38B-6F8A6536C39B}"/>
          </ac:grpSpMkLst>
        </pc:grpChg>
        <pc:grpChg chg="mod">
          <ac:chgData name="Marco Parenzan" userId="a83bbb23f3e251dc" providerId="LiveId" clId="{5D234868-AD62-4683-8D45-4D00F848BDE7}" dt="2026-09-04T19:56:04.545" v="116" actId="1036"/>
          <ac:grpSpMkLst>
            <pc:docMk/>
            <pc:sldMk cId="2686310248" sldId="326"/>
            <ac:grpSpMk id="16" creationId="{05389519-30A2-C295-3193-F22798C7E233}"/>
          </ac:grpSpMkLst>
        </pc:grpChg>
        <pc:grpChg chg="mod">
          <ac:chgData name="Marco Parenzan" userId="a83bbb23f3e251dc" providerId="LiveId" clId="{5D234868-AD62-4683-8D45-4D00F848BDE7}" dt="2026-09-04T19:56:04.545" v="116" actId="1036"/>
          <ac:grpSpMkLst>
            <pc:docMk/>
            <pc:sldMk cId="2686310248" sldId="326"/>
            <ac:grpSpMk id="17" creationId="{422D41F3-94DA-D562-EF39-EF4B53AE5FB0}"/>
          </ac:grpSpMkLst>
        </pc:grpChg>
      </pc:sldChg>
      <pc:sldChg chg="addSp delSp modSp new mod ord modClrScheme chgLayout">
        <pc:chgData name="Marco Parenzan" userId="a83bbb23f3e251dc" providerId="LiveId" clId="{5D234868-AD62-4683-8D45-4D00F848BDE7}" dt="2026-09-29T20:26:14.011" v="1629" actId="1076"/>
        <pc:sldMkLst>
          <pc:docMk/>
          <pc:sldMk cId="2343241853" sldId="328"/>
        </pc:sldMkLst>
        <pc:spChg chg="add mod ord">
          <ac:chgData name="Marco Parenzan" userId="a83bbb23f3e251dc" providerId="LiveId" clId="{5D234868-AD62-4683-8D45-4D00F848BDE7}" dt="2026-09-25T15:19:01.368" v="1277" actId="700"/>
          <ac:spMkLst>
            <pc:docMk/>
            <pc:sldMk cId="2343241853" sldId="328"/>
            <ac:spMk id="8" creationId="{327E2371-1055-71BC-24BD-651564A2B40A}"/>
          </ac:spMkLst>
        </pc:spChg>
        <pc:spChg chg="add mod">
          <ac:chgData name="Marco Parenzan" userId="a83bbb23f3e251dc" providerId="LiveId" clId="{5D234868-AD62-4683-8D45-4D00F848BDE7}" dt="2026-09-25T15:18:52.484" v="1273" actId="20577"/>
          <ac:spMkLst>
            <pc:docMk/>
            <pc:sldMk cId="2343241853" sldId="328"/>
            <ac:spMk id="12" creationId="{8181509D-3D02-3FFD-73C5-6E5E35324818}"/>
          </ac:spMkLst>
        </pc:spChg>
        <pc:picChg chg="add mod">
          <ac:chgData name="Marco Parenzan" userId="a83bbb23f3e251dc" providerId="LiveId" clId="{5D234868-AD62-4683-8D45-4D00F848BDE7}" dt="2026-09-29T20:26:14.011" v="1629" actId="1076"/>
          <ac:picMkLst>
            <pc:docMk/>
            <pc:sldMk cId="2343241853" sldId="328"/>
            <ac:picMk id="2" creationId="{00307267-FBAB-5B67-8EAE-91B08A6DAA61}"/>
          </ac:picMkLst>
        </pc:picChg>
        <pc:picChg chg="add mod ord">
          <ac:chgData name="Marco Parenzan" userId="a83bbb23f3e251dc" providerId="LiveId" clId="{5D234868-AD62-4683-8D45-4D00F848BDE7}" dt="2026-09-25T15:19:01.368" v="1277" actId="700"/>
          <ac:picMkLst>
            <pc:docMk/>
            <pc:sldMk cId="2343241853" sldId="328"/>
            <ac:picMk id="5" creationId="{1F53AD09-91C6-6641-DD6F-88A5CA4D445F}"/>
          </ac:picMkLst>
        </pc:picChg>
      </pc:sldChg>
      <pc:sldChg chg="modSp add mod">
        <pc:chgData name="Marco Parenzan" userId="a83bbb23f3e251dc" providerId="LiveId" clId="{5D234868-AD62-4683-8D45-4D00F848BDE7}" dt="2026-09-25T12:53:49.928" v="242" actId="20577"/>
        <pc:sldMkLst>
          <pc:docMk/>
          <pc:sldMk cId="1690708505" sldId="330"/>
        </pc:sldMkLst>
        <pc:spChg chg="mod">
          <ac:chgData name="Marco Parenzan" userId="a83bbb23f3e251dc" providerId="LiveId" clId="{5D234868-AD62-4683-8D45-4D00F848BDE7}" dt="2026-09-25T12:53:49.928" v="242" actId="20577"/>
          <ac:spMkLst>
            <pc:docMk/>
            <pc:sldMk cId="1690708505" sldId="330"/>
            <ac:spMk id="2" creationId="{903A6E3A-18E6-1F97-4236-166B4DE0BD1F}"/>
          </ac:spMkLst>
        </pc:spChg>
      </pc:sldChg>
      <pc:sldChg chg="addSp delSp modSp add mod setBg modClrScheme chgLayout">
        <pc:chgData name="Marco Parenzan" userId="a83bbb23f3e251dc" providerId="LiveId" clId="{5D234868-AD62-4683-8D45-4D00F848BDE7}" dt="2026-09-25T15:10:40.343" v="873" actId="207"/>
        <pc:sldMkLst>
          <pc:docMk/>
          <pc:sldMk cId="0" sldId="331"/>
        </pc:sldMkLst>
        <pc:spChg chg="mod">
          <ac:chgData name="Marco Parenzan" userId="a83bbb23f3e251dc" providerId="LiveId" clId="{5D234868-AD62-4683-8D45-4D00F848BDE7}" dt="2026-09-25T15:03:46.351" v="280" actId="21"/>
          <ac:spMkLst>
            <pc:docMk/>
            <pc:sldMk cId="0" sldId="331"/>
            <ac:spMk id="3" creationId="{00000000-0000-0000-0000-000000000000}"/>
          </ac:spMkLst>
        </pc:spChg>
        <pc:spChg chg="mod">
          <ac:chgData name="Marco Parenzan" userId="a83bbb23f3e251dc" providerId="LiveId" clId="{5D234868-AD62-4683-8D45-4D00F848BDE7}" dt="2026-09-25T15:10:40.343" v="873" actId="207"/>
          <ac:spMkLst>
            <pc:docMk/>
            <pc:sldMk cId="0" sldId="331"/>
            <ac:spMk id="4" creationId="{00000000-0000-0000-0000-000000000000}"/>
          </ac:spMkLst>
        </pc:spChg>
        <pc:spChg chg="mod">
          <ac:chgData name="Marco Parenzan" userId="a83bbb23f3e251dc" providerId="LiveId" clId="{5D234868-AD62-4683-8D45-4D00F848BDE7}" dt="2026-09-25T15:10:40.343" v="873" actId="207"/>
          <ac:spMkLst>
            <pc:docMk/>
            <pc:sldMk cId="0" sldId="331"/>
            <ac:spMk id="5" creationId="{00000000-0000-0000-0000-000000000000}"/>
          </ac:spMkLst>
        </pc:spChg>
        <pc:spChg chg="mod">
          <ac:chgData name="Marco Parenzan" userId="a83bbb23f3e251dc" providerId="LiveId" clId="{5D234868-AD62-4683-8D45-4D00F848BDE7}" dt="2026-09-25T15:10:40.343" v="873" actId="207"/>
          <ac:spMkLst>
            <pc:docMk/>
            <pc:sldMk cId="0" sldId="331"/>
            <ac:spMk id="7" creationId="{00000000-0000-0000-0000-000000000000}"/>
          </ac:spMkLst>
        </pc:spChg>
        <pc:spChg chg="mod">
          <ac:chgData name="Marco Parenzan" userId="a83bbb23f3e251dc" providerId="LiveId" clId="{5D234868-AD62-4683-8D45-4D00F848BDE7}" dt="2026-09-25T15:10:40.343" v="873" actId="207"/>
          <ac:spMkLst>
            <pc:docMk/>
            <pc:sldMk cId="0" sldId="331"/>
            <ac:spMk id="8" creationId="{00000000-0000-0000-0000-000000000000}"/>
          </ac:spMkLst>
        </pc:spChg>
        <pc:spChg chg="mod">
          <ac:chgData name="Marco Parenzan" userId="a83bbb23f3e251dc" providerId="LiveId" clId="{5D234868-AD62-4683-8D45-4D00F848BDE7}" dt="2026-09-25T15:10:40.343" v="873" actId="207"/>
          <ac:spMkLst>
            <pc:docMk/>
            <pc:sldMk cId="0" sldId="331"/>
            <ac:spMk id="9" creationId="{00000000-0000-0000-0000-000000000000}"/>
          </ac:spMkLst>
        </pc:spChg>
        <pc:spChg chg="add mod ord">
          <ac:chgData name="Marco Parenzan" userId="a83bbb23f3e251dc" providerId="LiveId" clId="{5D234868-AD62-4683-8D45-4D00F848BDE7}" dt="2026-09-25T15:03:53.005" v="285" actId="6264"/>
          <ac:spMkLst>
            <pc:docMk/>
            <pc:sldMk cId="0" sldId="331"/>
            <ac:spMk id="10" creationId="{59800DD2-9AFF-C8A7-51A8-CE1B655C6469}"/>
          </ac:spMkLst>
        </pc:spChg>
      </pc:sldChg>
      <pc:sldChg chg="addSp delSp modSp add mod setBg modClrScheme chgLayout">
        <pc:chgData name="Marco Parenzan" userId="a83bbb23f3e251dc" providerId="LiveId" clId="{5D234868-AD62-4683-8D45-4D00F848BDE7}" dt="2026-09-25T15:10:45.960" v="874" actId="207"/>
        <pc:sldMkLst>
          <pc:docMk/>
          <pc:sldMk cId="0" sldId="332"/>
        </pc:sldMkLst>
        <pc:spChg chg="mod">
          <ac:chgData name="Marco Parenzan" userId="a83bbb23f3e251dc" providerId="LiveId" clId="{5D234868-AD62-4683-8D45-4D00F848BDE7}" dt="2026-09-25T15:10:45.960" v="874" actId="207"/>
          <ac:spMkLst>
            <pc:docMk/>
            <pc:sldMk cId="0" sldId="332"/>
            <ac:spMk id="3" creationId="{00000000-0000-0000-0000-000000000000}"/>
          </ac:spMkLst>
        </pc:spChg>
        <pc:spChg chg="mod">
          <ac:chgData name="Marco Parenzan" userId="a83bbb23f3e251dc" providerId="LiveId" clId="{5D234868-AD62-4683-8D45-4D00F848BDE7}" dt="2026-09-25T15:10:45.960" v="874" actId="207"/>
          <ac:spMkLst>
            <pc:docMk/>
            <pc:sldMk cId="0" sldId="332"/>
            <ac:spMk id="4" creationId="{00000000-0000-0000-0000-000000000000}"/>
          </ac:spMkLst>
        </pc:spChg>
        <pc:spChg chg="mod">
          <ac:chgData name="Marco Parenzan" userId="a83bbb23f3e251dc" providerId="LiveId" clId="{5D234868-AD62-4683-8D45-4D00F848BDE7}" dt="2026-09-25T15:10:45.960" v="874" actId="207"/>
          <ac:spMkLst>
            <pc:docMk/>
            <pc:sldMk cId="0" sldId="332"/>
            <ac:spMk id="5" creationId="{00000000-0000-0000-0000-000000000000}"/>
          </ac:spMkLst>
        </pc:spChg>
        <pc:spChg chg="mod">
          <ac:chgData name="Marco Parenzan" userId="a83bbb23f3e251dc" providerId="LiveId" clId="{5D234868-AD62-4683-8D45-4D00F848BDE7}" dt="2026-09-25T15:10:45.960" v="874" actId="207"/>
          <ac:spMkLst>
            <pc:docMk/>
            <pc:sldMk cId="0" sldId="332"/>
            <ac:spMk id="7" creationId="{00000000-0000-0000-0000-000000000000}"/>
          </ac:spMkLst>
        </pc:spChg>
        <pc:spChg chg="mod">
          <ac:chgData name="Marco Parenzan" userId="a83bbb23f3e251dc" providerId="LiveId" clId="{5D234868-AD62-4683-8D45-4D00F848BDE7}" dt="2026-09-25T15:10:45.960" v="874" actId="207"/>
          <ac:spMkLst>
            <pc:docMk/>
            <pc:sldMk cId="0" sldId="332"/>
            <ac:spMk id="8" creationId="{00000000-0000-0000-0000-000000000000}"/>
          </ac:spMkLst>
        </pc:spChg>
        <pc:spChg chg="add mod ord">
          <ac:chgData name="Marco Parenzan" userId="a83bbb23f3e251dc" providerId="LiveId" clId="{5D234868-AD62-4683-8D45-4D00F848BDE7}" dt="2026-09-25T15:04:01.753" v="291" actId="6264"/>
          <ac:spMkLst>
            <pc:docMk/>
            <pc:sldMk cId="0" sldId="332"/>
            <ac:spMk id="10" creationId="{B7F9B66E-6196-1FE8-497A-04D37ABA1449}"/>
          </ac:spMkLst>
        </pc:spChg>
      </pc:sldChg>
      <pc:sldChg chg="addSp delSp modSp add mod setBg modClrScheme chgLayout">
        <pc:chgData name="Marco Parenzan" userId="a83bbb23f3e251dc" providerId="LiveId" clId="{5D234868-AD62-4683-8D45-4D00F848BDE7}" dt="2026-09-25T15:10:49.555" v="875" actId="207"/>
        <pc:sldMkLst>
          <pc:docMk/>
          <pc:sldMk cId="0" sldId="333"/>
        </pc:sldMkLst>
        <pc:spChg chg="mod">
          <ac:chgData name="Marco Parenzan" userId="a83bbb23f3e251dc" providerId="LiveId" clId="{5D234868-AD62-4683-8D45-4D00F848BDE7}" dt="2026-09-25T15:10:49.555" v="875" actId="207"/>
          <ac:spMkLst>
            <pc:docMk/>
            <pc:sldMk cId="0" sldId="333"/>
            <ac:spMk id="4" creationId="{00000000-0000-0000-0000-000000000000}"/>
          </ac:spMkLst>
        </pc:spChg>
        <pc:spChg chg="mod">
          <ac:chgData name="Marco Parenzan" userId="a83bbb23f3e251dc" providerId="LiveId" clId="{5D234868-AD62-4683-8D45-4D00F848BDE7}" dt="2026-09-25T15:10:49.555" v="875" actId="207"/>
          <ac:spMkLst>
            <pc:docMk/>
            <pc:sldMk cId="0" sldId="333"/>
            <ac:spMk id="6" creationId="{00000000-0000-0000-0000-000000000000}"/>
          </ac:spMkLst>
        </pc:spChg>
        <pc:spChg chg="mod">
          <ac:chgData name="Marco Parenzan" userId="a83bbb23f3e251dc" providerId="LiveId" clId="{5D234868-AD62-4683-8D45-4D00F848BDE7}" dt="2026-09-25T15:10:49.555" v="875" actId="207"/>
          <ac:spMkLst>
            <pc:docMk/>
            <pc:sldMk cId="0" sldId="333"/>
            <ac:spMk id="7" creationId="{00000000-0000-0000-0000-000000000000}"/>
          </ac:spMkLst>
        </pc:spChg>
        <pc:spChg chg="mod">
          <ac:chgData name="Marco Parenzan" userId="a83bbb23f3e251dc" providerId="LiveId" clId="{5D234868-AD62-4683-8D45-4D00F848BDE7}" dt="2026-09-25T15:10:49.555" v="875" actId="207"/>
          <ac:spMkLst>
            <pc:docMk/>
            <pc:sldMk cId="0" sldId="333"/>
            <ac:spMk id="9" creationId="{00000000-0000-0000-0000-000000000000}"/>
          </ac:spMkLst>
        </pc:spChg>
        <pc:spChg chg="mod">
          <ac:chgData name="Marco Parenzan" userId="a83bbb23f3e251dc" providerId="LiveId" clId="{5D234868-AD62-4683-8D45-4D00F848BDE7}" dt="2026-09-25T15:10:49.555" v="875" actId="207"/>
          <ac:spMkLst>
            <pc:docMk/>
            <pc:sldMk cId="0" sldId="333"/>
            <ac:spMk id="10" creationId="{00000000-0000-0000-0000-000000000000}"/>
          </ac:spMkLst>
        </pc:spChg>
        <pc:spChg chg="mod">
          <ac:chgData name="Marco Parenzan" userId="a83bbb23f3e251dc" providerId="LiveId" clId="{5D234868-AD62-4683-8D45-4D00F848BDE7}" dt="2026-09-25T15:10:49.555" v="875" actId="207"/>
          <ac:spMkLst>
            <pc:docMk/>
            <pc:sldMk cId="0" sldId="333"/>
            <ac:spMk id="12" creationId="{00000000-0000-0000-0000-000000000000}"/>
          </ac:spMkLst>
        </pc:spChg>
        <pc:spChg chg="mod">
          <ac:chgData name="Marco Parenzan" userId="a83bbb23f3e251dc" providerId="LiveId" clId="{5D234868-AD62-4683-8D45-4D00F848BDE7}" dt="2026-09-25T15:10:49.555" v="875" actId="207"/>
          <ac:spMkLst>
            <pc:docMk/>
            <pc:sldMk cId="0" sldId="333"/>
            <ac:spMk id="13" creationId="{00000000-0000-0000-0000-000000000000}"/>
          </ac:spMkLst>
        </pc:spChg>
        <pc:spChg chg="add mod ord">
          <ac:chgData name="Marco Parenzan" userId="a83bbb23f3e251dc" providerId="LiveId" clId="{5D234868-AD62-4683-8D45-4D00F848BDE7}" dt="2026-09-25T15:04:12.065" v="297" actId="6264"/>
          <ac:spMkLst>
            <pc:docMk/>
            <pc:sldMk cId="0" sldId="333"/>
            <ac:spMk id="15" creationId="{819D6EAF-D1C9-5501-AEAC-80C63ADFC700}"/>
          </ac:spMkLst>
        </pc:spChg>
      </pc:sldChg>
      <pc:sldChg chg="add">
        <pc:chgData name="Marco Parenzan" userId="a83bbb23f3e251dc" providerId="LiveId" clId="{5D234868-AD62-4683-8D45-4D00F848BDE7}" dt="2026-09-25T15:05:34.111" v="313"/>
        <pc:sldMkLst>
          <pc:docMk/>
          <pc:sldMk cId="723087786" sldId="334"/>
        </pc:sldMkLst>
      </pc:sldChg>
      <pc:sldChg chg="add">
        <pc:chgData name="Marco Parenzan" userId="a83bbb23f3e251dc" providerId="LiveId" clId="{5D234868-AD62-4683-8D45-4D00F848BDE7}" dt="2026-09-25T15:05:36.827" v="314"/>
        <pc:sldMkLst>
          <pc:docMk/>
          <pc:sldMk cId="1129779997" sldId="335"/>
        </pc:sldMkLst>
      </pc:sldChg>
      <pc:sldChg chg="addSp delSp modSp new mod modClrScheme chgLayout">
        <pc:chgData name="Marco Parenzan" userId="a83bbb23f3e251dc" providerId="LiveId" clId="{5D234868-AD62-4683-8D45-4D00F848BDE7}" dt="2026-09-25T15:22:44.305" v="1576" actId="20577"/>
        <pc:sldMkLst>
          <pc:docMk/>
          <pc:sldMk cId="1976005164" sldId="336"/>
        </pc:sldMkLst>
        <pc:spChg chg="add mod ord">
          <ac:chgData name="Marco Parenzan" userId="a83bbb23f3e251dc" providerId="LiveId" clId="{5D234868-AD62-4683-8D45-4D00F848BDE7}" dt="2026-09-25T15:06:34.799" v="339" actId="20577"/>
          <ac:spMkLst>
            <pc:docMk/>
            <pc:sldMk cId="1976005164" sldId="336"/>
            <ac:spMk id="5" creationId="{9A71BB1F-6615-0607-CFC8-082ECBC5A3F0}"/>
          </ac:spMkLst>
        </pc:spChg>
        <pc:spChg chg="add mod ord">
          <ac:chgData name="Marco Parenzan" userId="a83bbb23f3e251dc" providerId="LiveId" clId="{5D234868-AD62-4683-8D45-4D00F848BDE7}" dt="2026-09-25T15:22:44.305" v="1576" actId="20577"/>
          <ac:spMkLst>
            <pc:docMk/>
            <pc:sldMk cId="1976005164" sldId="336"/>
            <ac:spMk id="6" creationId="{9F7D5987-1A87-0D4B-C885-497CF0378038}"/>
          </ac:spMkLst>
        </pc:spChg>
      </pc:sldChg>
      <pc:sldChg chg="add">
        <pc:chgData name="Marco Parenzan" userId="a83bbb23f3e251dc" providerId="LiveId" clId="{5D234868-AD62-4683-8D45-4D00F848BDE7}" dt="2026-09-25T15:08:52.851" v="853"/>
        <pc:sldMkLst>
          <pc:docMk/>
          <pc:sldMk cId="3432293405" sldId="337"/>
        </pc:sldMkLst>
      </pc:sldChg>
      <pc:sldChg chg="addSp delSp modSp add mod modClrScheme chgLayout">
        <pc:chgData name="Marco Parenzan" userId="a83bbb23f3e251dc" providerId="LiveId" clId="{5D234868-AD62-4683-8D45-4D00F848BDE7}" dt="2026-09-25T15:09:42.306" v="860" actId="478"/>
        <pc:sldMkLst>
          <pc:docMk/>
          <pc:sldMk cId="1948486439" sldId="338"/>
        </pc:sldMkLst>
        <pc:spChg chg="mod">
          <ac:chgData name="Marco Parenzan" userId="a83bbb23f3e251dc" providerId="LiveId" clId="{5D234868-AD62-4683-8D45-4D00F848BDE7}" dt="2026-09-25T15:09:37.295" v="857" actId="27636"/>
          <ac:spMkLst>
            <pc:docMk/>
            <pc:sldMk cId="1948486439" sldId="338"/>
            <ac:spMk id="3" creationId="{079A4AEC-2489-5CAB-B8E3-A7643F093DCD}"/>
          </ac:spMkLst>
        </pc:spChg>
        <pc:spChg chg="mod ord">
          <ac:chgData name="Marco Parenzan" userId="a83bbb23f3e251dc" providerId="LiveId" clId="{5D234868-AD62-4683-8D45-4D00F848BDE7}" dt="2026-09-25T15:09:39.881" v="859" actId="6264"/>
          <ac:spMkLst>
            <pc:docMk/>
            <pc:sldMk cId="1948486439" sldId="338"/>
            <ac:spMk id="18" creationId="{79CECE00-1942-6DF8-49EC-951DCEC21AF9}"/>
          </ac:spMkLst>
        </pc:spChg>
      </pc:sldChg>
      <pc:sldChg chg="addSp modSp add mod">
        <pc:chgData name="Marco Parenzan" userId="a83bbb23f3e251dc" providerId="LiveId" clId="{5D234868-AD62-4683-8D45-4D00F848BDE7}" dt="2026-09-25T15:10:22.908" v="872" actId="20577"/>
        <pc:sldMkLst>
          <pc:docMk/>
          <pc:sldMk cId="1618862316" sldId="339"/>
        </pc:sldMkLst>
        <pc:spChg chg="add mod">
          <ac:chgData name="Marco Parenzan" userId="a83bbb23f3e251dc" providerId="LiveId" clId="{5D234868-AD62-4683-8D45-4D00F848BDE7}" dt="2026-09-25T15:10:22.908" v="872" actId="20577"/>
          <ac:spMkLst>
            <pc:docMk/>
            <pc:sldMk cId="1618862316" sldId="339"/>
            <ac:spMk id="5" creationId="{D4AEB32C-021B-D450-4F67-A5A1933AB9D9}"/>
          </ac:spMkLst>
        </pc:spChg>
        <pc:spChg chg="mod">
          <ac:chgData name="Marco Parenzan" userId="a83bbb23f3e251dc" providerId="LiveId" clId="{5D234868-AD62-4683-8D45-4D00F848BDE7}" dt="2026-09-25T15:09:50.612" v="867" actId="20577"/>
          <ac:spMkLst>
            <pc:docMk/>
            <pc:sldMk cId="1618862316" sldId="339"/>
            <ac:spMk id="18" creationId="{C20415D5-90C0-9886-75A6-E06C9489B198}"/>
          </ac:spMkLst>
        </pc:spChg>
      </pc:sldChg>
      <pc:sldChg chg="addSp modSp new mod">
        <pc:chgData name="Marco Parenzan" userId="a83bbb23f3e251dc" providerId="LiveId" clId="{5D234868-AD62-4683-8D45-4D00F848BDE7}" dt="2026-09-25T15:17:54.949" v="1270" actId="1440"/>
        <pc:sldMkLst>
          <pc:docMk/>
          <pc:sldMk cId="528806118" sldId="340"/>
        </pc:sldMkLst>
        <pc:spChg chg="mod">
          <ac:chgData name="Marco Parenzan" userId="a83bbb23f3e251dc" providerId="LiveId" clId="{5D234868-AD62-4683-8D45-4D00F848BDE7}" dt="2026-09-25T15:15:02.387" v="1222" actId="20577"/>
          <ac:spMkLst>
            <pc:docMk/>
            <pc:sldMk cId="528806118" sldId="340"/>
            <ac:spMk id="2" creationId="{B0EC3249-A2CB-E735-8562-927F4AA7B49B}"/>
          </ac:spMkLst>
        </pc:spChg>
        <pc:spChg chg="mod">
          <ac:chgData name="Marco Parenzan" userId="a83bbb23f3e251dc" providerId="LiveId" clId="{5D234868-AD62-4683-8D45-4D00F848BDE7}" dt="2026-09-25T15:15:20.256" v="1260" actId="20577"/>
          <ac:spMkLst>
            <pc:docMk/>
            <pc:sldMk cId="528806118" sldId="340"/>
            <ac:spMk id="3" creationId="{F433AA36-8197-94D7-9781-30EF22F95308}"/>
          </ac:spMkLst>
        </pc:spChg>
        <pc:spChg chg="mod">
          <ac:chgData name="Marco Parenzan" userId="a83bbb23f3e251dc" providerId="LiveId" clId="{5D234868-AD62-4683-8D45-4D00F848BDE7}" dt="2026-09-25T15:15:18.784" v="1258" actId="27636"/>
          <ac:spMkLst>
            <pc:docMk/>
            <pc:sldMk cId="528806118" sldId="340"/>
            <ac:spMk id="4" creationId="{DC98763D-9F4B-4424-2AC9-715F87FFB0B8}"/>
          </ac:spMkLst>
        </pc:spChg>
        <pc:picChg chg="add mod">
          <ac:chgData name="Marco Parenzan" userId="a83bbb23f3e251dc" providerId="LiveId" clId="{5D234868-AD62-4683-8D45-4D00F848BDE7}" dt="2026-09-25T15:16:25.626" v="1264" actId="1440"/>
          <ac:picMkLst>
            <pc:docMk/>
            <pc:sldMk cId="528806118" sldId="340"/>
            <ac:picMk id="6" creationId="{4662F3B2-6557-F611-B118-33AC00C6F752}"/>
          </ac:picMkLst>
        </pc:picChg>
        <pc:picChg chg="add mod">
          <ac:chgData name="Marco Parenzan" userId="a83bbb23f3e251dc" providerId="LiveId" clId="{5D234868-AD62-4683-8D45-4D00F848BDE7}" dt="2026-09-25T15:17:54.949" v="1270" actId="1440"/>
          <ac:picMkLst>
            <pc:docMk/>
            <pc:sldMk cId="528806118" sldId="340"/>
            <ac:picMk id="8" creationId="{166F3E40-1A3E-052F-A0A3-CE07F0E7419A}"/>
          </ac:picMkLst>
        </pc:picChg>
      </pc:sldChg>
      <pc:sldChg chg="addSp delSp modSp new mod modClrScheme chgLayout">
        <pc:chgData name="Marco Parenzan" userId="a83bbb23f3e251dc" providerId="LiveId" clId="{5D234868-AD62-4683-8D45-4D00F848BDE7}" dt="2026-09-25T15:22:06.659" v="1509" actId="20577"/>
        <pc:sldMkLst>
          <pc:docMk/>
          <pc:sldMk cId="2135809447" sldId="341"/>
        </pc:sldMkLst>
        <pc:spChg chg="mod ord">
          <ac:chgData name="Marco Parenzan" userId="a83bbb23f3e251dc" providerId="LiveId" clId="{5D234868-AD62-4683-8D45-4D00F848BDE7}" dt="2026-09-25T15:21:08.700" v="1440" actId="6264"/>
          <ac:spMkLst>
            <pc:docMk/>
            <pc:sldMk cId="2135809447" sldId="341"/>
            <ac:spMk id="2" creationId="{52FB5219-D845-7ABF-9FE7-C628100B6A7F}"/>
          </ac:spMkLst>
        </pc:spChg>
        <pc:spChg chg="add mod">
          <ac:chgData name="Marco Parenzan" userId="a83bbb23f3e251dc" providerId="LiveId" clId="{5D234868-AD62-4683-8D45-4D00F848BDE7}" dt="2026-09-25T15:22:06.659" v="1509" actId="20577"/>
          <ac:spMkLst>
            <pc:docMk/>
            <pc:sldMk cId="2135809447" sldId="341"/>
            <ac:spMk id="5" creationId="{B1252833-BD77-0B70-26C4-14EE80FED265}"/>
          </ac:spMkLst>
        </pc:spChg>
      </pc:sldChg>
      <pc:sldChg chg="modSp add mod">
        <pc:chgData name="Marco Parenzan" userId="a83bbb23f3e251dc" providerId="LiveId" clId="{5D234868-AD62-4683-8D45-4D00F848BDE7}" dt="2026-09-25T15:23:31.688" v="1625" actId="20577"/>
        <pc:sldMkLst>
          <pc:docMk/>
          <pc:sldMk cId="4119745683" sldId="342"/>
        </pc:sldMkLst>
        <pc:spChg chg="mod">
          <ac:chgData name="Marco Parenzan" userId="a83bbb23f3e251dc" providerId="LiveId" clId="{5D234868-AD62-4683-8D45-4D00F848BDE7}" dt="2026-09-25T15:23:07.516" v="1583" actId="20577"/>
          <ac:spMkLst>
            <pc:docMk/>
            <pc:sldMk cId="4119745683" sldId="342"/>
            <ac:spMk id="2" creationId="{5F8E4F50-4CAC-F23A-21D7-B261C02842D7}"/>
          </ac:spMkLst>
        </pc:spChg>
        <pc:spChg chg="mod">
          <ac:chgData name="Marco Parenzan" userId="a83bbb23f3e251dc" providerId="LiveId" clId="{5D234868-AD62-4683-8D45-4D00F848BDE7}" dt="2026-09-25T15:23:31.688" v="1625" actId="20577"/>
          <ac:spMkLst>
            <pc:docMk/>
            <pc:sldMk cId="4119745683" sldId="342"/>
            <ac:spMk id="5" creationId="{C55D17B6-2B62-4546-9F41-EB46C0BCDE9A}"/>
          </ac:spMkLst>
        </pc:spChg>
      </pc:sldChg>
      <pc:sldMasterChg chg="add del addSldLayout delSldLayout">
        <pc:chgData name="Marco Parenzan" userId="a83bbb23f3e251dc" providerId="LiveId" clId="{5D234868-AD62-4683-8D45-4D00F848BDE7}" dt="2026-09-04T19:51:53.802" v="24" actId="47"/>
        <pc:sldMasterMkLst>
          <pc:docMk/>
          <pc:sldMasterMk cId="3901749198" sldId="2147483648"/>
        </pc:sldMasterMkLst>
        <pc:sldLayoutChg chg="add del">
          <pc:chgData name="Marco Parenzan" userId="a83bbb23f3e251dc" providerId="LiveId" clId="{5D234868-AD62-4683-8D45-4D00F848BDE7}" dt="2026-09-04T19:51:53.802" v="24" actId="47"/>
          <pc:sldLayoutMkLst>
            <pc:docMk/>
            <pc:sldMasterMk cId="3901749198" sldId="2147483648"/>
            <pc:sldLayoutMk cId="2764430913" sldId="2147483650"/>
          </pc:sldLayoutMkLst>
        </pc:sldLayoutChg>
        <pc:sldLayoutChg chg="add del">
          <pc:chgData name="Marco Parenzan" userId="a83bbb23f3e251dc" providerId="LiveId" clId="{5D234868-AD62-4683-8D45-4D00F848BDE7}" dt="2026-09-04T19:51:53.802" v="24" actId="47"/>
          <pc:sldLayoutMkLst>
            <pc:docMk/>
            <pc:sldMasterMk cId="3901749198" sldId="2147483648"/>
            <pc:sldLayoutMk cId="1346344860" sldId="2147483652"/>
          </pc:sldLayoutMkLst>
        </pc:sldLayoutChg>
        <pc:sldLayoutChg chg="add del">
          <pc:chgData name="Marco Parenzan" userId="a83bbb23f3e251dc" providerId="LiveId" clId="{5D234868-AD62-4683-8D45-4D00F848BDE7}" dt="2026-09-04T19:51:53.802" v="24" actId="47"/>
          <pc:sldLayoutMkLst>
            <pc:docMk/>
            <pc:sldMasterMk cId="3901749198" sldId="2147483648"/>
            <pc:sldLayoutMk cId="1901098173" sldId="2147483654"/>
          </pc:sldLayoutMkLst>
        </pc:sldLayoutChg>
        <pc:sldLayoutChg chg="add del">
          <pc:chgData name="Marco Parenzan" userId="a83bbb23f3e251dc" providerId="LiveId" clId="{5D234868-AD62-4683-8D45-4D00F848BDE7}" dt="2026-09-04T19:51:53.802" v="24" actId="47"/>
          <pc:sldLayoutMkLst>
            <pc:docMk/>
            <pc:sldMasterMk cId="3901749198" sldId="2147483648"/>
            <pc:sldLayoutMk cId="2518360226" sldId="2147483655"/>
          </pc:sldLayoutMkLst>
        </pc:sldLayoutChg>
        <pc:sldLayoutChg chg="add del">
          <pc:chgData name="Marco Parenzan" userId="a83bbb23f3e251dc" providerId="LiveId" clId="{5D234868-AD62-4683-8D45-4D00F848BDE7}" dt="2026-09-04T19:51:53.802" v="24" actId="47"/>
          <pc:sldLayoutMkLst>
            <pc:docMk/>
            <pc:sldMasterMk cId="3901749198" sldId="2147483648"/>
            <pc:sldLayoutMk cId="4037332946" sldId="2147483663"/>
          </pc:sldLayoutMkLst>
        </pc:sldLayoutChg>
      </pc:sldMasterChg>
      <pc:sldMasterChg chg="delSldLayout">
        <pc:chgData name="Marco Parenzan" userId="a83bbb23f3e251dc" providerId="LiveId" clId="{5D234868-AD62-4683-8D45-4D00F848BDE7}" dt="2026-09-24T23:28:35.016" v="159" actId="47"/>
        <pc:sldMasterMkLst>
          <pc:docMk/>
          <pc:sldMasterMk cId="1642139397" sldId="2147483656"/>
        </pc:sldMasterMkLst>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04906A8-A64A-4494-0654-6895A20F3B4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Date Placeholder 2">
            <a:extLst>
              <a:ext uri="{FF2B5EF4-FFF2-40B4-BE49-F238E27FC236}">
                <a16:creationId xmlns:a16="http://schemas.microsoft.com/office/drawing/2014/main" id="{2C210FB0-5A8D-505A-6A75-706FE6E3002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C700839-1292-4A7E-9E68-CEF90B81A78E}" type="datetimeFigureOut">
              <a:rPr lang="it-IT" smtClean="0"/>
              <a:t>29/09/2026</a:t>
            </a:fld>
            <a:endParaRPr lang="it-IT"/>
          </a:p>
        </p:txBody>
      </p:sp>
      <p:sp>
        <p:nvSpPr>
          <p:cNvPr id="4" name="Footer Placeholder 3">
            <a:extLst>
              <a:ext uri="{FF2B5EF4-FFF2-40B4-BE49-F238E27FC236}">
                <a16:creationId xmlns:a16="http://schemas.microsoft.com/office/drawing/2014/main" id="{82A67259-E604-1FBB-58E3-3390C87E74D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5" name="Slide Number Placeholder 4">
            <a:extLst>
              <a:ext uri="{FF2B5EF4-FFF2-40B4-BE49-F238E27FC236}">
                <a16:creationId xmlns:a16="http://schemas.microsoft.com/office/drawing/2014/main" id="{8A83E895-B45D-3CDB-3D80-DC2507128CF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E2D8E80-87F9-43CA-8BD3-ADB72F74BE37}" type="slidenum">
              <a:rPr lang="it-IT" smtClean="0"/>
              <a:t>‹#›</a:t>
            </a:fld>
            <a:endParaRPr lang="it-IT"/>
          </a:p>
        </p:txBody>
      </p:sp>
    </p:spTree>
    <p:extLst>
      <p:ext uri="{BB962C8B-B14F-4D97-AF65-F5344CB8AC3E}">
        <p14:creationId xmlns:p14="http://schemas.microsoft.com/office/powerpoint/2010/main" val="22469233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C3B5CF-DA0B-438E-8A27-E3FD89AB337C}" type="datetimeFigureOut">
              <a:rPr lang="it-IT" smtClean="0"/>
              <a:t>29/09/2026</a:t>
            </a:fld>
            <a:endParaRPr lang="it-I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E8F410-3478-4909-BAFE-7996FBBC97CB}" type="slidenum">
              <a:rPr lang="it-IT" smtClean="0"/>
              <a:t>‹#›</a:t>
            </a:fld>
            <a:endParaRPr lang="it-IT"/>
          </a:p>
        </p:txBody>
      </p:sp>
    </p:spTree>
    <p:extLst>
      <p:ext uri="{BB962C8B-B14F-4D97-AF65-F5344CB8AC3E}">
        <p14:creationId xmlns:p14="http://schemas.microsoft.com/office/powerpoint/2010/main" val="4806657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Because manufacturing is not a standard product.</a:t>
            </a:r>
            <a:br>
              <a:rPr lang="it-IT" dirty="0"/>
            </a:br>
            <a:br>
              <a:rPr lang="it-IT" dirty="0"/>
            </a:br>
            <a:r>
              <a:rPr lang="it-IT" dirty="0"/>
              <a:t>A commercial MES already offers production tracking, quality, traceability, workflows and equipment integration. So why build?</a:t>
            </a:r>
            <a:br>
              <a:rPr lang="it-IT" dirty="0"/>
            </a:br>
            <a:br>
              <a:rPr lang="it-IT" dirty="0"/>
            </a:br>
            <a:r>
              <a:rPr lang="it-IT" dirty="0"/>
              <a:t>Not every process requires custom software. The real question is what to buy, what to build, and what to integrate, and getting it wrong shows up later, not now.</a:t>
            </a:r>
            <a:br>
              <a:rPr lang="it-IT" dirty="0"/>
            </a:br>
            <a:br>
              <a:rPr lang="it-IT" dirty="0"/>
            </a:br>
            <a:r>
              <a:rPr lang="it-IT" dirty="0"/>
              <a:t>𝗕𝘂𝘆 𝘄𝗵𝗲𝗻 𝘁𝗵𝗲 𝗰𝗮𝗽𝗮𝗯𝗶𝗹𝗶𝘁𝘆 𝗶𝘀 𝗺𝗮𝘁𝘂𝗿𝗲. Production tracking, standard quality workflows, traceability, common equipment integration. But the plant now moves at the vendor's pace, not its own. When the vendor pivots, cloud-only, a delayed release, a discontinued module, the plant absorbs that decision whether it agreed to it or not. By then, switching costs have already compounded. Data models, integrations, and trained workflows are built around a platform you no longer control.</a:t>
            </a:r>
            <a:br>
              <a:rPr lang="it-IT" dirty="0"/>
            </a:br>
            <a:br>
              <a:rPr lang="it-IT" dirty="0"/>
            </a:br>
            <a:r>
              <a:rPr lang="it-IT" dirty="0"/>
              <a:t>Control, then, becomes the point.</a:t>
            </a:r>
            <a:br>
              <a:rPr lang="it-IT" dirty="0"/>
            </a:br>
            <a:br>
              <a:rPr lang="it-IT" dirty="0"/>
            </a:br>
            <a:r>
              <a:rPr lang="it-IT" dirty="0"/>
              <a:t>𝗕𝘂𝗶𝗹𝗱 𝘄𝗵𝗲𝗻 𝘁𝗵𝗲 𝗰𝗮𝗽𝗮𝗯𝗶𝗹𝗶𝘁𝘆 𝗱𝗶𝗳𝗳𝗲𝗿𝗲𝗻𝘁𝗶𝗮𝘁𝗲𝘀. Unique processes, proprietary logic, orchestration that shapes competitive advantage. But the control you just won has a cost of its own. It is just as easy to digitize an approval chain that should have been eliminated as it is to build what the plant actually needs. Build without discipline, and you have digitized the past and called it flexibility, the very rigidity you were trying to escape.</a:t>
            </a:r>
            <a:br>
              <a:rPr lang="it-IT" dirty="0"/>
            </a:br>
            <a:r>
              <a:rPr lang="it-IT" dirty="0"/>
              <a:t>So you split the difference.</a:t>
            </a:r>
            <a:br>
              <a:rPr lang="it-IT" dirty="0"/>
            </a:br>
            <a:br>
              <a:rPr lang="it-IT" dirty="0"/>
            </a:br>
            <a:r>
              <a:rPr lang="it-IT" dirty="0"/>
              <a:t>𝗖𝗼𝗻𝘀𝗶𝗱𝗲𝗿 𝗕𝘂𝘆 + 𝗕𝘂𝗶𝗹𝗱 𝘄𝗵𝗲𝗻 𝗯𝗼𝘁𝗵 𝗺𝗮𝘁𝘁𝗲𝗿. A commercial core, custom extensions, integration holding it together. But this does not remove either risk, it inherits both. The core still belongs to someone else, and the extensions still have to survive every upgrade to it. There is no configuration that escapes dependency entirely, only one that decides where you carry it.</a:t>
            </a:r>
            <a:br>
              <a:rPr lang="it-IT" dirty="0"/>
            </a:br>
            <a:br>
              <a:rPr lang="it-IT" dirty="0"/>
            </a:br>
            <a:r>
              <a:rPr lang="it-IT" dirty="0"/>
              <a:t>Weigh functional fit against total cost. Weigh implementation time against your actual engineering capability. Ask not just what the solution does today, but what happens when it has to change.</a:t>
            </a:r>
            <a:br>
              <a:rPr lang="it-IT" dirty="0"/>
            </a:br>
            <a:br>
              <a:rPr lang="it-IT" dirty="0"/>
            </a:br>
            <a:r>
              <a:rPr lang="it-IT" dirty="0"/>
              <a:t>𝗕𝘂𝗶𝗹𝗱 𝘄𝗵𝗮𝘁 𝗱𝗶𝗳𝗳𝗲𝗿𝗲𝗻𝘁𝗶𝗮𝘁𝗲𝘀. 𝗕𝘂𝘆 𝘄𝗵𝗮𝘁 𝗶𝘀 𝗺𝗮𝘁𝘂𝗿𝗲. 𝗔𝗿𝗰𝗵𝗶𝘁𝗲𝗰𝘁 𝘄𝗵𝗮𝘁 𝗰𝗼𝗻𝗻𝗲𝗰𝘁𝘀.</a:t>
            </a:r>
            <a:br>
              <a:rPr lang="it-IT" dirty="0"/>
            </a:br>
            <a:br>
              <a:rPr lang="it-IT" dirty="0"/>
            </a:br>
            <a:r>
              <a:rPr lang="it-IT" dirty="0"/>
              <a:t>𝗘𝘃𝗲𝗿𝘆 𝗺𝗮𝗻𝘂𝗳𝗮𝗰𝘁𝘂𝗿𝗲𝗿 𝗺𝘂𝘀𝘁 𝗼𝘄𝗻 𝗶𝘁𝘀 𝗲𝘅𝗲𝗰𝘂𝘁𝗶𝗼𝗻 𝗺𝗼𝗱𝗲𝗹. 𝗕𝘂𝘁 𝗶𝘁 𝗱𝗼𝗲𝘀 𝗻𝗼𝘁 𝗻𝗲𝗲𝗱 𝘁𝗼 𝗼𝘄𝗻 𝗲𝘃𝗲𝗿𝘆 𝗹𝗶𝗻𝗲 𝗼𝗳 𝗰𝗼𝗱𝗲.</a:t>
            </a:r>
            <a:br>
              <a:rPr lang="it-IT" dirty="0"/>
            </a:br>
            <a:br>
              <a:rPr lang="it-IT" dirty="0"/>
            </a:br>
            <a:r>
              <a:rPr lang="it-IT" dirty="0"/>
              <a:t>How are you approaching MES? Build, buy, or Buy + Build, and what drove the decision?</a:t>
            </a:r>
          </a:p>
          <a:p>
            <a:endParaRPr lang="it-IT" dirty="0"/>
          </a:p>
        </p:txBody>
      </p:sp>
      <p:sp>
        <p:nvSpPr>
          <p:cNvPr id="4" name="Slide Number Placeholder 3"/>
          <p:cNvSpPr>
            <a:spLocks noGrp="1"/>
          </p:cNvSpPr>
          <p:nvPr>
            <p:ph type="sldNum" sz="quarter" idx="5"/>
          </p:nvPr>
        </p:nvSpPr>
        <p:spPr/>
        <p:txBody>
          <a:bodyPr/>
          <a:lstStyle/>
          <a:p>
            <a:fld id="{6AE8F410-3478-4909-BAFE-7996FBBC97CB}" type="slidenum">
              <a:rPr lang="it-IT" smtClean="0"/>
              <a:t>5</a:t>
            </a:fld>
            <a:endParaRPr lang="it-IT"/>
          </a:p>
        </p:txBody>
      </p:sp>
    </p:spTree>
    <p:extLst>
      <p:ext uri="{BB962C8B-B14F-4D97-AF65-F5344CB8AC3E}">
        <p14:creationId xmlns:p14="http://schemas.microsoft.com/office/powerpoint/2010/main" val="11285173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t-IT" dirty="0"/>
          </a:p>
        </p:txBody>
      </p:sp>
      <p:sp>
        <p:nvSpPr>
          <p:cNvPr id="4" name="Slide Number Placeholder 3"/>
          <p:cNvSpPr>
            <a:spLocks noGrp="1"/>
          </p:cNvSpPr>
          <p:nvPr>
            <p:ph type="sldNum" sz="quarter" idx="5"/>
          </p:nvPr>
        </p:nvSpPr>
        <p:spPr/>
        <p:txBody>
          <a:bodyPr/>
          <a:lstStyle/>
          <a:p>
            <a:fld id="{CC5A70F7-0B3E-6B4B-87DD-80ED670BD24B}" type="slidenum">
              <a:rPr lang="it-IT" smtClean="0"/>
              <a:t>7</a:t>
            </a:fld>
            <a:endParaRPr lang="it-IT"/>
          </a:p>
        </p:txBody>
      </p:sp>
    </p:spTree>
    <p:extLst>
      <p:ext uri="{BB962C8B-B14F-4D97-AF65-F5344CB8AC3E}">
        <p14:creationId xmlns:p14="http://schemas.microsoft.com/office/powerpoint/2010/main" val="21327881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t-IT" dirty="0"/>
          </a:p>
        </p:txBody>
      </p:sp>
      <p:sp>
        <p:nvSpPr>
          <p:cNvPr id="4" name="Slide Number Placeholder 3"/>
          <p:cNvSpPr>
            <a:spLocks noGrp="1"/>
          </p:cNvSpPr>
          <p:nvPr>
            <p:ph type="sldNum" sz="quarter" idx="5"/>
          </p:nvPr>
        </p:nvSpPr>
        <p:spPr/>
        <p:txBody>
          <a:bodyPr/>
          <a:lstStyle/>
          <a:p>
            <a:fld id="{CC5A70F7-0B3E-6B4B-87DD-80ED670BD24B}" type="slidenum">
              <a:rPr lang="it-IT" smtClean="0"/>
              <a:t>10</a:t>
            </a:fld>
            <a:endParaRPr lang="it-IT"/>
          </a:p>
        </p:txBody>
      </p:sp>
    </p:spTree>
    <p:extLst>
      <p:ext uri="{BB962C8B-B14F-4D97-AF65-F5344CB8AC3E}">
        <p14:creationId xmlns:p14="http://schemas.microsoft.com/office/powerpoint/2010/main" val="17392393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t-IT" dirty="0"/>
          </a:p>
        </p:txBody>
      </p:sp>
      <p:sp>
        <p:nvSpPr>
          <p:cNvPr id="4" name="Slide Number Placeholder 3"/>
          <p:cNvSpPr>
            <a:spLocks noGrp="1"/>
          </p:cNvSpPr>
          <p:nvPr>
            <p:ph type="sldNum" sz="quarter" idx="5"/>
          </p:nvPr>
        </p:nvSpPr>
        <p:spPr/>
        <p:txBody>
          <a:bodyPr/>
          <a:lstStyle/>
          <a:p>
            <a:fld id="{CC5A70F7-0B3E-6B4B-87DD-80ED670BD24B}" type="slidenum">
              <a:rPr lang="it-IT" smtClean="0"/>
              <a:t>11</a:t>
            </a:fld>
            <a:endParaRPr lang="it-IT"/>
          </a:p>
        </p:txBody>
      </p:sp>
    </p:spTree>
    <p:extLst>
      <p:ext uri="{BB962C8B-B14F-4D97-AF65-F5344CB8AC3E}">
        <p14:creationId xmlns:p14="http://schemas.microsoft.com/office/powerpoint/2010/main" val="31721266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t-IT" dirty="0"/>
          </a:p>
        </p:txBody>
      </p:sp>
      <p:sp>
        <p:nvSpPr>
          <p:cNvPr id="4" name="Slide Number Placeholder 3"/>
          <p:cNvSpPr>
            <a:spLocks noGrp="1"/>
          </p:cNvSpPr>
          <p:nvPr>
            <p:ph type="sldNum" sz="quarter" idx="5"/>
          </p:nvPr>
        </p:nvSpPr>
        <p:spPr/>
        <p:txBody>
          <a:bodyPr/>
          <a:lstStyle/>
          <a:p>
            <a:fld id="{CC5A70F7-0B3E-6B4B-87DD-80ED670BD24B}" type="slidenum">
              <a:rPr lang="it-IT" smtClean="0"/>
              <a:t>17</a:t>
            </a:fld>
            <a:endParaRPr lang="it-IT"/>
          </a:p>
        </p:txBody>
      </p:sp>
    </p:spTree>
    <p:extLst>
      <p:ext uri="{BB962C8B-B14F-4D97-AF65-F5344CB8AC3E}">
        <p14:creationId xmlns:p14="http://schemas.microsoft.com/office/powerpoint/2010/main" val="34662994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t-IT" dirty="0"/>
          </a:p>
        </p:txBody>
      </p:sp>
      <p:sp>
        <p:nvSpPr>
          <p:cNvPr id="4" name="Slide Number Placeholder 3"/>
          <p:cNvSpPr>
            <a:spLocks noGrp="1"/>
          </p:cNvSpPr>
          <p:nvPr>
            <p:ph type="sldNum" sz="quarter" idx="5"/>
          </p:nvPr>
        </p:nvSpPr>
        <p:spPr/>
        <p:txBody>
          <a:bodyPr/>
          <a:lstStyle/>
          <a:p>
            <a:fld id="{CC5A70F7-0B3E-6B4B-87DD-80ED670BD24B}" type="slidenum">
              <a:rPr lang="it-IT" smtClean="0"/>
              <a:t>18</a:t>
            </a:fld>
            <a:endParaRPr lang="it-IT"/>
          </a:p>
        </p:txBody>
      </p:sp>
    </p:spTree>
    <p:extLst>
      <p:ext uri="{BB962C8B-B14F-4D97-AF65-F5344CB8AC3E}">
        <p14:creationId xmlns:p14="http://schemas.microsoft.com/office/powerpoint/2010/main" val="35934697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t-IT" dirty="0"/>
          </a:p>
        </p:txBody>
      </p:sp>
      <p:sp>
        <p:nvSpPr>
          <p:cNvPr id="4" name="Slide Number Placeholder 3"/>
          <p:cNvSpPr>
            <a:spLocks noGrp="1"/>
          </p:cNvSpPr>
          <p:nvPr>
            <p:ph type="sldNum" sz="quarter" idx="5"/>
          </p:nvPr>
        </p:nvSpPr>
        <p:spPr/>
        <p:txBody>
          <a:bodyPr/>
          <a:lstStyle/>
          <a:p>
            <a:fld id="{CC5A70F7-0B3E-6B4B-87DD-80ED670BD24B}" type="slidenum">
              <a:rPr lang="it-IT" smtClean="0"/>
              <a:t>19</a:t>
            </a:fld>
            <a:endParaRPr lang="it-IT"/>
          </a:p>
        </p:txBody>
      </p:sp>
    </p:spTree>
    <p:extLst>
      <p:ext uri="{BB962C8B-B14F-4D97-AF65-F5344CB8AC3E}">
        <p14:creationId xmlns:p14="http://schemas.microsoft.com/office/powerpoint/2010/main" val="14777937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t-IT" dirty="0"/>
          </a:p>
        </p:txBody>
      </p:sp>
      <p:sp>
        <p:nvSpPr>
          <p:cNvPr id="4" name="Slide Number Placeholder 3"/>
          <p:cNvSpPr>
            <a:spLocks noGrp="1"/>
          </p:cNvSpPr>
          <p:nvPr>
            <p:ph type="sldNum" sz="quarter" idx="5"/>
          </p:nvPr>
        </p:nvSpPr>
        <p:spPr/>
        <p:txBody>
          <a:bodyPr/>
          <a:lstStyle/>
          <a:p>
            <a:fld id="{CC5A70F7-0B3E-6B4B-87DD-80ED670BD24B}" type="slidenum">
              <a:rPr lang="it-IT" smtClean="0"/>
              <a:t>21</a:t>
            </a:fld>
            <a:endParaRPr lang="it-IT"/>
          </a:p>
        </p:txBody>
      </p:sp>
    </p:spTree>
    <p:extLst>
      <p:ext uri="{BB962C8B-B14F-4D97-AF65-F5344CB8AC3E}">
        <p14:creationId xmlns:p14="http://schemas.microsoft.com/office/powerpoint/2010/main" val="29096066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Tutti e tre gli strumenti usano Spectre.Console e sono dotnet global tool. Ontly: `ontly --version` mostra versione e timestamp di build, così non c'è mai dubbio su quale build gira; scripts/repack-local.ps1 ripulisce la cache NuGet e reimpacchetta tutto. RalfAI: ops/install-tool.ps1, globale o -Local. OPENPOINTS è il più sottovalutato: dice onestamente cosa non è ancora deciso, utile a chi riprende il progetto, umano o AI.</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PySharp definisce l'esperimento. Ontly definisce il contratto. Fabric conserva e contestualizza. Ralf conversa usando solo domande allow-listed ed evidenze.</a:t>
            </a:r>
          </a:p>
          <a:p>
            <a:endParaRPr/>
          </a:p>
          <a:p>
            <a:r>
              <a:t>Fonti: https://github.com/marcoparenzan/PySharp</a:t>
            </a:r>
          </a:p>
          <a:p>
            <a:r>
              <a:t>https://github.com/marcoparenzan/ontly</a:t>
            </a:r>
          </a:p>
          <a:p>
            <a:r>
              <a:t>https://github.com/marcoparenzan/RalfAI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 si chiede al copilot una risposta, gli si chiede un risultato. Per raggiungerlo si costruisce lo strumento, sempre come CLI, così lo si può rieseguire e comporre. I test li scrive lui, e sono la prova che il risultato è raggiunto. La documentazione nel repo è il punto fermo: ogni sessione riparte sapendo dove si è arrivati e cosa resta aperto.</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strade di generazione, stessa validazione: a design-time con il source generator (nulla scritto su disco) oppure da CLI con ontly build, usata per Python. Ontly.Domain non conosce nessun linguaggio: un nuovo target è un nuovo pacchetto che implementa ICodeGenerator. Il repo ha anche _rules.md, convenzioni per chiunque ci lavori, umano o agente.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Scelta deliberata rispetto a pythonnet o CSnakes: ospitare CPython sarebbe stato più veloce, ma il progetto sarebbe diventato un ponte verso una DLL nativa. Il console host è solo uno dei consumatori della libreria. ARCHITECTURE.md registra ogni decisione con il suo perché, per poterla rivedere quando la libreria verrà estratta come componente autonomo.</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messaggio chiave: con una base ben strutturata, costruirsi uno strumento proprio costa poco. Invece di piegare il proprio modo di lavorare a un tool generico, si costruisce il tool attorno al proprio metodo. AgentEngine è separato dalla UI, per questo esistono sia la CLI sia Studio. Aggiungere uno stack è un'implementazione di IAgentContext più una riga nel ContextRegistry.</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t-IT" dirty="0"/>
          </a:p>
        </p:txBody>
      </p:sp>
      <p:sp>
        <p:nvSpPr>
          <p:cNvPr id="4" name="Slide Number Placeholder 3"/>
          <p:cNvSpPr>
            <a:spLocks noGrp="1"/>
          </p:cNvSpPr>
          <p:nvPr>
            <p:ph type="sldNum" sz="quarter" idx="5"/>
          </p:nvPr>
        </p:nvSpPr>
        <p:spPr/>
        <p:txBody>
          <a:bodyPr/>
          <a:lstStyle/>
          <a:p>
            <a:fld id="{CC5A70F7-0B3E-6B4B-87DD-80ED670BD24B}" type="slidenum">
              <a:rPr lang="it-IT" smtClean="0"/>
              <a:t>32</a:t>
            </a:fld>
            <a:endParaRPr lang="it-IT"/>
          </a:p>
        </p:txBody>
      </p:sp>
    </p:spTree>
    <p:extLst>
      <p:ext uri="{BB962C8B-B14F-4D97-AF65-F5344CB8AC3E}">
        <p14:creationId xmlns:p14="http://schemas.microsoft.com/office/powerpoint/2010/main" val="35803916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t-IT" dirty="0"/>
          </a:p>
        </p:txBody>
      </p:sp>
      <p:sp>
        <p:nvSpPr>
          <p:cNvPr id="4" name="Slide Number Placeholder 3"/>
          <p:cNvSpPr>
            <a:spLocks noGrp="1"/>
          </p:cNvSpPr>
          <p:nvPr>
            <p:ph type="sldNum" sz="quarter" idx="5"/>
          </p:nvPr>
        </p:nvSpPr>
        <p:spPr/>
        <p:txBody>
          <a:bodyPr/>
          <a:lstStyle/>
          <a:p>
            <a:fld id="{CC5A70F7-0B3E-6B4B-87DD-80ED670BD24B}" type="slidenum">
              <a:rPr lang="it-IT" smtClean="0"/>
              <a:t>33</a:t>
            </a:fld>
            <a:endParaRPr lang="it-IT"/>
          </a:p>
        </p:txBody>
      </p:sp>
    </p:spTree>
    <p:extLst>
      <p:ext uri="{BB962C8B-B14F-4D97-AF65-F5344CB8AC3E}">
        <p14:creationId xmlns:p14="http://schemas.microsoft.com/office/powerpoint/2010/main" val="41284556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t-IT" dirty="0"/>
          </a:p>
        </p:txBody>
      </p:sp>
      <p:sp>
        <p:nvSpPr>
          <p:cNvPr id="4" name="Slide Number Placeholder 3"/>
          <p:cNvSpPr>
            <a:spLocks noGrp="1"/>
          </p:cNvSpPr>
          <p:nvPr>
            <p:ph type="sldNum" sz="quarter" idx="5"/>
          </p:nvPr>
        </p:nvSpPr>
        <p:spPr/>
        <p:txBody>
          <a:bodyPr/>
          <a:lstStyle/>
          <a:p>
            <a:fld id="{CC5A70F7-0B3E-6B4B-87DD-80ED670BD24B}" type="slidenum">
              <a:rPr lang="it-IT" smtClean="0"/>
              <a:t>37</a:t>
            </a:fld>
            <a:endParaRPr lang="it-IT"/>
          </a:p>
        </p:txBody>
      </p:sp>
    </p:spTree>
    <p:extLst>
      <p:ext uri="{BB962C8B-B14F-4D97-AF65-F5344CB8AC3E}">
        <p14:creationId xmlns:p14="http://schemas.microsoft.com/office/powerpoint/2010/main" val="10251485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C12A9-61A9-1C4B-3168-E16023AB18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B35EA9-AC71-44E1-4D78-270FFCDC73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2E5137-CD8A-480D-7FA9-B266AF45DAAB}"/>
              </a:ext>
            </a:extLst>
          </p:cNvPr>
          <p:cNvSpPr>
            <a:spLocks noGrp="1"/>
          </p:cNvSpPr>
          <p:nvPr>
            <p:ph type="body" idx="1"/>
          </p:nvPr>
        </p:nvSpPr>
        <p:spPr/>
        <p:txBody>
          <a:bodyPr/>
          <a:lstStyle/>
          <a:p>
            <a:endParaRPr lang="it-IT" dirty="0"/>
          </a:p>
        </p:txBody>
      </p:sp>
      <p:sp>
        <p:nvSpPr>
          <p:cNvPr id="4" name="Slide Number Placeholder 3">
            <a:extLst>
              <a:ext uri="{FF2B5EF4-FFF2-40B4-BE49-F238E27FC236}">
                <a16:creationId xmlns:a16="http://schemas.microsoft.com/office/drawing/2014/main" id="{9C9A97FC-86EA-8794-2B44-84EEEA4EEBF1}"/>
              </a:ext>
            </a:extLst>
          </p:cNvPr>
          <p:cNvSpPr>
            <a:spLocks noGrp="1"/>
          </p:cNvSpPr>
          <p:nvPr>
            <p:ph type="sldNum" sz="quarter" idx="5"/>
          </p:nvPr>
        </p:nvSpPr>
        <p:spPr/>
        <p:txBody>
          <a:bodyPr/>
          <a:lstStyle/>
          <a:p>
            <a:fld id="{CC5A70F7-0B3E-6B4B-87DD-80ED670BD24B}" type="slidenum">
              <a:rPr lang="it-IT" smtClean="0"/>
              <a:t>38</a:t>
            </a:fld>
            <a:endParaRPr lang="it-IT"/>
          </a:p>
        </p:txBody>
      </p:sp>
    </p:spTree>
    <p:extLst>
      <p:ext uri="{BB962C8B-B14F-4D97-AF65-F5344CB8AC3E}">
        <p14:creationId xmlns:p14="http://schemas.microsoft.com/office/powerpoint/2010/main" val="15603750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51C2F-4D1A-EE9C-02AB-E7BC0EB4CB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50C2AB-FADE-F4A4-6E7A-B0486BAB64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3F7C9D-2760-1F1A-5FF7-B34037869591}"/>
              </a:ext>
            </a:extLst>
          </p:cNvPr>
          <p:cNvSpPr>
            <a:spLocks noGrp="1"/>
          </p:cNvSpPr>
          <p:nvPr>
            <p:ph type="body" idx="1"/>
          </p:nvPr>
        </p:nvSpPr>
        <p:spPr/>
        <p:txBody>
          <a:bodyPr/>
          <a:lstStyle/>
          <a:p>
            <a:endParaRPr lang="it-IT" dirty="0"/>
          </a:p>
        </p:txBody>
      </p:sp>
      <p:sp>
        <p:nvSpPr>
          <p:cNvPr id="4" name="Slide Number Placeholder 3">
            <a:extLst>
              <a:ext uri="{FF2B5EF4-FFF2-40B4-BE49-F238E27FC236}">
                <a16:creationId xmlns:a16="http://schemas.microsoft.com/office/drawing/2014/main" id="{2753A293-DCA7-502B-FD9B-C13C50DA9D98}"/>
              </a:ext>
            </a:extLst>
          </p:cNvPr>
          <p:cNvSpPr>
            <a:spLocks noGrp="1"/>
          </p:cNvSpPr>
          <p:nvPr>
            <p:ph type="sldNum" sz="quarter" idx="5"/>
          </p:nvPr>
        </p:nvSpPr>
        <p:spPr/>
        <p:txBody>
          <a:bodyPr/>
          <a:lstStyle/>
          <a:p>
            <a:fld id="{CC5A70F7-0B3E-6B4B-87DD-80ED670BD24B}" type="slidenum">
              <a:rPr lang="it-IT" smtClean="0"/>
              <a:t>39</a:t>
            </a:fld>
            <a:endParaRPr lang="it-IT"/>
          </a:p>
        </p:txBody>
      </p:sp>
    </p:spTree>
    <p:extLst>
      <p:ext uri="{BB962C8B-B14F-4D97-AF65-F5344CB8AC3E}">
        <p14:creationId xmlns:p14="http://schemas.microsoft.com/office/powerpoint/2010/main" val="35032830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t-IT" dirty="0"/>
          </a:p>
        </p:txBody>
      </p:sp>
      <p:sp>
        <p:nvSpPr>
          <p:cNvPr id="4" name="Slide Number Placeholder 3"/>
          <p:cNvSpPr>
            <a:spLocks noGrp="1"/>
          </p:cNvSpPr>
          <p:nvPr>
            <p:ph type="sldNum" sz="quarter" idx="5"/>
          </p:nvPr>
        </p:nvSpPr>
        <p:spPr/>
        <p:txBody>
          <a:bodyPr/>
          <a:lstStyle/>
          <a:p>
            <a:fld id="{CC5A70F7-0B3E-6B4B-87DD-80ED670BD24B}" type="slidenum">
              <a:rPr lang="it-IT" smtClean="0"/>
              <a:t>41</a:t>
            </a:fld>
            <a:endParaRPr lang="it-IT"/>
          </a:p>
        </p:txBody>
      </p:sp>
    </p:spTree>
    <p:extLst>
      <p:ext uri="{BB962C8B-B14F-4D97-AF65-F5344CB8AC3E}">
        <p14:creationId xmlns:p14="http://schemas.microsoft.com/office/powerpoint/2010/main" val="3831133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697AE-DF77-9D90-4FBB-0DC36FC273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86D82C-AFBF-5D70-DD8D-B5D965F882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6CA931-BA19-290A-FA57-D7EB3E4778C4}"/>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C964D93E-BE42-951E-F2FB-F100F5115D6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9365655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A332998-FE20-AD9F-C8B7-B122948EA76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501698" y="-426973"/>
            <a:ext cx="5188604" cy="3459070"/>
          </a:xfrm>
          <a:prstGeom prst="rect">
            <a:avLst/>
          </a:prstGeom>
        </p:spPr>
      </p:pic>
      <p:sp>
        <p:nvSpPr>
          <p:cNvPr id="2" name="Title 1">
            <a:extLst>
              <a:ext uri="{FF2B5EF4-FFF2-40B4-BE49-F238E27FC236}">
                <a16:creationId xmlns:a16="http://schemas.microsoft.com/office/drawing/2014/main" id="{9FD9DD61-3B4B-791E-A288-1D4E098CF426}"/>
              </a:ext>
            </a:extLst>
          </p:cNvPr>
          <p:cNvSpPr>
            <a:spLocks noGrp="1"/>
          </p:cNvSpPr>
          <p:nvPr>
            <p:ph type="ctrTitle"/>
          </p:nvPr>
        </p:nvSpPr>
        <p:spPr>
          <a:xfrm>
            <a:off x="158974" y="2569514"/>
            <a:ext cx="11841348" cy="1522768"/>
          </a:xfrm>
          <a:prstGeom prst="rect">
            <a:avLst/>
          </a:prstGeom>
        </p:spPr>
        <p:txBody>
          <a:bodyPr anchor="b"/>
          <a:lstStyle>
            <a:lvl1pPr algn="ctr">
              <a:defRPr sz="6000">
                <a:solidFill>
                  <a:schemeClr val="bg1"/>
                </a:solidFill>
              </a:defRPr>
            </a:lvl1pPr>
          </a:lstStyle>
          <a:p>
            <a:r>
              <a:rPr lang="en-US"/>
              <a:t>Click to edit Master title style</a:t>
            </a:r>
            <a:endParaRPr lang="it-IT"/>
          </a:p>
        </p:txBody>
      </p:sp>
      <p:sp>
        <p:nvSpPr>
          <p:cNvPr id="3" name="Subtitle 2">
            <a:extLst>
              <a:ext uri="{FF2B5EF4-FFF2-40B4-BE49-F238E27FC236}">
                <a16:creationId xmlns:a16="http://schemas.microsoft.com/office/drawing/2014/main" id="{C74F4FCB-C4EB-FA0D-F4B2-D33F1CFB1655}"/>
              </a:ext>
            </a:extLst>
          </p:cNvPr>
          <p:cNvSpPr>
            <a:spLocks noGrp="1"/>
          </p:cNvSpPr>
          <p:nvPr>
            <p:ph type="subTitle" idx="1"/>
          </p:nvPr>
        </p:nvSpPr>
        <p:spPr>
          <a:xfrm>
            <a:off x="158974" y="4211426"/>
            <a:ext cx="11841348" cy="733610"/>
          </a:xfrm>
          <a:prstGeom prst="rect">
            <a:avLst/>
          </a:prstGeo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it-IT"/>
          </a:p>
        </p:txBody>
      </p:sp>
      <p:pic>
        <p:nvPicPr>
          <p:cNvPr id="4" name="Picture 3">
            <a:extLst>
              <a:ext uri="{FF2B5EF4-FFF2-40B4-BE49-F238E27FC236}">
                <a16:creationId xmlns:a16="http://schemas.microsoft.com/office/drawing/2014/main" id="{985113A5-DD14-41C6-D0CF-7E0455CED303}"/>
              </a:ext>
            </a:extLst>
          </p:cNvPr>
          <p:cNvPicPr>
            <a:picLocks noChangeAspect="1"/>
          </p:cNvPicPr>
          <p:nvPr userDrawn="1"/>
        </p:nvPicPr>
        <p:blipFill>
          <a:blip r:embed="rId3"/>
          <a:stretch>
            <a:fillRect/>
          </a:stretch>
        </p:blipFill>
        <p:spPr>
          <a:xfrm>
            <a:off x="158974" y="5768964"/>
            <a:ext cx="2195378" cy="831502"/>
          </a:xfrm>
          <a:prstGeom prst="rect">
            <a:avLst/>
          </a:prstGeom>
        </p:spPr>
      </p:pic>
      <p:pic>
        <p:nvPicPr>
          <p:cNvPr id="7" name="Picture 6">
            <a:extLst>
              <a:ext uri="{FF2B5EF4-FFF2-40B4-BE49-F238E27FC236}">
                <a16:creationId xmlns:a16="http://schemas.microsoft.com/office/drawing/2014/main" id="{BBE21080-2E0C-87CC-621B-229CF116B65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744505" y="5898410"/>
            <a:ext cx="3662682" cy="959590"/>
          </a:xfrm>
          <a:prstGeom prst="rect">
            <a:avLst/>
          </a:prstGeom>
        </p:spPr>
      </p:pic>
      <p:pic>
        <p:nvPicPr>
          <p:cNvPr id="9" name="Picture 2" descr="Deutsch">
            <a:extLst>
              <a:ext uri="{FF2B5EF4-FFF2-40B4-BE49-F238E27FC236}">
                <a16:creationId xmlns:a16="http://schemas.microsoft.com/office/drawing/2014/main" id="{2CAAEFDA-1DD6-4A29-1688-306BAE7BEB73}"/>
              </a:ext>
            </a:extLst>
          </p:cNvPr>
          <p:cNvPicPr>
            <a:picLocks noChangeAspect="1" noChangeArrowheads="1"/>
          </p:cNvPicPr>
          <p:nvPr userDrawn="1"/>
        </p:nvPicPr>
        <p:blipFill rotWithShape="1">
          <a:blip r:embed="rId5">
            <a:extLst>
              <a:ext uri="{28A0092B-C50C-407E-A947-70E740481C1C}">
                <a14:useLocalDpi xmlns:a14="http://schemas.microsoft.com/office/drawing/2010/main" val="0"/>
              </a:ext>
            </a:extLst>
          </a:blip>
          <a:srcRect l="9642" r="11546"/>
          <a:stretch/>
        </p:blipFill>
        <p:spPr bwMode="auto">
          <a:xfrm>
            <a:off x="4067760" y="5714920"/>
            <a:ext cx="2185816" cy="1155616"/>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B564FF1B-4407-88CF-4098-02DBF5337954}"/>
              </a:ext>
            </a:extLst>
          </p:cNvPr>
          <p:cNvPicPr>
            <a:picLocks noChangeAspect="1"/>
          </p:cNvPicPr>
          <p:nvPr userDrawn="1"/>
        </p:nvPicPr>
        <p:blipFill>
          <a:blip r:embed="rId6"/>
          <a:srcRect l="27280" t="23642" r="27655" b="39536"/>
          <a:stretch>
            <a:fillRect/>
          </a:stretch>
        </p:blipFill>
        <p:spPr>
          <a:xfrm>
            <a:off x="6951216" y="1827120"/>
            <a:ext cx="1313895" cy="512895"/>
          </a:xfrm>
          <a:prstGeom prst="rect">
            <a:avLst/>
          </a:prstGeom>
        </p:spPr>
      </p:pic>
      <p:pic>
        <p:nvPicPr>
          <p:cNvPr id="8" name="Picture 7">
            <a:extLst>
              <a:ext uri="{FF2B5EF4-FFF2-40B4-BE49-F238E27FC236}">
                <a16:creationId xmlns:a16="http://schemas.microsoft.com/office/drawing/2014/main" id="{F6B07E5B-AB6C-E168-2EAE-06637910F525}"/>
              </a:ext>
            </a:extLst>
          </p:cNvPr>
          <p:cNvPicPr>
            <a:picLocks noChangeAspect="1"/>
          </p:cNvPicPr>
          <p:nvPr userDrawn="1"/>
        </p:nvPicPr>
        <p:blipFill>
          <a:blip r:embed="rId7"/>
          <a:srcRect b="44560"/>
          <a:stretch>
            <a:fillRect/>
          </a:stretch>
        </p:blipFill>
        <p:spPr>
          <a:xfrm>
            <a:off x="6606238" y="6184715"/>
            <a:ext cx="1785606" cy="386979"/>
          </a:xfrm>
          <a:prstGeom prst="rect">
            <a:avLst/>
          </a:prstGeom>
        </p:spPr>
      </p:pic>
    </p:spTree>
    <p:extLst>
      <p:ext uri="{BB962C8B-B14F-4D97-AF65-F5344CB8AC3E}">
        <p14:creationId xmlns:p14="http://schemas.microsoft.com/office/powerpoint/2010/main" val="14438262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D8A27-81CB-1DE6-67EB-65531BEAFD1D}"/>
              </a:ext>
            </a:extLst>
          </p:cNvPr>
          <p:cNvSpPr>
            <a:spLocks noGrp="1"/>
          </p:cNvSpPr>
          <p:nvPr>
            <p:ph type="title"/>
          </p:nvPr>
        </p:nvSpPr>
        <p:spPr>
          <a:xfrm>
            <a:off x="245924" y="2336365"/>
            <a:ext cx="11707264" cy="1583086"/>
          </a:xfrm>
          <a:prstGeom prst="rect">
            <a:avLst/>
          </a:prstGeom>
        </p:spPr>
        <p:txBody>
          <a:bodyPr anchor="b"/>
          <a:lstStyle>
            <a:lvl1pPr>
              <a:defRPr sz="6000">
                <a:solidFill>
                  <a:schemeClr val="bg1"/>
                </a:solidFill>
              </a:defRPr>
            </a:lvl1pPr>
          </a:lstStyle>
          <a:p>
            <a:r>
              <a:rPr lang="en-US"/>
              <a:t>Click to edit Master title style</a:t>
            </a:r>
            <a:endParaRPr lang="it-IT"/>
          </a:p>
        </p:txBody>
      </p:sp>
      <p:sp>
        <p:nvSpPr>
          <p:cNvPr id="3" name="Text Placeholder 2">
            <a:extLst>
              <a:ext uri="{FF2B5EF4-FFF2-40B4-BE49-F238E27FC236}">
                <a16:creationId xmlns:a16="http://schemas.microsoft.com/office/drawing/2014/main" id="{F4277E01-9328-162F-0D77-62F4E6BFA9CA}"/>
              </a:ext>
            </a:extLst>
          </p:cNvPr>
          <p:cNvSpPr>
            <a:spLocks noGrp="1"/>
          </p:cNvSpPr>
          <p:nvPr>
            <p:ph type="body" idx="1"/>
          </p:nvPr>
        </p:nvSpPr>
        <p:spPr>
          <a:xfrm>
            <a:off x="245924" y="4072380"/>
            <a:ext cx="11707264" cy="765163"/>
          </a:xfrm>
          <a:prstGeom prst="rect">
            <a:avLst/>
          </a:prstGeo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7" name="Picture 6">
            <a:extLst>
              <a:ext uri="{FF2B5EF4-FFF2-40B4-BE49-F238E27FC236}">
                <a16:creationId xmlns:a16="http://schemas.microsoft.com/office/drawing/2014/main" id="{72947206-C777-2051-39AD-501E59C93C3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425296" y="-256954"/>
            <a:ext cx="3341408" cy="2227606"/>
          </a:xfrm>
          <a:prstGeom prst="rect">
            <a:avLst/>
          </a:prstGeom>
        </p:spPr>
      </p:pic>
      <p:pic>
        <p:nvPicPr>
          <p:cNvPr id="8" name="Picture 7">
            <a:extLst>
              <a:ext uri="{FF2B5EF4-FFF2-40B4-BE49-F238E27FC236}">
                <a16:creationId xmlns:a16="http://schemas.microsoft.com/office/drawing/2014/main" id="{2A718420-8710-4E04-1D4C-7E6253734CE4}"/>
              </a:ext>
            </a:extLst>
          </p:cNvPr>
          <p:cNvPicPr>
            <a:picLocks noChangeAspect="1"/>
          </p:cNvPicPr>
          <p:nvPr userDrawn="1"/>
        </p:nvPicPr>
        <p:blipFill>
          <a:blip r:embed="rId3"/>
          <a:srcRect l="27280" t="23642" r="27655" b="39536"/>
          <a:stretch>
            <a:fillRect/>
          </a:stretch>
        </p:blipFill>
        <p:spPr>
          <a:xfrm>
            <a:off x="6665874" y="1162557"/>
            <a:ext cx="800738" cy="312578"/>
          </a:xfrm>
          <a:prstGeom prst="rect">
            <a:avLst/>
          </a:prstGeom>
        </p:spPr>
      </p:pic>
      <p:pic>
        <p:nvPicPr>
          <p:cNvPr id="9" name="Picture 8">
            <a:extLst>
              <a:ext uri="{FF2B5EF4-FFF2-40B4-BE49-F238E27FC236}">
                <a16:creationId xmlns:a16="http://schemas.microsoft.com/office/drawing/2014/main" id="{4CB40BAD-FAC7-7B5C-A2E6-100E0C6E7D2E}"/>
              </a:ext>
            </a:extLst>
          </p:cNvPr>
          <p:cNvPicPr>
            <a:picLocks noChangeAspect="1"/>
          </p:cNvPicPr>
          <p:nvPr userDrawn="1"/>
        </p:nvPicPr>
        <p:blipFill>
          <a:blip r:embed="rId4"/>
          <a:stretch>
            <a:fillRect/>
          </a:stretch>
        </p:blipFill>
        <p:spPr>
          <a:xfrm>
            <a:off x="158974" y="5768964"/>
            <a:ext cx="2195378" cy="831502"/>
          </a:xfrm>
          <a:prstGeom prst="rect">
            <a:avLst/>
          </a:prstGeom>
        </p:spPr>
      </p:pic>
      <p:pic>
        <p:nvPicPr>
          <p:cNvPr id="11" name="Picture 10">
            <a:extLst>
              <a:ext uri="{FF2B5EF4-FFF2-40B4-BE49-F238E27FC236}">
                <a16:creationId xmlns:a16="http://schemas.microsoft.com/office/drawing/2014/main" id="{2A5A3526-BFC2-FC5F-766D-E473F2631C20}"/>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8744505" y="5898410"/>
            <a:ext cx="3662682" cy="959590"/>
          </a:xfrm>
          <a:prstGeom prst="rect">
            <a:avLst/>
          </a:prstGeom>
        </p:spPr>
      </p:pic>
      <p:pic>
        <p:nvPicPr>
          <p:cNvPr id="13" name="Picture 2" descr="Deutsch">
            <a:extLst>
              <a:ext uri="{FF2B5EF4-FFF2-40B4-BE49-F238E27FC236}">
                <a16:creationId xmlns:a16="http://schemas.microsoft.com/office/drawing/2014/main" id="{1A31FBB9-95C1-26EA-714B-379B987CE9E9}"/>
              </a:ext>
            </a:extLst>
          </p:cNvPr>
          <p:cNvPicPr>
            <a:picLocks noChangeAspect="1" noChangeArrowheads="1"/>
          </p:cNvPicPr>
          <p:nvPr userDrawn="1"/>
        </p:nvPicPr>
        <p:blipFill rotWithShape="1">
          <a:blip r:embed="rId6">
            <a:extLst>
              <a:ext uri="{28A0092B-C50C-407E-A947-70E740481C1C}">
                <a14:useLocalDpi xmlns:a14="http://schemas.microsoft.com/office/drawing/2010/main" val="0"/>
              </a:ext>
            </a:extLst>
          </a:blip>
          <a:srcRect l="9642" r="11546"/>
          <a:stretch/>
        </p:blipFill>
        <p:spPr bwMode="auto">
          <a:xfrm>
            <a:off x="4067760" y="5714920"/>
            <a:ext cx="2185816" cy="1155616"/>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3D642E17-6FB4-0487-816C-B2DF9487B809}"/>
              </a:ext>
            </a:extLst>
          </p:cNvPr>
          <p:cNvPicPr>
            <a:picLocks noChangeAspect="1"/>
          </p:cNvPicPr>
          <p:nvPr userDrawn="1"/>
        </p:nvPicPr>
        <p:blipFill>
          <a:blip r:embed="rId7"/>
          <a:srcRect b="44560"/>
          <a:stretch>
            <a:fillRect/>
          </a:stretch>
        </p:blipFill>
        <p:spPr>
          <a:xfrm>
            <a:off x="6606238" y="6184715"/>
            <a:ext cx="1785606" cy="386979"/>
          </a:xfrm>
          <a:prstGeom prst="rect">
            <a:avLst/>
          </a:prstGeom>
        </p:spPr>
      </p:pic>
    </p:spTree>
    <p:extLst>
      <p:ext uri="{BB962C8B-B14F-4D97-AF65-F5344CB8AC3E}">
        <p14:creationId xmlns:p14="http://schemas.microsoft.com/office/powerpoint/2010/main" val="24780583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em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8A769-0733-E91B-A402-21DD319B4E9C}"/>
              </a:ext>
            </a:extLst>
          </p:cNvPr>
          <p:cNvSpPr>
            <a:spLocks noGrp="1"/>
          </p:cNvSpPr>
          <p:nvPr>
            <p:ph type="title" hasCustomPrompt="1"/>
          </p:nvPr>
        </p:nvSpPr>
        <p:spPr>
          <a:xfrm>
            <a:off x="881406" y="2891508"/>
            <a:ext cx="10515600" cy="1325563"/>
          </a:xfrm>
          <a:prstGeom prst="rect">
            <a:avLst/>
          </a:prstGeom>
        </p:spPr>
        <p:txBody>
          <a:bodyPr anchor="ctr"/>
          <a:lstStyle>
            <a:lvl1pPr algn="ctr">
              <a:defRPr sz="8000">
                <a:solidFill>
                  <a:schemeClr val="bg1"/>
                </a:solidFill>
              </a:defRPr>
            </a:lvl1pPr>
          </a:lstStyle>
          <a:p>
            <a:r>
              <a:rPr lang="en-US" dirty="0"/>
              <a:t>DEMO</a:t>
            </a:r>
            <a:endParaRPr lang="it-IT" dirty="0"/>
          </a:p>
        </p:txBody>
      </p:sp>
      <p:pic>
        <p:nvPicPr>
          <p:cNvPr id="5" name="Picture 4">
            <a:extLst>
              <a:ext uri="{FF2B5EF4-FFF2-40B4-BE49-F238E27FC236}">
                <a16:creationId xmlns:a16="http://schemas.microsoft.com/office/drawing/2014/main" id="{F9929FF4-8E52-4BE4-4128-D3CFE846C19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425296" y="-256954"/>
            <a:ext cx="3341408" cy="2227606"/>
          </a:xfrm>
          <a:prstGeom prst="rect">
            <a:avLst/>
          </a:prstGeom>
        </p:spPr>
      </p:pic>
      <p:pic>
        <p:nvPicPr>
          <p:cNvPr id="4" name="Picture 3">
            <a:extLst>
              <a:ext uri="{FF2B5EF4-FFF2-40B4-BE49-F238E27FC236}">
                <a16:creationId xmlns:a16="http://schemas.microsoft.com/office/drawing/2014/main" id="{5ECFF343-FC71-0874-141A-1219EBAC1019}"/>
              </a:ext>
            </a:extLst>
          </p:cNvPr>
          <p:cNvPicPr>
            <a:picLocks noChangeAspect="1"/>
          </p:cNvPicPr>
          <p:nvPr userDrawn="1"/>
        </p:nvPicPr>
        <p:blipFill>
          <a:blip r:embed="rId3"/>
          <a:srcRect l="27280" t="23642" r="27655" b="39536"/>
          <a:stretch>
            <a:fillRect/>
          </a:stretch>
        </p:blipFill>
        <p:spPr>
          <a:xfrm>
            <a:off x="6665874" y="1162557"/>
            <a:ext cx="800738" cy="312578"/>
          </a:xfrm>
          <a:prstGeom prst="rect">
            <a:avLst/>
          </a:prstGeom>
        </p:spPr>
      </p:pic>
      <p:pic>
        <p:nvPicPr>
          <p:cNvPr id="6" name="Picture 5">
            <a:extLst>
              <a:ext uri="{FF2B5EF4-FFF2-40B4-BE49-F238E27FC236}">
                <a16:creationId xmlns:a16="http://schemas.microsoft.com/office/drawing/2014/main" id="{97E59BEA-6962-B718-DA69-CB6353513035}"/>
              </a:ext>
            </a:extLst>
          </p:cNvPr>
          <p:cNvPicPr>
            <a:picLocks noChangeAspect="1"/>
          </p:cNvPicPr>
          <p:nvPr userDrawn="1"/>
        </p:nvPicPr>
        <p:blipFill>
          <a:blip r:embed="rId4"/>
          <a:stretch>
            <a:fillRect/>
          </a:stretch>
        </p:blipFill>
        <p:spPr>
          <a:xfrm>
            <a:off x="158974" y="5768964"/>
            <a:ext cx="2195378" cy="831502"/>
          </a:xfrm>
          <a:prstGeom prst="rect">
            <a:avLst/>
          </a:prstGeom>
        </p:spPr>
      </p:pic>
      <p:pic>
        <p:nvPicPr>
          <p:cNvPr id="10" name="Picture 9">
            <a:extLst>
              <a:ext uri="{FF2B5EF4-FFF2-40B4-BE49-F238E27FC236}">
                <a16:creationId xmlns:a16="http://schemas.microsoft.com/office/drawing/2014/main" id="{95A4788F-D708-EE0C-EA21-AFBF25B7CB55}"/>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8744505" y="5898410"/>
            <a:ext cx="3662682" cy="959590"/>
          </a:xfrm>
          <a:prstGeom prst="rect">
            <a:avLst/>
          </a:prstGeom>
        </p:spPr>
      </p:pic>
      <p:pic>
        <p:nvPicPr>
          <p:cNvPr id="12" name="Picture 2" descr="Deutsch">
            <a:extLst>
              <a:ext uri="{FF2B5EF4-FFF2-40B4-BE49-F238E27FC236}">
                <a16:creationId xmlns:a16="http://schemas.microsoft.com/office/drawing/2014/main" id="{7784792C-02ED-FEAB-248C-DCAC237B6374}"/>
              </a:ext>
            </a:extLst>
          </p:cNvPr>
          <p:cNvPicPr>
            <a:picLocks noChangeAspect="1" noChangeArrowheads="1"/>
          </p:cNvPicPr>
          <p:nvPr userDrawn="1"/>
        </p:nvPicPr>
        <p:blipFill rotWithShape="1">
          <a:blip r:embed="rId6">
            <a:extLst>
              <a:ext uri="{28A0092B-C50C-407E-A947-70E740481C1C}">
                <a14:useLocalDpi xmlns:a14="http://schemas.microsoft.com/office/drawing/2010/main" val="0"/>
              </a:ext>
            </a:extLst>
          </a:blip>
          <a:srcRect l="9642" r="11546"/>
          <a:stretch/>
        </p:blipFill>
        <p:spPr bwMode="auto">
          <a:xfrm>
            <a:off x="4067760" y="5714920"/>
            <a:ext cx="2185816" cy="1155616"/>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383BD2B7-3AD3-A11B-1B7A-59AC8ADB43E9}"/>
              </a:ext>
            </a:extLst>
          </p:cNvPr>
          <p:cNvPicPr>
            <a:picLocks noChangeAspect="1"/>
          </p:cNvPicPr>
          <p:nvPr userDrawn="1"/>
        </p:nvPicPr>
        <p:blipFill>
          <a:blip r:embed="rId7"/>
          <a:srcRect b="44560"/>
          <a:stretch>
            <a:fillRect/>
          </a:stretch>
        </p:blipFill>
        <p:spPr>
          <a:xfrm>
            <a:off x="6606238" y="6184715"/>
            <a:ext cx="1785606" cy="386979"/>
          </a:xfrm>
          <a:prstGeom prst="rect">
            <a:avLst/>
          </a:prstGeom>
        </p:spPr>
      </p:pic>
    </p:spTree>
    <p:extLst>
      <p:ext uri="{BB962C8B-B14F-4D97-AF65-F5344CB8AC3E}">
        <p14:creationId xmlns:p14="http://schemas.microsoft.com/office/powerpoint/2010/main" val="30445379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ponsor">
    <p:bg>
      <p:bgPr>
        <a:solidFill>
          <a:srgbClr val="2980B9"/>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093F780-3792-B716-DF8B-9B207C0219E3}"/>
              </a:ext>
            </a:extLst>
          </p:cNvPr>
          <p:cNvSpPr>
            <a:spLocks noGrp="1"/>
          </p:cNvSpPr>
          <p:nvPr>
            <p:ph type="title" hasCustomPrompt="1"/>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en-US" dirty="0"/>
              <a:t>SPONSOR</a:t>
            </a:r>
          </a:p>
        </p:txBody>
      </p:sp>
      <p:pic>
        <p:nvPicPr>
          <p:cNvPr id="3" name="Picture 2">
            <a:extLst>
              <a:ext uri="{FF2B5EF4-FFF2-40B4-BE49-F238E27FC236}">
                <a16:creationId xmlns:a16="http://schemas.microsoft.com/office/drawing/2014/main" id="{64E909C6-DF0D-DE15-8B93-92695214ECE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050680" y="3559717"/>
            <a:ext cx="2942997" cy="771039"/>
          </a:xfrm>
          <a:prstGeom prst="rect">
            <a:avLst/>
          </a:prstGeom>
        </p:spPr>
      </p:pic>
      <p:pic>
        <p:nvPicPr>
          <p:cNvPr id="6" name="Picture 2" descr="Deutsch">
            <a:extLst>
              <a:ext uri="{FF2B5EF4-FFF2-40B4-BE49-F238E27FC236}">
                <a16:creationId xmlns:a16="http://schemas.microsoft.com/office/drawing/2014/main" id="{963216CC-5A04-9AF1-8CD2-A6030DAA2D9E}"/>
              </a:ext>
            </a:extLst>
          </p:cNvPr>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l="9642" r="11546"/>
          <a:stretch/>
        </p:blipFill>
        <p:spPr bwMode="auto">
          <a:xfrm>
            <a:off x="1198323" y="3222650"/>
            <a:ext cx="2478065" cy="131012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E23C5F0A-A16B-1A40-47EF-E16B206B618F}"/>
              </a:ext>
            </a:extLst>
          </p:cNvPr>
          <p:cNvPicPr>
            <a:picLocks noChangeAspect="1"/>
          </p:cNvPicPr>
          <p:nvPr userDrawn="1"/>
        </p:nvPicPr>
        <p:blipFill>
          <a:blip r:embed="rId4"/>
          <a:srcRect b="44560"/>
          <a:stretch>
            <a:fillRect/>
          </a:stretch>
        </p:blipFill>
        <p:spPr>
          <a:xfrm>
            <a:off x="5121223" y="3751748"/>
            <a:ext cx="1785606" cy="386979"/>
          </a:xfrm>
          <a:prstGeom prst="rect">
            <a:avLst/>
          </a:prstGeom>
        </p:spPr>
      </p:pic>
    </p:spTree>
    <p:extLst>
      <p:ext uri="{BB962C8B-B14F-4D97-AF65-F5344CB8AC3E}">
        <p14:creationId xmlns:p14="http://schemas.microsoft.com/office/powerpoint/2010/main" val="26430647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Agenda">
    <p:spTree>
      <p:nvGrpSpPr>
        <p:cNvPr id="1" name=""/>
        <p:cNvGrpSpPr/>
        <p:nvPr/>
      </p:nvGrpSpPr>
      <p:grpSpPr>
        <a:xfrm>
          <a:off x="0" y="0"/>
          <a:ext cx="0" cy="0"/>
          <a:chOff x="0" y="0"/>
          <a:chExt cx="0" cy="0"/>
        </a:xfrm>
      </p:grpSpPr>
      <p:pic>
        <p:nvPicPr>
          <p:cNvPr id="3074" name="Picture 2" descr="13 mila immagini, foto stock e illustrazioni esenti da diritti d'autore a  tema Star trek | Shutterstock">
            <a:extLst>
              <a:ext uri="{FF2B5EF4-FFF2-40B4-BE49-F238E27FC236}">
                <a16:creationId xmlns:a16="http://schemas.microsoft.com/office/drawing/2014/main" id="{09369F5E-7296-9F0B-33AB-75F6ED039C1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1999" cy="5786034"/>
          </a:xfrm>
          <a:prstGeom prst="rect">
            <a:avLst/>
          </a:prstGeom>
          <a:noFill/>
          <a:extLst>
            <a:ext uri="{909E8E84-426E-40DD-AFC4-6F175D3DCCD1}">
              <a14:hiddenFill xmlns:a14="http://schemas.microsoft.com/office/drawing/2010/main">
                <a:solidFill>
                  <a:srgbClr val="FFFFFF"/>
                </a:solidFill>
              </a14:hiddenFill>
            </a:ext>
          </a:extLst>
        </p:spPr>
      </p:pic>
      <p:sp>
        <p:nvSpPr>
          <p:cNvPr id="20" name="Rettangolo 19">
            <a:extLst>
              <a:ext uri="{FF2B5EF4-FFF2-40B4-BE49-F238E27FC236}">
                <a16:creationId xmlns:a16="http://schemas.microsoft.com/office/drawing/2014/main" id="{51A9A6B3-4D7A-D5E0-FCE8-45188A8B4100}"/>
              </a:ext>
            </a:extLst>
          </p:cNvPr>
          <p:cNvSpPr/>
          <p:nvPr userDrawn="1"/>
        </p:nvSpPr>
        <p:spPr>
          <a:xfrm>
            <a:off x="0" y="2609131"/>
            <a:ext cx="12192000" cy="42488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rgbClr val="1D1D1A"/>
              </a:solidFill>
            </a:endParaRPr>
          </a:p>
        </p:txBody>
      </p:sp>
      <p:cxnSp>
        <p:nvCxnSpPr>
          <p:cNvPr id="22" name="Connettore 1 21">
            <a:extLst>
              <a:ext uri="{FF2B5EF4-FFF2-40B4-BE49-F238E27FC236}">
                <a16:creationId xmlns:a16="http://schemas.microsoft.com/office/drawing/2014/main" id="{8F5C51E3-C3D6-696D-29C3-918DFD428104}"/>
              </a:ext>
            </a:extLst>
          </p:cNvPr>
          <p:cNvCxnSpPr>
            <a:cxnSpLocks/>
          </p:cNvCxnSpPr>
          <p:nvPr userDrawn="1"/>
        </p:nvCxnSpPr>
        <p:spPr>
          <a:xfrm>
            <a:off x="497616" y="6351374"/>
            <a:ext cx="112165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CasellaDiTesto 22">
            <a:extLst>
              <a:ext uri="{FF2B5EF4-FFF2-40B4-BE49-F238E27FC236}">
                <a16:creationId xmlns:a16="http://schemas.microsoft.com/office/drawing/2014/main" id="{AECA5DAA-12C3-23B6-EC1D-31214EDD2A11}"/>
              </a:ext>
            </a:extLst>
          </p:cNvPr>
          <p:cNvSpPr txBox="1"/>
          <p:nvPr userDrawn="1"/>
        </p:nvSpPr>
        <p:spPr>
          <a:xfrm>
            <a:off x="497616" y="6399974"/>
            <a:ext cx="2418398" cy="246221"/>
          </a:xfrm>
          <a:prstGeom prst="rect">
            <a:avLst/>
          </a:prstGeom>
          <a:noFill/>
        </p:spPr>
        <p:txBody>
          <a:bodyPr wrap="square" lIns="0" tIns="0" rIns="0" bIns="0" rtlCol="0">
            <a:spAutoFit/>
          </a:bodyPr>
          <a:lstStyle/>
          <a:p>
            <a:r>
              <a:rPr lang="it-IT" sz="1600" kern="0" dirty="0">
                <a:solidFill>
                  <a:srgbClr val="000000"/>
                </a:solidFill>
                <a:effectLst/>
                <a:latin typeface="Aptos" panose="020B0004020202020204" pitchFamily="34" charset="0"/>
                <a:ea typeface="+mn-ea"/>
                <a:cs typeface="Times New Roman" panose="02020603050405020304" pitchFamily="18" charset="0"/>
              </a:rPr>
              <a:t>Be </a:t>
            </a:r>
            <a:r>
              <a:rPr lang="it-IT" sz="1600" kern="0" dirty="0" err="1">
                <a:solidFill>
                  <a:srgbClr val="000000"/>
                </a:solidFill>
                <a:effectLst/>
                <a:latin typeface="Aptos" panose="020B0004020202020204" pitchFamily="34" charset="0"/>
                <a:ea typeface="+mn-ea"/>
                <a:cs typeface="Times New Roman" panose="02020603050405020304" pitchFamily="18" charset="0"/>
              </a:rPr>
              <a:t>Connected</a:t>
            </a:r>
            <a:r>
              <a:rPr lang="it-IT" sz="1600" kern="0" dirty="0">
                <a:solidFill>
                  <a:srgbClr val="000000"/>
                </a:solidFill>
                <a:effectLst/>
                <a:latin typeface="Aptos" panose="020B0004020202020204" pitchFamily="34" charset="0"/>
                <a:ea typeface="+mn-ea"/>
                <a:cs typeface="Times New Roman" panose="02020603050405020304" pitchFamily="18" charset="0"/>
              </a:rPr>
              <a:t> Day 14</a:t>
            </a:r>
          </a:p>
        </p:txBody>
      </p:sp>
      <p:sp>
        <p:nvSpPr>
          <p:cNvPr id="24" name="CasellaDiTesto 23">
            <a:extLst>
              <a:ext uri="{FF2B5EF4-FFF2-40B4-BE49-F238E27FC236}">
                <a16:creationId xmlns:a16="http://schemas.microsoft.com/office/drawing/2014/main" id="{B493A3F2-0C92-0522-5E43-C6F8FB412D6F}"/>
              </a:ext>
            </a:extLst>
          </p:cNvPr>
          <p:cNvSpPr txBox="1"/>
          <p:nvPr userDrawn="1"/>
        </p:nvSpPr>
        <p:spPr>
          <a:xfrm>
            <a:off x="8303741" y="6399974"/>
            <a:ext cx="3410466" cy="246221"/>
          </a:xfrm>
          <a:prstGeom prst="rect">
            <a:avLst/>
          </a:prstGeom>
          <a:noFill/>
        </p:spPr>
        <p:txBody>
          <a:bodyPr wrap="square" lIns="0" tIns="0" rIns="0" bIns="0" rtlCol="0">
            <a:spAutoFit/>
          </a:bodyPr>
          <a:lstStyle/>
          <a:p>
            <a:pPr algn="r"/>
            <a:r>
              <a:rPr lang="it-IT" sz="1600" kern="0" dirty="0">
                <a:solidFill>
                  <a:srgbClr val="000000"/>
                </a:solidFill>
                <a:effectLst/>
                <a:latin typeface="Aptos" panose="020B0004020202020204" pitchFamily="34" charset="0"/>
                <a:cs typeface="Times New Roman" panose="02020603050405020304" pitchFamily="18" charset="0"/>
              </a:rPr>
              <a:t>#BECONNECTEDDAY </a:t>
            </a:r>
            <a:r>
              <a:rPr lang="it-IT" sz="1600" kern="0" dirty="0">
                <a:solidFill>
                  <a:srgbClr val="000000"/>
                </a:solidFill>
                <a:effectLst/>
                <a:latin typeface="Aptos" panose="020B0004020202020204" pitchFamily="34" charset="0"/>
                <a:ea typeface="Times New Roman" panose="02020603050405020304" pitchFamily="18" charset="0"/>
                <a:cs typeface="Times New Roman" panose="02020603050405020304" pitchFamily="18" charset="0"/>
              </a:rPr>
              <a:t>#BCD14</a:t>
            </a:r>
            <a:r>
              <a:rPr lang="it-IT" sz="1100" dirty="0">
                <a:effectLst/>
              </a:rPr>
              <a:t> </a:t>
            </a:r>
            <a:endParaRPr lang="it-IT" sz="1100" b="0" i="0" dirty="0">
              <a:solidFill>
                <a:schemeClr val="tx1"/>
              </a:solidFill>
              <a:latin typeface="Aptos" panose="020B0004020202020204" pitchFamily="34" charset="0"/>
              <a:cs typeface="Segoe UI" panose="020B0502040204020203" pitchFamily="34" charset="0"/>
            </a:endParaRPr>
          </a:p>
        </p:txBody>
      </p:sp>
      <p:sp>
        <p:nvSpPr>
          <p:cNvPr id="6" name="Titolo 36">
            <a:extLst>
              <a:ext uri="{FF2B5EF4-FFF2-40B4-BE49-F238E27FC236}">
                <a16:creationId xmlns:a16="http://schemas.microsoft.com/office/drawing/2014/main" id="{C4329F4C-3833-80E2-C7C6-F4AE8AB9173B}"/>
              </a:ext>
            </a:extLst>
          </p:cNvPr>
          <p:cNvSpPr txBox="1">
            <a:spLocks/>
          </p:cNvSpPr>
          <p:nvPr userDrawn="1"/>
        </p:nvSpPr>
        <p:spPr>
          <a:xfrm>
            <a:off x="497616" y="1853767"/>
            <a:ext cx="5474047" cy="755364"/>
          </a:xfrm>
          <a:prstGeom prst="rect">
            <a:avLst/>
          </a:prstGeom>
        </p:spPr>
        <p:txBody>
          <a:bodyPr vert="horz" lIns="0" tIns="0" rIns="0" bIns="0" rtlCol="0" anchor="b">
            <a:noAutofit/>
          </a:bodyPr>
          <a:lstStyle>
            <a:lvl1pPr algn="l" defTabSz="914400" rtl="0" eaLnBrk="1" latinLnBrk="0" hangingPunct="1">
              <a:lnSpc>
                <a:spcPct val="90000"/>
              </a:lnSpc>
              <a:spcBef>
                <a:spcPct val="0"/>
              </a:spcBef>
              <a:buNone/>
              <a:defRPr lang="it-IT" sz="3600" b="1" i="0" kern="1200">
                <a:solidFill>
                  <a:schemeClr val="bg1"/>
                </a:solidFill>
                <a:latin typeface="Aptos SemiBold" panose="020B0004020202020204" pitchFamily="34" charset="0"/>
                <a:ea typeface="+mn-ea"/>
                <a:cs typeface="Segoe UI Semibold" panose="020B0502040204020203" pitchFamily="34" charset="0"/>
              </a:defRPr>
            </a:lvl1pPr>
          </a:lstStyle>
          <a:p>
            <a:r>
              <a:rPr lang="it-IT" dirty="0"/>
              <a:t>Agenda</a:t>
            </a:r>
          </a:p>
        </p:txBody>
      </p:sp>
      <p:sp>
        <p:nvSpPr>
          <p:cNvPr id="14" name="Segnaposto testo 13">
            <a:extLst>
              <a:ext uri="{FF2B5EF4-FFF2-40B4-BE49-F238E27FC236}">
                <a16:creationId xmlns:a16="http://schemas.microsoft.com/office/drawing/2014/main" id="{0743D3D8-3382-0256-CA85-7CE0161D1523}"/>
              </a:ext>
            </a:extLst>
          </p:cNvPr>
          <p:cNvSpPr>
            <a:spLocks noGrp="1"/>
          </p:cNvSpPr>
          <p:nvPr>
            <p:ph type="body" sz="quarter" idx="11" hasCustomPrompt="1"/>
          </p:nvPr>
        </p:nvSpPr>
        <p:spPr>
          <a:xfrm>
            <a:off x="5008044" y="3189287"/>
            <a:ext cx="6706161" cy="2979737"/>
          </a:xfrm>
          <a:prstGeom prst="rect">
            <a:avLst/>
          </a:prstGeom>
        </p:spPr>
        <p:txBody>
          <a:bodyPr lIns="0" tIns="0" rIns="0" bIns="0"/>
          <a:lstStyle>
            <a:lvl1pPr>
              <a:spcBef>
                <a:spcPts val="1200"/>
              </a:spcBef>
              <a:defRPr sz="1800"/>
            </a:lvl1pPr>
          </a:lstStyle>
          <a:p>
            <a:pPr lvl="0"/>
            <a:r>
              <a:rPr lang="it-IT" b="0" i="0" u="none" strike="noStrike" dirty="0">
                <a:solidFill>
                  <a:srgbClr val="000000"/>
                </a:solidFill>
                <a:effectLst/>
                <a:latin typeface="-webkit-standard"/>
              </a:rPr>
              <a:t>09:00 - Testo</a:t>
            </a:r>
          </a:p>
        </p:txBody>
      </p:sp>
      <p:pic>
        <p:nvPicPr>
          <p:cNvPr id="2" name="Immagine 1">
            <a:extLst>
              <a:ext uri="{FF2B5EF4-FFF2-40B4-BE49-F238E27FC236}">
                <a16:creationId xmlns:a16="http://schemas.microsoft.com/office/drawing/2014/main" id="{88C3DDCB-2DDF-6275-FAEA-1548A016DAA0}"/>
              </a:ext>
            </a:extLst>
          </p:cNvPr>
          <p:cNvPicPr>
            <a:picLocks noChangeAspect="1"/>
          </p:cNvPicPr>
          <p:nvPr userDrawn="1"/>
        </p:nvPicPr>
        <p:blipFill>
          <a:blip r:embed="rId3"/>
          <a:stretch>
            <a:fillRect/>
          </a:stretch>
        </p:blipFill>
        <p:spPr>
          <a:xfrm>
            <a:off x="8941393" y="1663106"/>
            <a:ext cx="2752991" cy="1143191"/>
          </a:xfrm>
          <a:prstGeom prst="rect">
            <a:avLst/>
          </a:prstGeom>
        </p:spPr>
      </p:pic>
    </p:spTree>
    <p:extLst>
      <p:ext uri="{BB962C8B-B14F-4D97-AF65-F5344CB8AC3E}">
        <p14:creationId xmlns:p14="http://schemas.microsoft.com/office/powerpoint/2010/main" val="12183194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userDrawn="1">
  <p:cSld name="Sezione B">
    <p:bg>
      <p:bgPr>
        <a:solidFill>
          <a:srgbClr val="00080D"/>
        </a:solidFill>
        <a:effectLst/>
      </p:bgPr>
    </p:bg>
    <p:spTree>
      <p:nvGrpSpPr>
        <p:cNvPr id="1" name=""/>
        <p:cNvGrpSpPr/>
        <p:nvPr/>
      </p:nvGrpSpPr>
      <p:grpSpPr>
        <a:xfrm>
          <a:off x="0" y="0"/>
          <a:ext cx="0" cy="0"/>
          <a:chOff x="0" y="0"/>
          <a:chExt cx="0" cy="0"/>
        </a:xfrm>
      </p:grpSpPr>
      <p:sp>
        <p:nvSpPr>
          <p:cNvPr id="5" name="Titolo 3">
            <a:extLst>
              <a:ext uri="{FF2B5EF4-FFF2-40B4-BE49-F238E27FC236}">
                <a16:creationId xmlns:a16="http://schemas.microsoft.com/office/drawing/2014/main" id="{26950F09-7619-8848-E7BA-706BC2C9AAC9}"/>
              </a:ext>
            </a:extLst>
          </p:cNvPr>
          <p:cNvSpPr>
            <a:spLocks noGrp="1"/>
          </p:cNvSpPr>
          <p:nvPr>
            <p:ph type="title" hasCustomPrompt="1"/>
          </p:nvPr>
        </p:nvSpPr>
        <p:spPr>
          <a:xfrm>
            <a:off x="360696" y="1191816"/>
            <a:ext cx="11467409" cy="1379991"/>
          </a:xfrm>
          <a:prstGeom prst="rect">
            <a:avLst/>
          </a:prstGeom>
        </p:spPr>
        <p:txBody>
          <a:bodyPr lIns="0" tIns="0" rIns="0" bIns="0" anchor="b"/>
          <a:lstStyle>
            <a:lvl1pPr>
              <a:lnSpc>
                <a:spcPct val="80000"/>
              </a:lnSpc>
              <a:defRPr sz="4800" b="1" i="0">
                <a:solidFill>
                  <a:schemeClr val="bg1"/>
                </a:solidFill>
                <a:latin typeface="Aptos" panose="020B0004020202020204" pitchFamily="34" charset="0"/>
                <a:cs typeface="Arial" panose="020B0604020202020204" pitchFamily="34" charset="0"/>
              </a:defRPr>
            </a:lvl1pPr>
          </a:lstStyle>
          <a:p>
            <a:r>
              <a:rPr lang="it-IT" dirty="0"/>
              <a:t>TITOLO SEZIONE</a:t>
            </a:r>
          </a:p>
        </p:txBody>
      </p:sp>
      <p:sp>
        <p:nvSpPr>
          <p:cNvPr id="14" name="Segnaposto testo 11">
            <a:extLst>
              <a:ext uri="{FF2B5EF4-FFF2-40B4-BE49-F238E27FC236}">
                <a16:creationId xmlns:a16="http://schemas.microsoft.com/office/drawing/2014/main" id="{C0FAE79A-2B41-8B66-9C46-FE6864CE5CED}"/>
              </a:ext>
            </a:extLst>
          </p:cNvPr>
          <p:cNvSpPr>
            <a:spLocks noGrp="1"/>
          </p:cNvSpPr>
          <p:nvPr>
            <p:ph type="body" sz="quarter" idx="11" hasCustomPrompt="1"/>
          </p:nvPr>
        </p:nvSpPr>
        <p:spPr>
          <a:xfrm>
            <a:off x="360695" y="2683272"/>
            <a:ext cx="11467409" cy="465173"/>
          </a:xfrm>
          <a:prstGeom prst="rect">
            <a:avLst/>
          </a:prstGeom>
        </p:spPr>
        <p:txBody>
          <a:bodyPr lIns="0" tIns="0" rIns="0" bIns="0"/>
          <a:lstStyle>
            <a:lvl1pPr>
              <a:defRPr lang="it-IT" sz="1400" b="1" i="0" kern="1200" spc="200" dirty="0">
                <a:solidFill>
                  <a:schemeClr val="bg1"/>
                </a:solidFill>
                <a:latin typeface="Aptos" panose="020B0004020202020204" pitchFamily="34" charset="0"/>
                <a:ea typeface="+mn-ea"/>
                <a:cs typeface="Arial" panose="020B0604020202020204" pitchFamily="34" charset="0"/>
              </a:defRPr>
            </a:lvl1pPr>
          </a:lstStyle>
          <a:p>
            <a:r>
              <a:rPr lang="it-IT" dirty="0"/>
              <a:t>Inserisci eventuale sottotitolo</a:t>
            </a:r>
          </a:p>
        </p:txBody>
      </p:sp>
    </p:spTree>
    <p:extLst>
      <p:ext uri="{BB962C8B-B14F-4D97-AF65-F5344CB8AC3E}">
        <p14:creationId xmlns:p14="http://schemas.microsoft.com/office/powerpoint/2010/main" val="1343492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Slide B">
    <p:spTree>
      <p:nvGrpSpPr>
        <p:cNvPr id="1" name=""/>
        <p:cNvGrpSpPr/>
        <p:nvPr/>
      </p:nvGrpSpPr>
      <p:grpSpPr>
        <a:xfrm>
          <a:off x="0" y="0"/>
          <a:ext cx="0" cy="0"/>
          <a:chOff x="0" y="0"/>
          <a:chExt cx="0" cy="0"/>
        </a:xfrm>
      </p:grpSpPr>
      <p:sp>
        <p:nvSpPr>
          <p:cNvPr id="4" name="Titolo 3">
            <a:extLst>
              <a:ext uri="{FF2B5EF4-FFF2-40B4-BE49-F238E27FC236}">
                <a16:creationId xmlns:a16="http://schemas.microsoft.com/office/drawing/2014/main" id="{3021A07B-9A16-0D62-F217-D0C0BBDDA9B1}"/>
              </a:ext>
            </a:extLst>
          </p:cNvPr>
          <p:cNvSpPr>
            <a:spLocks noGrp="1"/>
          </p:cNvSpPr>
          <p:nvPr>
            <p:ph type="title"/>
          </p:nvPr>
        </p:nvSpPr>
        <p:spPr>
          <a:xfrm>
            <a:off x="497617" y="753097"/>
            <a:ext cx="8559886" cy="338400"/>
          </a:xfrm>
        </p:spPr>
        <p:txBody>
          <a:bodyPr/>
          <a:lstStyle/>
          <a:p>
            <a:r>
              <a:rPr lang="en-US"/>
              <a:t>Click to edit Master title style</a:t>
            </a:r>
            <a:endParaRPr lang="it-IT" dirty="0"/>
          </a:p>
        </p:txBody>
      </p:sp>
      <p:cxnSp>
        <p:nvCxnSpPr>
          <p:cNvPr id="6" name="Connettore 1 5">
            <a:extLst>
              <a:ext uri="{FF2B5EF4-FFF2-40B4-BE49-F238E27FC236}">
                <a16:creationId xmlns:a16="http://schemas.microsoft.com/office/drawing/2014/main" id="{21DECB58-C7C6-0600-5560-C1D3BEBCF0BD}"/>
              </a:ext>
            </a:extLst>
          </p:cNvPr>
          <p:cNvCxnSpPr>
            <a:cxnSpLocks/>
          </p:cNvCxnSpPr>
          <p:nvPr userDrawn="1"/>
        </p:nvCxnSpPr>
        <p:spPr>
          <a:xfrm>
            <a:off x="497616" y="6351374"/>
            <a:ext cx="112165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Segnaposto testo 7">
            <a:extLst>
              <a:ext uri="{FF2B5EF4-FFF2-40B4-BE49-F238E27FC236}">
                <a16:creationId xmlns:a16="http://schemas.microsoft.com/office/drawing/2014/main" id="{0FB83E5B-F31D-B74D-9023-64A46BD5A03E}"/>
              </a:ext>
            </a:extLst>
          </p:cNvPr>
          <p:cNvSpPr>
            <a:spLocks noGrp="1"/>
          </p:cNvSpPr>
          <p:nvPr>
            <p:ph type="body" sz="quarter" idx="15" hasCustomPrompt="1"/>
          </p:nvPr>
        </p:nvSpPr>
        <p:spPr>
          <a:xfrm>
            <a:off x="497616" y="1467401"/>
            <a:ext cx="11216589" cy="4772760"/>
          </a:xfrm>
          <a:prstGeom prst="rect">
            <a:avLst/>
          </a:prstGeom>
        </p:spPr>
        <p:txBody>
          <a:bodyPr lIns="0" tIns="0" rIns="0" bIns="0"/>
          <a:lstStyle>
            <a:lvl1pPr marL="0" indent="0" algn="l">
              <a:lnSpc>
                <a:spcPct val="110000"/>
              </a:lnSpc>
              <a:spcAft>
                <a:spcPts val="0"/>
              </a:spcAft>
              <a:buNone/>
              <a:defRPr sz="1600" b="0" i="0">
                <a:solidFill>
                  <a:schemeClr val="tx1"/>
                </a:solidFill>
                <a:latin typeface="Aptos" panose="020B0004020202020204" pitchFamily="34" charset="0"/>
                <a:cs typeface="Segoe UI Semilight" panose="020B0402040204020203" pitchFamily="34" charset="0"/>
              </a:defRPr>
            </a:lvl1pPr>
            <a:lvl2pPr marL="7938" indent="0" algn="l">
              <a:lnSpc>
                <a:spcPct val="110000"/>
              </a:lnSpc>
              <a:spcAft>
                <a:spcPts val="0"/>
              </a:spcAft>
              <a:buNone/>
              <a:tabLst/>
              <a:defRPr sz="1400" b="0" i="0">
                <a:solidFill>
                  <a:schemeClr val="tx1"/>
                </a:solidFill>
                <a:latin typeface="Aptos" panose="020B0004020202020204" pitchFamily="34" charset="0"/>
                <a:cs typeface="Segoe UI Semilight" panose="020B0402040204020203" pitchFamily="34" charset="0"/>
              </a:defRPr>
            </a:lvl2pPr>
            <a:lvl3pPr marL="914400" indent="0">
              <a:spcAft>
                <a:spcPts val="0"/>
              </a:spcAft>
              <a:buNone/>
              <a:defRPr sz="1400" b="0" i="0">
                <a:solidFill>
                  <a:schemeClr val="tx1"/>
                </a:solidFill>
                <a:latin typeface="Aptos" panose="020B0004020202020204" pitchFamily="34" charset="0"/>
                <a:cs typeface="Segoe UI Semilight" panose="020B0402040204020203" pitchFamily="34" charset="0"/>
              </a:defRPr>
            </a:lvl3pPr>
            <a:lvl4pPr marL="1371600" indent="0">
              <a:spcAft>
                <a:spcPts val="0"/>
              </a:spcAft>
              <a:buNone/>
              <a:defRPr sz="1400" b="0" i="0">
                <a:solidFill>
                  <a:schemeClr val="tx1"/>
                </a:solidFill>
                <a:latin typeface="Aptos" panose="020B0004020202020204" pitchFamily="34" charset="0"/>
                <a:cs typeface="Segoe UI Semilight" panose="020B0402040204020203" pitchFamily="34" charset="0"/>
              </a:defRPr>
            </a:lvl4pPr>
            <a:lvl5pPr marL="1828800" indent="0">
              <a:buNone/>
              <a:defRPr b="0" i="0">
                <a:solidFill>
                  <a:schemeClr val="tx1">
                    <a:lumMod val="85000"/>
                    <a:lumOff val="15000"/>
                  </a:schemeClr>
                </a:solidFill>
                <a:latin typeface="Segoe UI Semilight" panose="020B0402040204020203" pitchFamily="34" charset="0"/>
                <a:cs typeface="Segoe UI Semilight" panose="020B0402040204020203" pitchFamily="34" charset="0"/>
              </a:defRPr>
            </a:lvl5pPr>
          </a:lstStyle>
          <a:p>
            <a:pPr marL="0" marR="0" lvl="0" indent="0" algn="l" defTabSz="914400" rtl="0" eaLnBrk="1" fontAlgn="auto" latinLnBrk="0" hangingPunct="1">
              <a:lnSpc>
                <a:spcPct val="110000"/>
              </a:lnSpc>
              <a:spcBef>
                <a:spcPts val="1000"/>
              </a:spcBef>
              <a:spcAft>
                <a:spcPts val="1200"/>
              </a:spcAft>
              <a:buClrTx/>
              <a:buSzTx/>
              <a:buFont typeface="Arial" panose="020B0604020202020204" pitchFamily="34" charset="0"/>
              <a:buNone/>
              <a:tabLst/>
              <a:defRPr/>
            </a:pPr>
            <a:r>
              <a:rPr lang="it-IT" dirty="0" err="1"/>
              <a:t>Lorem</a:t>
            </a:r>
            <a:r>
              <a:rPr lang="it-IT" dirty="0"/>
              <a:t> </a:t>
            </a:r>
            <a:r>
              <a:rPr lang="it-IT" dirty="0" err="1"/>
              <a:t>ipsum</a:t>
            </a:r>
            <a:r>
              <a:rPr lang="it-IT" dirty="0"/>
              <a:t> dolor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commodo ligula </a:t>
            </a:r>
            <a:r>
              <a:rPr lang="it-IT" dirty="0" err="1"/>
              <a:t>eget</a:t>
            </a:r>
            <a:r>
              <a:rPr lang="it-IT" dirty="0"/>
              <a:t> dolor.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Donec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a:t>
            </a:r>
          </a:p>
          <a:p>
            <a:pPr marL="7938" marR="0" lvl="1" indent="0" algn="l" defTabSz="914400" rtl="0" eaLnBrk="1" fontAlgn="auto" latinLnBrk="0" hangingPunct="1">
              <a:lnSpc>
                <a:spcPct val="110000"/>
              </a:lnSpc>
              <a:spcBef>
                <a:spcPts val="500"/>
              </a:spcBef>
              <a:spcAft>
                <a:spcPts val="1200"/>
              </a:spcAft>
              <a:buClrTx/>
              <a:buSzTx/>
              <a:buFont typeface="Arial" panose="020B0604020202020204" pitchFamily="34" charset="0"/>
              <a:buNone/>
              <a:tabLst/>
              <a:defRPr/>
            </a:pPr>
            <a:r>
              <a:rPr lang="it-IT" dirty="0" err="1"/>
              <a:t>Lorem</a:t>
            </a:r>
            <a:r>
              <a:rPr lang="it-IT" dirty="0"/>
              <a:t> </a:t>
            </a:r>
            <a:r>
              <a:rPr lang="it-IT" dirty="0" err="1"/>
              <a:t>ipsum</a:t>
            </a:r>
            <a:r>
              <a:rPr lang="it-IT" dirty="0"/>
              <a:t> dolor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commodo ligula </a:t>
            </a:r>
            <a:r>
              <a:rPr lang="it-IT" dirty="0" err="1"/>
              <a:t>eget</a:t>
            </a:r>
            <a:r>
              <a:rPr lang="it-IT" dirty="0"/>
              <a:t> dolor. </a:t>
            </a:r>
            <a:r>
              <a:rPr lang="it-IT" dirty="0" err="1"/>
              <a:t>Aenean</a:t>
            </a:r>
            <a:r>
              <a:rPr lang="it-IT" dirty="0"/>
              <a:t> massa.</a:t>
            </a:r>
          </a:p>
          <a:p>
            <a:pPr marL="914400" marR="0" lvl="2" indent="0" algn="l" defTabSz="914400" rtl="0" eaLnBrk="1" fontAlgn="auto" latinLnBrk="0" hangingPunct="1">
              <a:lnSpc>
                <a:spcPct val="110000"/>
              </a:lnSpc>
              <a:spcBef>
                <a:spcPts val="500"/>
              </a:spcBef>
              <a:spcAft>
                <a:spcPts val="1200"/>
              </a:spcAft>
              <a:buClrTx/>
              <a:buSzTx/>
              <a:buFont typeface="Arial" panose="020B0604020202020204" pitchFamily="34" charset="0"/>
              <a:buNone/>
              <a:tabLst/>
              <a:defRPr/>
            </a:pP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a:t>
            </a:r>
          </a:p>
          <a:p>
            <a:pPr marL="1371600" marR="0" lvl="3" indent="0" algn="l" defTabSz="914400" rtl="0" eaLnBrk="1" fontAlgn="auto" latinLnBrk="0" hangingPunct="1">
              <a:lnSpc>
                <a:spcPct val="110000"/>
              </a:lnSpc>
              <a:spcBef>
                <a:spcPts val="500"/>
              </a:spcBef>
              <a:spcAft>
                <a:spcPts val="1200"/>
              </a:spcAft>
              <a:buClrTx/>
              <a:buSzTx/>
              <a:buFont typeface="Arial" panose="020B0604020202020204" pitchFamily="34" charset="0"/>
              <a:buNone/>
              <a:tabLst/>
              <a:defRPr/>
            </a:pPr>
            <a:r>
              <a:rPr lang="it-IT" dirty="0"/>
              <a:t>Donec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a:t>
            </a:r>
          </a:p>
        </p:txBody>
      </p:sp>
      <p:sp>
        <p:nvSpPr>
          <p:cNvPr id="16" name="CasellaDiTesto 15">
            <a:extLst>
              <a:ext uri="{FF2B5EF4-FFF2-40B4-BE49-F238E27FC236}">
                <a16:creationId xmlns:a16="http://schemas.microsoft.com/office/drawing/2014/main" id="{2653786D-7008-5711-4189-148DEDB6F2F5}"/>
              </a:ext>
            </a:extLst>
          </p:cNvPr>
          <p:cNvSpPr txBox="1"/>
          <p:nvPr userDrawn="1"/>
        </p:nvSpPr>
        <p:spPr>
          <a:xfrm>
            <a:off x="497616" y="6399974"/>
            <a:ext cx="2418398" cy="246221"/>
          </a:xfrm>
          <a:prstGeom prst="rect">
            <a:avLst/>
          </a:prstGeom>
          <a:noFill/>
        </p:spPr>
        <p:txBody>
          <a:bodyPr wrap="square" lIns="0" tIns="0" rIns="0" bIns="0" rtlCol="0">
            <a:spAutoFit/>
          </a:bodyPr>
          <a:lstStyle/>
          <a:p>
            <a:r>
              <a:rPr lang="it-IT" sz="1600" kern="0" dirty="0">
                <a:solidFill>
                  <a:srgbClr val="000000"/>
                </a:solidFill>
                <a:effectLst/>
                <a:latin typeface="Aptos" panose="020B0004020202020204" pitchFamily="34" charset="0"/>
                <a:ea typeface="+mn-ea"/>
                <a:cs typeface="Times New Roman" panose="02020603050405020304" pitchFamily="18" charset="0"/>
              </a:rPr>
              <a:t>Be </a:t>
            </a:r>
            <a:r>
              <a:rPr lang="it-IT" sz="1600" kern="0" dirty="0" err="1">
                <a:solidFill>
                  <a:srgbClr val="000000"/>
                </a:solidFill>
                <a:effectLst/>
                <a:latin typeface="Aptos" panose="020B0004020202020204" pitchFamily="34" charset="0"/>
                <a:ea typeface="+mn-ea"/>
                <a:cs typeface="Times New Roman" panose="02020603050405020304" pitchFamily="18" charset="0"/>
              </a:rPr>
              <a:t>Connected</a:t>
            </a:r>
            <a:r>
              <a:rPr lang="it-IT" sz="1600" kern="0" dirty="0">
                <a:solidFill>
                  <a:srgbClr val="000000"/>
                </a:solidFill>
                <a:effectLst/>
                <a:latin typeface="Aptos" panose="020B0004020202020204" pitchFamily="34" charset="0"/>
                <a:ea typeface="+mn-ea"/>
                <a:cs typeface="Times New Roman" panose="02020603050405020304" pitchFamily="18" charset="0"/>
              </a:rPr>
              <a:t> Day 14</a:t>
            </a:r>
          </a:p>
        </p:txBody>
      </p:sp>
      <p:sp>
        <p:nvSpPr>
          <p:cNvPr id="17" name="CasellaDiTesto 16">
            <a:extLst>
              <a:ext uri="{FF2B5EF4-FFF2-40B4-BE49-F238E27FC236}">
                <a16:creationId xmlns:a16="http://schemas.microsoft.com/office/drawing/2014/main" id="{6F95771D-8F8B-E17E-5F14-5AA855F52BA8}"/>
              </a:ext>
            </a:extLst>
          </p:cNvPr>
          <p:cNvSpPr txBox="1"/>
          <p:nvPr userDrawn="1"/>
        </p:nvSpPr>
        <p:spPr>
          <a:xfrm>
            <a:off x="8303741" y="6399974"/>
            <a:ext cx="3410466" cy="246221"/>
          </a:xfrm>
          <a:prstGeom prst="rect">
            <a:avLst/>
          </a:prstGeom>
          <a:noFill/>
        </p:spPr>
        <p:txBody>
          <a:bodyPr wrap="square" lIns="0" tIns="0" rIns="0" bIns="0" rtlCol="0">
            <a:spAutoFit/>
          </a:bodyPr>
          <a:lstStyle/>
          <a:p>
            <a:pPr algn="r"/>
            <a:r>
              <a:rPr lang="it-IT" sz="1600" kern="0" dirty="0">
                <a:solidFill>
                  <a:srgbClr val="000000"/>
                </a:solidFill>
                <a:effectLst/>
                <a:latin typeface="Aptos" panose="020B0004020202020204" pitchFamily="34" charset="0"/>
                <a:cs typeface="Times New Roman" panose="02020603050405020304" pitchFamily="18" charset="0"/>
              </a:rPr>
              <a:t>#BECONNECTEDDAY </a:t>
            </a:r>
            <a:r>
              <a:rPr lang="it-IT" sz="1600" kern="0" dirty="0">
                <a:solidFill>
                  <a:srgbClr val="000000"/>
                </a:solidFill>
                <a:effectLst/>
                <a:latin typeface="Aptos" panose="020B0004020202020204" pitchFamily="34" charset="0"/>
                <a:ea typeface="Times New Roman" panose="02020603050405020304" pitchFamily="18" charset="0"/>
                <a:cs typeface="Times New Roman" panose="02020603050405020304" pitchFamily="18" charset="0"/>
              </a:rPr>
              <a:t>#BCD14</a:t>
            </a:r>
            <a:r>
              <a:rPr lang="it-IT" sz="1100" dirty="0">
                <a:effectLst/>
              </a:rPr>
              <a:t> </a:t>
            </a:r>
            <a:endParaRPr lang="it-IT" sz="1100" b="0" i="0" dirty="0">
              <a:solidFill>
                <a:schemeClr val="tx1"/>
              </a:solidFill>
              <a:latin typeface="Aptos" panose="020B0004020202020204" pitchFamily="34" charset="0"/>
              <a:cs typeface="Segoe UI" panose="020B0502040204020203" pitchFamily="34" charset="0"/>
            </a:endParaRPr>
          </a:p>
        </p:txBody>
      </p:sp>
      <p:sp>
        <p:nvSpPr>
          <p:cNvPr id="19" name="Segnaposto testo 12">
            <a:extLst>
              <a:ext uri="{FF2B5EF4-FFF2-40B4-BE49-F238E27FC236}">
                <a16:creationId xmlns:a16="http://schemas.microsoft.com/office/drawing/2014/main" id="{2CB862AE-F331-0B07-DA95-41CE47689FE8}"/>
              </a:ext>
            </a:extLst>
          </p:cNvPr>
          <p:cNvSpPr>
            <a:spLocks noGrp="1"/>
          </p:cNvSpPr>
          <p:nvPr>
            <p:ph type="body" sz="quarter" idx="10" hasCustomPrompt="1"/>
          </p:nvPr>
        </p:nvSpPr>
        <p:spPr>
          <a:xfrm>
            <a:off x="497616" y="529753"/>
            <a:ext cx="1616117" cy="139395"/>
          </a:xfrm>
          <a:prstGeom prst="rect">
            <a:avLst/>
          </a:prstGeom>
        </p:spPr>
        <p:txBody>
          <a:bodyPr lIns="0" tIns="0" rIns="0" bIns="0"/>
          <a:lstStyle>
            <a:lvl1pPr>
              <a:defRPr lang="it-IT" sz="1000" b="1" i="0" kern="1200" spc="200" dirty="0">
                <a:solidFill>
                  <a:schemeClr val="accent1"/>
                </a:solidFill>
                <a:latin typeface="Aptos" panose="020B0004020202020204" pitchFamily="34" charset="0"/>
                <a:ea typeface="+mn-ea"/>
                <a:cs typeface="Segoe UI" panose="020B0502040204020203" pitchFamily="34" charset="0"/>
              </a:defRPr>
            </a:lvl1pPr>
          </a:lstStyle>
          <a:p>
            <a:r>
              <a:rPr lang="it-IT" dirty="0">
                <a:solidFill>
                  <a:schemeClr val="accent1"/>
                </a:solidFill>
              </a:rPr>
              <a:t>SECTION TITLE</a:t>
            </a:r>
          </a:p>
        </p:txBody>
      </p:sp>
    </p:spTree>
    <p:extLst>
      <p:ext uri="{BB962C8B-B14F-4D97-AF65-F5344CB8AC3E}">
        <p14:creationId xmlns:p14="http://schemas.microsoft.com/office/powerpoint/2010/main" val="4299527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Slide D">
    <p:spTree>
      <p:nvGrpSpPr>
        <p:cNvPr id="1" name=""/>
        <p:cNvGrpSpPr/>
        <p:nvPr/>
      </p:nvGrpSpPr>
      <p:grpSpPr>
        <a:xfrm>
          <a:off x="0" y="0"/>
          <a:ext cx="0" cy="0"/>
          <a:chOff x="0" y="0"/>
          <a:chExt cx="0" cy="0"/>
        </a:xfrm>
      </p:grpSpPr>
      <p:cxnSp>
        <p:nvCxnSpPr>
          <p:cNvPr id="5" name="Connettore 1 4">
            <a:extLst>
              <a:ext uri="{FF2B5EF4-FFF2-40B4-BE49-F238E27FC236}">
                <a16:creationId xmlns:a16="http://schemas.microsoft.com/office/drawing/2014/main" id="{752890E8-4BC6-E64D-2CEB-87D9D8E7BBB2}"/>
              </a:ext>
            </a:extLst>
          </p:cNvPr>
          <p:cNvCxnSpPr>
            <a:cxnSpLocks/>
          </p:cNvCxnSpPr>
          <p:nvPr userDrawn="1"/>
        </p:nvCxnSpPr>
        <p:spPr>
          <a:xfrm>
            <a:off x="497616" y="6351374"/>
            <a:ext cx="112165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itolo 3">
            <a:extLst>
              <a:ext uri="{FF2B5EF4-FFF2-40B4-BE49-F238E27FC236}">
                <a16:creationId xmlns:a16="http://schemas.microsoft.com/office/drawing/2014/main" id="{074877C8-2F3B-2EB2-0476-43B721BBB6D6}"/>
              </a:ext>
            </a:extLst>
          </p:cNvPr>
          <p:cNvSpPr>
            <a:spLocks noGrp="1"/>
          </p:cNvSpPr>
          <p:nvPr>
            <p:ph type="title"/>
          </p:nvPr>
        </p:nvSpPr>
        <p:spPr>
          <a:xfrm>
            <a:off x="497617" y="753097"/>
            <a:ext cx="8559886" cy="338400"/>
          </a:xfrm>
        </p:spPr>
        <p:txBody>
          <a:bodyPr/>
          <a:lstStyle/>
          <a:p>
            <a:r>
              <a:rPr lang="en-US"/>
              <a:t>Click to edit Master title style</a:t>
            </a:r>
            <a:endParaRPr lang="it-IT" dirty="0"/>
          </a:p>
        </p:txBody>
      </p:sp>
      <p:sp>
        <p:nvSpPr>
          <p:cNvPr id="10" name="CasellaDiTesto 9">
            <a:extLst>
              <a:ext uri="{FF2B5EF4-FFF2-40B4-BE49-F238E27FC236}">
                <a16:creationId xmlns:a16="http://schemas.microsoft.com/office/drawing/2014/main" id="{9AEF87EE-558C-F945-F0C1-0863B70AF20F}"/>
              </a:ext>
            </a:extLst>
          </p:cNvPr>
          <p:cNvSpPr txBox="1"/>
          <p:nvPr userDrawn="1"/>
        </p:nvSpPr>
        <p:spPr>
          <a:xfrm>
            <a:off x="497616" y="6399974"/>
            <a:ext cx="2418398" cy="246221"/>
          </a:xfrm>
          <a:prstGeom prst="rect">
            <a:avLst/>
          </a:prstGeom>
          <a:noFill/>
        </p:spPr>
        <p:txBody>
          <a:bodyPr wrap="square" lIns="0" tIns="0" rIns="0" bIns="0" rtlCol="0">
            <a:spAutoFit/>
          </a:bodyPr>
          <a:lstStyle/>
          <a:p>
            <a:r>
              <a:rPr lang="it-IT" sz="1600" kern="0" dirty="0">
                <a:solidFill>
                  <a:srgbClr val="000000"/>
                </a:solidFill>
                <a:effectLst/>
                <a:latin typeface="Aptos" panose="020B0004020202020204" pitchFamily="34" charset="0"/>
                <a:ea typeface="+mn-ea"/>
                <a:cs typeface="Times New Roman" panose="02020603050405020304" pitchFamily="18" charset="0"/>
              </a:rPr>
              <a:t>Be </a:t>
            </a:r>
            <a:r>
              <a:rPr lang="it-IT" sz="1600" kern="0" dirty="0" err="1">
                <a:solidFill>
                  <a:srgbClr val="000000"/>
                </a:solidFill>
                <a:effectLst/>
                <a:latin typeface="Aptos" panose="020B0004020202020204" pitchFamily="34" charset="0"/>
                <a:ea typeface="+mn-ea"/>
                <a:cs typeface="Times New Roman" panose="02020603050405020304" pitchFamily="18" charset="0"/>
              </a:rPr>
              <a:t>Connected</a:t>
            </a:r>
            <a:r>
              <a:rPr lang="it-IT" sz="1600" kern="0" dirty="0">
                <a:solidFill>
                  <a:srgbClr val="000000"/>
                </a:solidFill>
                <a:effectLst/>
                <a:latin typeface="Aptos" panose="020B0004020202020204" pitchFamily="34" charset="0"/>
                <a:ea typeface="+mn-ea"/>
                <a:cs typeface="Times New Roman" panose="02020603050405020304" pitchFamily="18" charset="0"/>
              </a:rPr>
              <a:t> Day 14</a:t>
            </a:r>
          </a:p>
        </p:txBody>
      </p:sp>
      <p:sp>
        <p:nvSpPr>
          <p:cNvPr id="11" name="CasellaDiTesto 10">
            <a:extLst>
              <a:ext uri="{FF2B5EF4-FFF2-40B4-BE49-F238E27FC236}">
                <a16:creationId xmlns:a16="http://schemas.microsoft.com/office/drawing/2014/main" id="{16FD3AD0-13F9-51FE-BAA1-A694843226FB}"/>
              </a:ext>
            </a:extLst>
          </p:cNvPr>
          <p:cNvSpPr txBox="1"/>
          <p:nvPr userDrawn="1"/>
        </p:nvSpPr>
        <p:spPr>
          <a:xfrm>
            <a:off x="8303741" y="6399974"/>
            <a:ext cx="3410466" cy="246221"/>
          </a:xfrm>
          <a:prstGeom prst="rect">
            <a:avLst/>
          </a:prstGeom>
          <a:noFill/>
        </p:spPr>
        <p:txBody>
          <a:bodyPr wrap="square" lIns="0" tIns="0" rIns="0" bIns="0" rtlCol="0">
            <a:spAutoFit/>
          </a:bodyPr>
          <a:lstStyle/>
          <a:p>
            <a:pPr algn="r"/>
            <a:r>
              <a:rPr lang="it-IT" sz="1600" kern="0" dirty="0">
                <a:solidFill>
                  <a:srgbClr val="000000"/>
                </a:solidFill>
                <a:effectLst/>
                <a:latin typeface="Aptos" panose="020B0004020202020204" pitchFamily="34" charset="0"/>
                <a:cs typeface="Times New Roman" panose="02020603050405020304" pitchFamily="18" charset="0"/>
              </a:rPr>
              <a:t>#BECONNECTEDDAY </a:t>
            </a:r>
            <a:r>
              <a:rPr lang="it-IT" sz="1600" kern="0" dirty="0">
                <a:solidFill>
                  <a:srgbClr val="000000"/>
                </a:solidFill>
                <a:effectLst/>
                <a:latin typeface="Aptos" panose="020B0004020202020204" pitchFamily="34" charset="0"/>
                <a:ea typeface="Times New Roman" panose="02020603050405020304" pitchFamily="18" charset="0"/>
                <a:cs typeface="Times New Roman" panose="02020603050405020304" pitchFamily="18" charset="0"/>
              </a:rPr>
              <a:t>#BCD14</a:t>
            </a:r>
            <a:r>
              <a:rPr lang="it-IT" sz="1100" dirty="0">
                <a:effectLst/>
              </a:rPr>
              <a:t> </a:t>
            </a:r>
            <a:endParaRPr lang="it-IT" sz="1100" b="0" i="0" dirty="0">
              <a:solidFill>
                <a:schemeClr val="tx1"/>
              </a:solidFill>
              <a:latin typeface="Aptos" panose="020B0004020202020204" pitchFamily="34" charset="0"/>
              <a:cs typeface="Segoe UI" panose="020B0502040204020203" pitchFamily="34" charset="0"/>
            </a:endParaRPr>
          </a:p>
        </p:txBody>
      </p:sp>
      <p:sp>
        <p:nvSpPr>
          <p:cNvPr id="15" name="Segnaposto testo 12">
            <a:extLst>
              <a:ext uri="{FF2B5EF4-FFF2-40B4-BE49-F238E27FC236}">
                <a16:creationId xmlns:a16="http://schemas.microsoft.com/office/drawing/2014/main" id="{5E461F8F-2A21-FD37-1818-E80EC166791D}"/>
              </a:ext>
            </a:extLst>
          </p:cNvPr>
          <p:cNvSpPr>
            <a:spLocks noGrp="1"/>
          </p:cNvSpPr>
          <p:nvPr>
            <p:ph type="body" sz="quarter" idx="10" hasCustomPrompt="1"/>
          </p:nvPr>
        </p:nvSpPr>
        <p:spPr>
          <a:xfrm>
            <a:off x="497616" y="529753"/>
            <a:ext cx="1616117" cy="139395"/>
          </a:xfrm>
          <a:prstGeom prst="rect">
            <a:avLst/>
          </a:prstGeom>
        </p:spPr>
        <p:txBody>
          <a:bodyPr lIns="0" tIns="0" rIns="0" bIns="0"/>
          <a:lstStyle>
            <a:lvl1pPr>
              <a:defRPr lang="it-IT" sz="1000" b="1" i="0" kern="1200" spc="200" dirty="0">
                <a:solidFill>
                  <a:schemeClr val="accent1"/>
                </a:solidFill>
                <a:latin typeface="Aptos" panose="020B0004020202020204" pitchFamily="34" charset="0"/>
                <a:ea typeface="+mn-ea"/>
                <a:cs typeface="Segoe UI" panose="020B0502040204020203" pitchFamily="34" charset="0"/>
              </a:defRPr>
            </a:lvl1pPr>
          </a:lstStyle>
          <a:p>
            <a:r>
              <a:rPr lang="it-IT" dirty="0">
                <a:solidFill>
                  <a:schemeClr val="accent1"/>
                </a:solidFill>
              </a:rPr>
              <a:t>SECTION TITLE</a:t>
            </a:r>
          </a:p>
        </p:txBody>
      </p:sp>
    </p:spTree>
    <p:extLst>
      <p:ext uri="{BB962C8B-B14F-4D97-AF65-F5344CB8AC3E}">
        <p14:creationId xmlns:p14="http://schemas.microsoft.com/office/powerpoint/2010/main" val="25180665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66053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16D2B-C7E7-AC57-698C-F37209A39C79}"/>
              </a:ext>
            </a:extLst>
          </p:cNvPr>
          <p:cNvSpPr>
            <a:spLocks noGrp="1"/>
          </p:cNvSpPr>
          <p:nvPr>
            <p:ph type="title"/>
          </p:nvPr>
        </p:nvSpPr>
        <p:spPr/>
        <p:txBody>
          <a:bodyPr/>
          <a:lstStyle>
            <a:lvl1pPr>
              <a:defRPr>
                <a:solidFill>
                  <a:srgbClr val="2980B9"/>
                </a:solidFill>
              </a:defRPr>
            </a:lvl1pPr>
          </a:lstStyle>
          <a:p>
            <a:r>
              <a:rPr lang="en-US"/>
              <a:t>Click to edit Master title style</a:t>
            </a:r>
            <a:endParaRPr lang="it-IT"/>
          </a:p>
        </p:txBody>
      </p:sp>
      <p:sp>
        <p:nvSpPr>
          <p:cNvPr id="3" name="Content Placeholder 2">
            <a:extLst>
              <a:ext uri="{FF2B5EF4-FFF2-40B4-BE49-F238E27FC236}">
                <a16:creationId xmlns:a16="http://schemas.microsoft.com/office/drawing/2014/main" id="{694552F5-BBAC-AE05-EB57-8B3ACC70F18C}"/>
              </a:ext>
            </a:extLst>
          </p:cNvPr>
          <p:cNvSpPr>
            <a:spLocks noGrp="1"/>
          </p:cNvSpPr>
          <p:nvPr>
            <p:ph idx="1"/>
          </p:nvPr>
        </p:nvSpPr>
        <p:spPr/>
        <p:txBody>
          <a:bodyPr/>
          <a:lstStyle>
            <a:lvl1pPr>
              <a:defRPr>
                <a:solidFill>
                  <a:srgbClr val="2980B9"/>
                </a:solidFill>
              </a:defRPr>
            </a:lvl1pPr>
            <a:lvl2pPr>
              <a:defRPr>
                <a:solidFill>
                  <a:srgbClr val="2980B9"/>
                </a:solidFill>
              </a:defRPr>
            </a:lvl2pPr>
            <a:lvl3pPr>
              <a:defRPr>
                <a:solidFill>
                  <a:srgbClr val="2980B9"/>
                </a:solidFill>
              </a:defRPr>
            </a:lvl3pPr>
            <a:lvl4pPr>
              <a:defRPr>
                <a:solidFill>
                  <a:srgbClr val="2980B9"/>
                </a:solidFill>
              </a:defRPr>
            </a:lvl4pPr>
            <a:lvl5pPr>
              <a:defRPr>
                <a:solidFill>
                  <a:srgbClr val="2980B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Tree>
    <p:extLst>
      <p:ext uri="{BB962C8B-B14F-4D97-AF65-F5344CB8AC3E}">
        <p14:creationId xmlns:p14="http://schemas.microsoft.com/office/powerpoint/2010/main" val="27644309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F00F4-EA68-972B-B79B-FD6FB99171D3}"/>
              </a:ext>
            </a:extLst>
          </p:cNvPr>
          <p:cNvSpPr>
            <a:spLocks noGrp="1"/>
          </p:cNvSpPr>
          <p:nvPr>
            <p:ph type="title"/>
          </p:nvPr>
        </p:nvSpPr>
        <p:spPr/>
        <p:txBody>
          <a:bodyPr/>
          <a:lstStyle/>
          <a:p>
            <a:r>
              <a:rPr lang="en-US"/>
              <a:t>Click to edit Master title style</a:t>
            </a:r>
            <a:endParaRPr lang="it-IT"/>
          </a:p>
        </p:txBody>
      </p:sp>
      <p:sp>
        <p:nvSpPr>
          <p:cNvPr id="3" name="Content Placeholder 2">
            <a:extLst>
              <a:ext uri="{FF2B5EF4-FFF2-40B4-BE49-F238E27FC236}">
                <a16:creationId xmlns:a16="http://schemas.microsoft.com/office/drawing/2014/main" id="{0290933C-C524-4679-7C47-1C066786A0F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4" name="Content Placeholder 3">
            <a:extLst>
              <a:ext uri="{FF2B5EF4-FFF2-40B4-BE49-F238E27FC236}">
                <a16:creationId xmlns:a16="http://schemas.microsoft.com/office/drawing/2014/main" id="{65175B79-65B8-C494-2BA2-CB76A0EA7D1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Tree>
    <p:extLst>
      <p:ext uri="{BB962C8B-B14F-4D97-AF65-F5344CB8AC3E}">
        <p14:creationId xmlns:p14="http://schemas.microsoft.com/office/powerpoint/2010/main" val="13463448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9C960-42E2-5562-D0FE-3984973454BE}"/>
              </a:ext>
            </a:extLst>
          </p:cNvPr>
          <p:cNvSpPr>
            <a:spLocks noGrp="1"/>
          </p:cNvSpPr>
          <p:nvPr>
            <p:ph type="title"/>
          </p:nvPr>
        </p:nvSpPr>
        <p:spPr/>
        <p:txBody>
          <a:bodyPr/>
          <a:lstStyle/>
          <a:p>
            <a:r>
              <a:rPr lang="en-US"/>
              <a:t>Click to edit Master title style</a:t>
            </a:r>
            <a:endParaRPr lang="it-IT"/>
          </a:p>
        </p:txBody>
      </p:sp>
    </p:spTree>
    <p:extLst>
      <p:ext uri="{BB962C8B-B14F-4D97-AF65-F5344CB8AC3E}">
        <p14:creationId xmlns:p14="http://schemas.microsoft.com/office/powerpoint/2010/main" val="19010981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83602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Speaker">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AB9AEA-CF7C-AEA3-4992-A53A4A3481E7}"/>
              </a:ext>
            </a:extLst>
          </p:cNvPr>
          <p:cNvSpPr txBox="1"/>
          <p:nvPr userDrawn="1"/>
        </p:nvSpPr>
        <p:spPr>
          <a:xfrm>
            <a:off x="0" y="0"/>
            <a:ext cx="5421741" cy="646331"/>
          </a:xfrm>
          <a:prstGeom prst="rect">
            <a:avLst/>
          </a:prstGeom>
          <a:noFill/>
        </p:spPr>
        <p:txBody>
          <a:bodyPr wrap="none" rtlCol="0">
            <a:spAutoFit/>
          </a:bodyPr>
          <a:lstStyle/>
          <a:p>
            <a:r>
              <a:rPr lang="it-IT" b="1" dirty="0">
                <a:solidFill>
                  <a:srgbClr val="2980B9"/>
                </a:solidFill>
              </a:rPr>
              <a:t>Pordenone, 26 settembre 2026, ore 9</a:t>
            </a:r>
          </a:p>
          <a:p>
            <a:r>
              <a:rPr lang="it-IT" b="1" dirty="0">
                <a:solidFill>
                  <a:srgbClr val="2980B9"/>
                </a:solidFill>
              </a:rPr>
              <a:t>Consorzio Universitario di Pordenone, Via Prasecco 3/a</a:t>
            </a:r>
          </a:p>
        </p:txBody>
      </p:sp>
    </p:spTree>
    <p:extLst>
      <p:ext uri="{BB962C8B-B14F-4D97-AF65-F5344CB8AC3E}">
        <p14:creationId xmlns:p14="http://schemas.microsoft.com/office/powerpoint/2010/main" val="40373329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D8A27-81CB-1DE6-67EB-65531BEAFD1D}"/>
              </a:ext>
            </a:extLst>
          </p:cNvPr>
          <p:cNvSpPr>
            <a:spLocks noGrp="1"/>
          </p:cNvSpPr>
          <p:nvPr>
            <p:ph type="title"/>
          </p:nvPr>
        </p:nvSpPr>
        <p:spPr>
          <a:xfrm>
            <a:off x="245924" y="2336365"/>
            <a:ext cx="11707264" cy="1583086"/>
          </a:xfrm>
          <a:prstGeom prst="rect">
            <a:avLst/>
          </a:prstGeom>
        </p:spPr>
        <p:txBody>
          <a:bodyPr anchor="b"/>
          <a:lstStyle>
            <a:lvl1pPr>
              <a:defRPr sz="6000">
                <a:solidFill>
                  <a:schemeClr val="bg1"/>
                </a:solidFill>
              </a:defRPr>
            </a:lvl1pPr>
          </a:lstStyle>
          <a:p>
            <a:r>
              <a:rPr lang="en-US"/>
              <a:t>Click to edit Master title style</a:t>
            </a:r>
            <a:endParaRPr lang="it-IT"/>
          </a:p>
        </p:txBody>
      </p:sp>
      <p:sp>
        <p:nvSpPr>
          <p:cNvPr id="3" name="Text Placeholder 2">
            <a:extLst>
              <a:ext uri="{FF2B5EF4-FFF2-40B4-BE49-F238E27FC236}">
                <a16:creationId xmlns:a16="http://schemas.microsoft.com/office/drawing/2014/main" id="{F4277E01-9328-162F-0D77-62F4E6BFA9CA}"/>
              </a:ext>
            </a:extLst>
          </p:cNvPr>
          <p:cNvSpPr>
            <a:spLocks noGrp="1"/>
          </p:cNvSpPr>
          <p:nvPr>
            <p:ph type="body" idx="1"/>
          </p:nvPr>
        </p:nvSpPr>
        <p:spPr>
          <a:xfrm>
            <a:off x="245924" y="4072380"/>
            <a:ext cx="11707264" cy="765163"/>
          </a:xfrm>
          <a:prstGeom prst="rect">
            <a:avLst/>
          </a:prstGeo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7" name="Picture 6">
            <a:extLst>
              <a:ext uri="{FF2B5EF4-FFF2-40B4-BE49-F238E27FC236}">
                <a16:creationId xmlns:a16="http://schemas.microsoft.com/office/drawing/2014/main" id="{72947206-C777-2051-39AD-501E59C93C3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425296" y="-256954"/>
            <a:ext cx="3341408" cy="2227606"/>
          </a:xfrm>
          <a:prstGeom prst="rect">
            <a:avLst/>
          </a:prstGeom>
        </p:spPr>
      </p:pic>
      <p:pic>
        <p:nvPicPr>
          <p:cNvPr id="8" name="Picture 7">
            <a:extLst>
              <a:ext uri="{FF2B5EF4-FFF2-40B4-BE49-F238E27FC236}">
                <a16:creationId xmlns:a16="http://schemas.microsoft.com/office/drawing/2014/main" id="{2A718420-8710-4E04-1D4C-7E6253734CE4}"/>
              </a:ext>
            </a:extLst>
          </p:cNvPr>
          <p:cNvPicPr>
            <a:picLocks noChangeAspect="1"/>
          </p:cNvPicPr>
          <p:nvPr userDrawn="1"/>
        </p:nvPicPr>
        <p:blipFill>
          <a:blip r:embed="rId3"/>
          <a:srcRect l="27280" t="23642" r="27655" b="39536"/>
          <a:stretch>
            <a:fillRect/>
          </a:stretch>
        </p:blipFill>
        <p:spPr>
          <a:xfrm>
            <a:off x="6665874" y="1162557"/>
            <a:ext cx="800738" cy="312578"/>
          </a:xfrm>
          <a:prstGeom prst="rect">
            <a:avLst/>
          </a:prstGeom>
        </p:spPr>
      </p:pic>
      <p:pic>
        <p:nvPicPr>
          <p:cNvPr id="9" name="Picture 8">
            <a:extLst>
              <a:ext uri="{FF2B5EF4-FFF2-40B4-BE49-F238E27FC236}">
                <a16:creationId xmlns:a16="http://schemas.microsoft.com/office/drawing/2014/main" id="{4CB40BAD-FAC7-7B5C-A2E6-100E0C6E7D2E}"/>
              </a:ext>
            </a:extLst>
          </p:cNvPr>
          <p:cNvPicPr>
            <a:picLocks noChangeAspect="1"/>
          </p:cNvPicPr>
          <p:nvPr userDrawn="1"/>
        </p:nvPicPr>
        <p:blipFill>
          <a:blip r:embed="rId4"/>
          <a:stretch>
            <a:fillRect/>
          </a:stretch>
        </p:blipFill>
        <p:spPr>
          <a:xfrm>
            <a:off x="158974" y="5768964"/>
            <a:ext cx="2195378" cy="831502"/>
          </a:xfrm>
          <a:prstGeom prst="rect">
            <a:avLst/>
          </a:prstGeom>
        </p:spPr>
      </p:pic>
      <p:pic>
        <p:nvPicPr>
          <p:cNvPr id="11" name="Picture 10">
            <a:extLst>
              <a:ext uri="{FF2B5EF4-FFF2-40B4-BE49-F238E27FC236}">
                <a16:creationId xmlns:a16="http://schemas.microsoft.com/office/drawing/2014/main" id="{2A5A3526-BFC2-FC5F-766D-E473F2631C20}"/>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8744505" y="5898410"/>
            <a:ext cx="3662682" cy="959590"/>
          </a:xfrm>
          <a:prstGeom prst="rect">
            <a:avLst/>
          </a:prstGeom>
        </p:spPr>
      </p:pic>
      <p:pic>
        <p:nvPicPr>
          <p:cNvPr id="13" name="Picture 2" descr="Deutsch">
            <a:extLst>
              <a:ext uri="{FF2B5EF4-FFF2-40B4-BE49-F238E27FC236}">
                <a16:creationId xmlns:a16="http://schemas.microsoft.com/office/drawing/2014/main" id="{1A31FBB9-95C1-26EA-714B-379B987CE9E9}"/>
              </a:ext>
            </a:extLst>
          </p:cNvPr>
          <p:cNvPicPr>
            <a:picLocks noChangeAspect="1" noChangeArrowheads="1"/>
          </p:cNvPicPr>
          <p:nvPr userDrawn="1"/>
        </p:nvPicPr>
        <p:blipFill rotWithShape="1">
          <a:blip r:embed="rId6">
            <a:extLst>
              <a:ext uri="{28A0092B-C50C-407E-A947-70E740481C1C}">
                <a14:useLocalDpi xmlns:a14="http://schemas.microsoft.com/office/drawing/2010/main" val="0"/>
              </a:ext>
            </a:extLst>
          </a:blip>
          <a:srcRect l="9642" r="11546"/>
          <a:stretch/>
        </p:blipFill>
        <p:spPr bwMode="auto">
          <a:xfrm>
            <a:off x="4067760" y="5714920"/>
            <a:ext cx="2185816" cy="1155616"/>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3D642E17-6FB4-0487-816C-B2DF9487B809}"/>
              </a:ext>
            </a:extLst>
          </p:cNvPr>
          <p:cNvPicPr>
            <a:picLocks noChangeAspect="1"/>
          </p:cNvPicPr>
          <p:nvPr userDrawn="1"/>
        </p:nvPicPr>
        <p:blipFill>
          <a:blip r:embed="rId7"/>
          <a:srcRect b="44560"/>
          <a:stretch>
            <a:fillRect/>
          </a:stretch>
        </p:blipFill>
        <p:spPr>
          <a:xfrm>
            <a:off x="6606238" y="6184715"/>
            <a:ext cx="1785606" cy="386979"/>
          </a:xfrm>
          <a:prstGeom prst="rect">
            <a:avLst/>
          </a:prstGeom>
        </p:spPr>
      </p:pic>
    </p:spTree>
    <p:extLst>
      <p:ext uri="{BB962C8B-B14F-4D97-AF65-F5344CB8AC3E}">
        <p14:creationId xmlns:p14="http://schemas.microsoft.com/office/powerpoint/2010/main" val="23579400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D8A27-81CB-1DE6-67EB-65531BEAFD1D}"/>
              </a:ext>
            </a:extLst>
          </p:cNvPr>
          <p:cNvSpPr>
            <a:spLocks noGrp="1"/>
          </p:cNvSpPr>
          <p:nvPr>
            <p:ph type="title"/>
          </p:nvPr>
        </p:nvSpPr>
        <p:spPr>
          <a:xfrm>
            <a:off x="245924" y="2336365"/>
            <a:ext cx="11707264" cy="1583086"/>
          </a:xfrm>
          <a:prstGeom prst="rect">
            <a:avLst/>
          </a:prstGeom>
        </p:spPr>
        <p:txBody>
          <a:bodyPr anchor="b"/>
          <a:lstStyle>
            <a:lvl1pPr>
              <a:defRPr sz="6000">
                <a:solidFill>
                  <a:schemeClr val="bg1"/>
                </a:solidFill>
              </a:defRPr>
            </a:lvl1pPr>
          </a:lstStyle>
          <a:p>
            <a:r>
              <a:rPr lang="en-US"/>
              <a:t>Click to edit Master title style</a:t>
            </a:r>
            <a:endParaRPr lang="it-IT"/>
          </a:p>
        </p:txBody>
      </p:sp>
      <p:sp>
        <p:nvSpPr>
          <p:cNvPr id="3" name="Text Placeholder 2">
            <a:extLst>
              <a:ext uri="{FF2B5EF4-FFF2-40B4-BE49-F238E27FC236}">
                <a16:creationId xmlns:a16="http://schemas.microsoft.com/office/drawing/2014/main" id="{F4277E01-9328-162F-0D77-62F4E6BFA9CA}"/>
              </a:ext>
            </a:extLst>
          </p:cNvPr>
          <p:cNvSpPr>
            <a:spLocks noGrp="1"/>
          </p:cNvSpPr>
          <p:nvPr>
            <p:ph type="body" idx="1"/>
          </p:nvPr>
        </p:nvSpPr>
        <p:spPr>
          <a:xfrm>
            <a:off x="245924" y="4072380"/>
            <a:ext cx="11707264" cy="765163"/>
          </a:xfrm>
          <a:prstGeom prst="rect">
            <a:avLst/>
          </a:prstGeo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7" name="Picture 6">
            <a:extLst>
              <a:ext uri="{FF2B5EF4-FFF2-40B4-BE49-F238E27FC236}">
                <a16:creationId xmlns:a16="http://schemas.microsoft.com/office/drawing/2014/main" id="{72947206-C777-2051-39AD-501E59C93C3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425296" y="-256954"/>
            <a:ext cx="3341408" cy="2227606"/>
          </a:xfrm>
          <a:prstGeom prst="rect">
            <a:avLst/>
          </a:prstGeom>
        </p:spPr>
      </p:pic>
      <p:pic>
        <p:nvPicPr>
          <p:cNvPr id="8" name="Picture 7">
            <a:extLst>
              <a:ext uri="{FF2B5EF4-FFF2-40B4-BE49-F238E27FC236}">
                <a16:creationId xmlns:a16="http://schemas.microsoft.com/office/drawing/2014/main" id="{2A718420-8710-4E04-1D4C-7E6253734CE4}"/>
              </a:ext>
            </a:extLst>
          </p:cNvPr>
          <p:cNvPicPr>
            <a:picLocks noChangeAspect="1"/>
          </p:cNvPicPr>
          <p:nvPr userDrawn="1"/>
        </p:nvPicPr>
        <p:blipFill>
          <a:blip r:embed="rId3"/>
          <a:srcRect l="27280" t="23642" r="27655" b="39536"/>
          <a:stretch>
            <a:fillRect/>
          </a:stretch>
        </p:blipFill>
        <p:spPr>
          <a:xfrm>
            <a:off x="6665874" y="1162557"/>
            <a:ext cx="800738" cy="312578"/>
          </a:xfrm>
          <a:prstGeom prst="rect">
            <a:avLst/>
          </a:prstGeom>
        </p:spPr>
      </p:pic>
      <p:pic>
        <p:nvPicPr>
          <p:cNvPr id="9" name="Picture 8">
            <a:extLst>
              <a:ext uri="{FF2B5EF4-FFF2-40B4-BE49-F238E27FC236}">
                <a16:creationId xmlns:a16="http://schemas.microsoft.com/office/drawing/2014/main" id="{4CB40BAD-FAC7-7B5C-A2E6-100E0C6E7D2E}"/>
              </a:ext>
            </a:extLst>
          </p:cNvPr>
          <p:cNvPicPr>
            <a:picLocks noChangeAspect="1"/>
          </p:cNvPicPr>
          <p:nvPr userDrawn="1"/>
        </p:nvPicPr>
        <p:blipFill>
          <a:blip r:embed="rId4"/>
          <a:stretch>
            <a:fillRect/>
          </a:stretch>
        </p:blipFill>
        <p:spPr>
          <a:xfrm>
            <a:off x="158974" y="5768964"/>
            <a:ext cx="2195378" cy="831502"/>
          </a:xfrm>
          <a:prstGeom prst="rect">
            <a:avLst/>
          </a:prstGeom>
        </p:spPr>
      </p:pic>
      <p:pic>
        <p:nvPicPr>
          <p:cNvPr id="11" name="Picture 10">
            <a:extLst>
              <a:ext uri="{FF2B5EF4-FFF2-40B4-BE49-F238E27FC236}">
                <a16:creationId xmlns:a16="http://schemas.microsoft.com/office/drawing/2014/main" id="{2A5A3526-BFC2-FC5F-766D-E473F2631C20}"/>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8744505" y="5898410"/>
            <a:ext cx="3662682" cy="959590"/>
          </a:xfrm>
          <a:prstGeom prst="rect">
            <a:avLst/>
          </a:prstGeom>
        </p:spPr>
      </p:pic>
      <p:pic>
        <p:nvPicPr>
          <p:cNvPr id="13" name="Picture 2" descr="Deutsch">
            <a:extLst>
              <a:ext uri="{FF2B5EF4-FFF2-40B4-BE49-F238E27FC236}">
                <a16:creationId xmlns:a16="http://schemas.microsoft.com/office/drawing/2014/main" id="{1A31FBB9-95C1-26EA-714B-379B987CE9E9}"/>
              </a:ext>
            </a:extLst>
          </p:cNvPr>
          <p:cNvPicPr>
            <a:picLocks noChangeAspect="1" noChangeArrowheads="1"/>
          </p:cNvPicPr>
          <p:nvPr userDrawn="1"/>
        </p:nvPicPr>
        <p:blipFill rotWithShape="1">
          <a:blip r:embed="rId6">
            <a:extLst>
              <a:ext uri="{28A0092B-C50C-407E-A947-70E740481C1C}">
                <a14:useLocalDpi xmlns:a14="http://schemas.microsoft.com/office/drawing/2010/main" val="0"/>
              </a:ext>
            </a:extLst>
          </a:blip>
          <a:srcRect l="9642" r="11546"/>
          <a:stretch/>
        </p:blipFill>
        <p:spPr bwMode="auto">
          <a:xfrm>
            <a:off x="4067760" y="5714920"/>
            <a:ext cx="2185816" cy="1155616"/>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3D642E17-6FB4-0487-816C-B2DF9487B809}"/>
              </a:ext>
            </a:extLst>
          </p:cNvPr>
          <p:cNvPicPr>
            <a:picLocks noChangeAspect="1"/>
          </p:cNvPicPr>
          <p:nvPr userDrawn="1"/>
        </p:nvPicPr>
        <p:blipFill>
          <a:blip r:embed="rId7"/>
          <a:srcRect b="44560"/>
          <a:stretch>
            <a:fillRect/>
          </a:stretch>
        </p:blipFill>
        <p:spPr>
          <a:xfrm>
            <a:off x="6606238" y="6184715"/>
            <a:ext cx="1785606" cy="386979"/>
          </a:xfrm>
          <a:prstGeom prst="rect">
            <a:avLst/>
          </a:prstGeom>
        </p:spPr>
      </p:pic>
    </p:spTree>
    <p:extLst>
      <p:ext uri="{BB962C8B-B14F-4D97-AF65-F5344CB8AC3E}">
        <p14:creationId xmlns:p14="http://schemas.microsoft.com/office/powerpoint/2010/main" val="23579400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53047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85990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image" Target="../media/image4.png"/><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image" Target="../media/image3.png"/><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image" Target="../media/image2.png"/><Relationship Id="rId5" Type="http://schemas.openxmlformats.org/officeDocument/2006/relationships/slideLayout" Target="../slideLayouts/slideLayout14.xml"/><Relationship Id="rId10" Type="http://schemas.openxmlformats.org/officeDocument/2006/relationships/theme" Target="../theme/theme2.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2980B9"/>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2139397"/>
      </p:ext>
    </p:extLst>
  </p:cSld>
  <p:clrMap bg1="lt1" tx1="dk1" bg2="lt2" tx2="dk2" accent1="accent1" accent2="accent2" accent3="accent3" accent4="accent4" accent5="accent5" accent6="accent6" hlink="hlink" folHlink="folHlink"/>
  <p:sldLayoutIdLst>
    <p:sldLayoutId id="2147483657" r:id="rId1"/>
    <p:sldLayoutId id="2147483659" r:id="rId2"/>
    <p:sldLayoutId id="2147483660" r:id="rId3"/>
    <p:sldLayoutId id="2147483662" r:id="rId4"/>
    <p:sldLayoutId id="2147483665" r:id="rId5"/>
    <p:sldLayoutId id="2147483666" r:id="rId6"/>
    <p:sldLayoutId id="2147483667" r:id="rId7"/>
    <p:sldLayoutId id="2147483668" r:id="rId8"/>
    <p:sldLayoutId id="2147483673"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3867EF7-E09D-14F8-A33B-4C7B42853253}"/>
              </a:ext>
            </a:extLst>
          </p:cNvPr>
          <p:cNvSpPr/>
          <p:nvPr userDrawn="1"/>
        </p:nvSpPr>
        <p:spPr>
          <a:xfrm>
            <a:off x="0" y="6281638"/>
            <a:ext cx="12192000" cy="588729"/>
          </a:xfrm>
          <a:prstGeom prst="rect">
            <a:avLst/>
          </a:prstGeom>
          <a:solidFill>
            <a:srgbClr val="2980B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Title Placeholder 1">
            <a:extLst>
              <a:ext uri="{FF2B5EF4-FFF2-40B4-BE49-F238E27FC236}">
                <a16:creationId xmlns:a16="http://schemas.microsoft.com/office/drawing/2014/main" id="{C5CC5E4B-6244-1273-742A-D6BF4C55A47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it-IT"/>
          </a:p>
        </p:txBody>
      </p:sp>
      <p:sp>
        <p:nvSpPr>
          <p:cNvPr id="3" name="Text Placeholder 2">
            <a:extLst>
              <a:ext uri="{FF2B5EF4-FFF2-40B4-BE49-F238E27FC236}">
                <a16:creationId xmlns:a16="http://schemas.microsoft.com/office/drawing/2014/main" id="{39212585-CDD8-AE1F-8096-77C3F4A9C8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pic>
        <p:nvPicPr>
          <p:cNvPr id="22" name="Picture 21">
            <a:extLst>
              <a:ext uri="{FF2B5EF4-FFF2-40B4-BE49-F238E27FC236}">
                <a16:creationId xmlns:a16="http://schemas.microsoft.com/office/drawing/2014/main" id="{80E5BC7D-BED0-42D3-C5D4-2DE419FF2120}"/>
              </a:ext>
            </a:extLst>
          </p:cNvPr>
          <p:cNvPicPr>
            <a:picLocks noChangeAspect="1"/>
          </p:cNvPicPr>
          <p:nvPr userDrawn="1"/>
        </p:nvPicPr>
        <p:blipFill>
          <a:blip r:embed="rId11"/>
          <a:stretch>
            <a:fillRect/>
          </a:stretch>
        </p:blipFill>
        <p:spPr>
          <a:xfrm>
            <a:off x="60799" y="6331827"/>
            <a:ext cx="1289369" cy="488350"/>
          </a:xfrm>
          <a:prstGeom prst="rect">
            <a:avLst/>
          </a:prstGeom>
        </p:spPr>
      </p:pic>
      <p:pic>
        <p:nvPicPr>
          <p:cNvPr id="5" name="Picture 4">
            <a:extLst>
              <a:ext uri="{FF2B5EF4-FFF2-40B4-BE49-F238E27FC236}">
                <a16:creationId xmlns:a16="http://schemas.microsoft.com/office/drawing/2014/main" id="{8ECF1ECF-9408-8D15-6611-73B6DFF603B8}"/>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9445841" y="6217639"/>
            <a:ext cx="2942997" cy="771039"/>
          </a:xfrm>
          <a:prstGeom prst="rect">
            <a:avLst/>
          </a:prstGeom>
        </p:spPr>
      </p:pic>
      <p:pic>
        <p:nvPicPr>
          <p:cNvPr id="7" name="Picture 2" descr="Deutsch">
            <a:extLst>
              <a:ext uri="{FF2B5EF4-FFF2-40B4-BE49-F238E27FC236}">
                <a16:creationId xmlns:a16="http://schemas.microsoft.com/office/drawing/2014/main" id="{E8DCBA60-C801-845D-F974-5BEF111B5867}"/>
              </a:ext>
            </a:extLst>
          </p:cNvPr>
          <p:cNvPicPr>
            <a:picLocks noChangeAspect="1" noChangeArrowheads="1"/>
          </p:cNvPicPr>
          <p:nvPr userDrawn="1"/>
        </p:nvPicPr>
        <p:blipFill rotWithShape="1">
          <a:blip r:embed="rId13">
            <a:extLst>
              <a:ext uri="{28A0092B-C50C-407E-A947-70E740481C1C}">
                <a14:useLocalDpi xmlns:a14="http://schemas.microsoft.com/office/drawing/2010/main" val="0"/>
              </a:ext>
            </a:extLst>
          </a:blip>
          <a:srcRect l="9642" r="11546"/>
          <a:stretch/>
        </p:blipFill>
        <p:spPr bwMode="auto">
          <a:xfrm>
            <a:off x="2716404" y="5920939"/>
            <a:ext cx="2478065" cy="131012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35792CD8-50C5-44E3-C959-55D495A1F8B3}"/>
              </a:ext>
            </a:extLst>
          </p:cNvPr>
          <p:cNvPicPr>
            <a:picLocks noChangeAspect="1"/>
          </p:cNvPicPr>
          <p:nvPr userDrawn="1"/>
        </p:nvPicPr>
        <p:blipFill>
          <a:blip r:embed="rId14"/>
          <a:srcRect b="44560"/>
          <a:stretch>
            <a:fillRect/>
          </a:stretch>
        </p:blipFill>
        <p:spPr>
          <a:xfrm>
            <a:off x="6631619" y="6453393"/>
            <a:ext cx="1692421" cy="366784"/>
          </a:xfrm>
          <a:prstGeom prst="rect">
            <a:avLst/>
          </a:prstGeom>
        </p:spPr>
      </p:pic>
    </p:spTree>
    <p:extLst>
      <p:ext uri="{BB962C8B-B14F-4D97-AF65-F5344CB8AC3E}">
        <p14:creationId xmlns:p14="http://schemas.microsoft.com/office/powerpoint/2010/main" val="3901749198"/>
      </p:ext>
    </p:extLst>
  </p:cSld>
  <p:clrMap bg1="lt1" tx1="dk1" bg2="lt2" tx2="dk2" accent1="accent1" accent2="accent2" accent3="accent3" accent4="accent4" accent5="accent5" accent6="accent6" hlink="hlink" folHlink="folHlink"/>
  <p:sldLayoutIdLst>
    <p:sldLayoutId id="2147483650" r:id="rId1"/>
    <p:sldLayoutId id="2147483652" r:id="rId2"/>
    <p:sldLayoutId id="2147483654" r:id="rId3"/>
    <p:sldLayoutId id="2147483655" r:id="rId4"/>
    <p:sldLayoutId id="2147483663" r:id="rId5"/>
    <p:sldLayoutId id="2147483669" r:id="rId6"/>
    <p:sldLayoutId id="2147483670" r:id="rId7"/>
    <p:sldLayoutId id="2147483671" r:id="rId8"/>
    <p:sldLayoutId id="2147483672" r:id="rId9"/>
  </p:sldLayoutIdLst>
  <p:txStyles>
    <p:titleStyle>
      <a:lvl1pPr algn="l" defTabSz="914400" rtl="0" eaLnBrk="1" latinLnBrk="0" hangingPunct="1">
        <a:lnSpc>
          <a:spcPct val="90000"/>
        </a:lnSpc>
        <a:spcBef>
          <a:spcPct val="0"/>
        </a:spcBef>
        <a:buNone/>
        <a:defRPr sz="4400" kern="1200">
          <a:solidFill>
            <a:srgbClr val="2980B9"/>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2980B9"/>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2980B9"/>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2980B9"/>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2980B9"/>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2980B9"/>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12.jpe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s>
</file>

<file path=ppt/slides/_rels/slide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xml"/><Relationship Id="rId1" Type="http://schemas.openxmlformats.org/officeDocument/2006/relationships/slideLayout" Target="../slideLayouts/slideLayout10.xml"/><Relationship Id="rId5" Type="http://schemas.openxmlformats.org/officeDocument/2006/relationships/image" Target="../media/image24.jpeg"/><Relationship Id="rId4" Type="http://schemas.openxmlformats.org/officeDocument/2006/relationships/hyperlink" Target="https://lnkd.in/p/dn85EY9h"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12.xml"/><Relationship Id="rId5" Type="http://schemas.openxmlformats.org/officeDocument/2006/relationships/image" Target="../media/image28.tmp"/><Relationship Id="rId4" Type="http://schemas.openxmlformats.org/officeDocument/2006/relationships/image" Target="../media/image27.png"/></Relationships>
</file>

<file path=ppt/slides/_rels/slide3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30.tmp"/><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31.tmp"/></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12.xml"/><Relationship Id="rId6" Type="http://schemas.openxmlformats.org/officeDocument/2006/relationships/image" Target="../media/image12.jpeg"/><Relationship Id="rId11" Type="http://schemas.openxmlformats.org/officeDocument/2006/relationships/image" Target="../media/image17.png"/><Relationship Id="rId5" Type="http://schemas.openxmlformats.org/officeDocument/2006/relationships/image" Target="../media/image11.png"/><Relationship Id="rId15" Type="http://schemas.openxmlformats.org/officeDocument/2006/relationships/hyperlink" Target="https://github.com/marcoparenzan/TheMesThing" TargetMode="External"/><Relationship Id="rId10" Type="http://schemas.openxmlformats.org/officeDocument/2006/relationships/image" Target="../media/image16.sv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A4F96D6-AD6D-A3DB-1F81-619A10E1E56E}"/>
              </a:ext>
            </a:extLst>
          </p:cNvPr>
          <p:cNvSpPr>
            <a:spLocks noGrp="1"/>
          </p:cNvSpPr>
          <p:nvPr>
            <p:ph type="ctrTitle"/>
          </p:nvPr>
        </p:nvSpPr>
        <p:spPr/>
        <p:txBody>
          <a:bodyPr/>
          <a:lstStyle/>
          <a:p>
            <a:r>
              <a:rPr lang="it-IT" sz="4400" dirty="0"/>
              <a:t>Oltre il Low-Code: costruire soluzioni custom integrate con Microsoft 365 nell’era della GenAI</a:t>
            </a:r>
          </a:p>
        </p:txBody>
      </p:sp>
      <p:sp>
        <p:nvSpPr>
          <p:cNvPr id="7" name="Subtitle 6">
            <a:extLst>
              <a:ext uri="{FF2B5EF4-FFF2-40B4-BE49-F238E27FC236}">
                <a16:creationId xmlns:a16="http://schemas.microsoft.com/office/drawing/2014/main" id="{51EA473C-CEEB-DF22-F8BD-DF490C8806F4}"/>
              </a:ext>
            </a:extLst>
          </p:cNvPr>
          <p:cNvSpPr>
            <a:spLocks noGrp="1"/>
          </p:cNvSpPr>
          <p:nvPr>
            <p:ph type="subTitle" idx="1"/>
          </p:nvPr>
        </p:nvSpPr>
        <p:spPr/>
        <p:txBody>
          <a:bodyPr/>
          <a:lstStyle/>
          <a:p>
            <a:endParaRPr lang="it-IT"/>
          </a:p>
        </p:txBody>
      </p:sp>
    </p:spTree>
    <p:extLst>
      <p:ext uri="{BB962C8B-B14F-4D97-AF65-F5344CB8AC3E}">
        <p14:creationId xmlns:p14="http://schemas.microsoft.com/office/powerpoint/2010/main" val="3756583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BD3EB12-B666-3271-57C0-04A6171991D1}"/>
              </a:ext>
            </a:extLst>
          </p:cNvPr>
          <p:cNvSpPr>
            <a:spLocks noGrp="1"/>
          </p:cNvSpPr>
          <p:nvPr>
            <p:ph type="title"/>
          </p:nvPr>
        </p:nvSpPr>
        <p:spPr/>
        <p:txBody>
          <a:bodyPr/>
          <a:lstStyle/>
          <a:p>
            <a:endParaRPr lang="it-IT"/>
          </a:p>
        </p:txBody>
      </p:sp>
    </p:spTree>
    <p:extLst>
      <p:ext uri="{BB962C8B-B14F-4D97-AF65-F5344CB8AC3E}">
        <p14:creationId xmlns:p14="http://schemas.microsoft.com/office/powerpoint/2010/main" val="3335867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Picture 2"/>
          <p:cNvPicPr>
            <a:picLocks noChangeAspect="1"/>
          </p:cNvPicPr>
          <p:nvPr/>
        </p:nvPicPr>
        <p:blipFill>
          <a:blip r:embed="rId3">
            <a:lum bright="70000" contrast="-70000"/>
          </a:blip>
          <a:srcRect/>
          <a:stretch>
            <a:fillRect/>
          </a:stretch>
        </p:blipFill>
        <p:spPr>
          <a:xfrm>
            <a:off x="7649278" y="1754042"/>
            <a:ext cx="1009650" cy="1009650"/>
          </a:xfrm>
          <a:prstGeom prst="rect">
            <a:avLst/>
          </a:prstGeom>
        </p:spPr>
      </p:pic>
      <p:pic>
        <p:nvPicPr>
          <p:cNvPr id="44" name="Picture 9"/>
          <p:cNvPicPr>
            <a:picLocks noChangeAspect="1"/>
          </p:cNvPicPr>
          <p:nvPr/>
        </p:nvPicPr>
        <p:blipFill>
          <a:blip r:embed="rId4"/>
          <a:stretch>
            <a:fillRect/>
          </a:stretch>
        </p:blipFill>
        <p:spPr>
          <a:xfrm>
            <a:off x="7384640" y="1549497"/>
            <a:ext cx="1094435" cy="1005856"/>
          </a:xfrm>
          <a:prstGeom prst="rect">
            <a:avLst/>
          </a:prstGeom>
        </p:spPr>
      </p:pic>
      <p:sp>
        <p:nvSpPr>
          <p:cNvPr id="18" name="Title 17">
            <a:extLst>
              <a:ext uri="{FF2B5EF4-FFF2-40B4-BE49-F238E27FC236}">
                <a16:creationId xmlns:a16="http://schemas.microsoft.com/office/drawing/2014/main" id="{79CECE00-1942-6DF8-49EC-951DCEC21AF9}"/>
              </a:ext>
            </a:extLst>
          </p:cNvPr>
          <p:cNvSpPr>
            <a:spLocks noGrp="1"/>
          </p:cNvSpPr>
          <p:nvPr>
            <p:ph type="title"/>
          </p:nvPr>
        </p:nvSpPr>
        <p:spPr>
          <a:xfrm>
            <a:off x="838200" y="365125"/>
            <a:ext cx="10515600" cy="1325563"/>
          </a:xfrm>
        </p:spPr>
        <p:txBody>
          <a:bodyPr>
            <a:normAutofit/>
          </a:bodyPr>
          <a:lstStyle/>
          <a:p>
            <a:r>
              <a:rPr lang="it-IT"/>
              <a:t>Sono Marco Parenzan</a:t>
            </a:r>
          </a:p>
        </p:txBody>
      </p:sp>
      <p:sp>
        <p:nvSpPr>
          <p:cNvPr id="17" name="Oval 70">
            <a:extLst>
              <a:ext uri="{FF2B5EF4-FFF2-40B4-BE49-F238E27FC236}">
                <a16:creationId xmlns:a16="http://schemas.microsoft.com/office/drawing/2014/main" id="{3E4B15EC-057E-D3A4-CF89-CC3474A49185}"/>
              </a:ext>
            </a:extLst>
          </p:cNvPr>
          <p:cNvSpPr>
            <a:spLocks noGrp="1"/>
          </p:cNvSpPr>
          <p:nvPr/>
        </p:nvSpPr>
        <p:spPr>
          <a:xfrm>
            <a:off x="7426883" y="3891370"/>
            <a:ext cx="1009948" cy="1005856"/>
          </a:xfrm>
          <a:prstGeom prst="ellipse">
            <a:avLst/>
          </a:prstGeom>
          <a:solidFill>
            <a:srgbClr val="0087AF"/>
          </a:solidFill>
          <a:ln>
            <a:noFill/>
          </a:ln>
        </p:spPr>
        <p:txBody>
          <a:bodyPr vert="horz" wrap="square" lIns="121920" tIns="60960" rIns="121920" bIns="60960" anchor="t"/>
          <a:lstStyle/>
          <a:p>
            <a:pPr>
              <a:buNone/>
              <a:defRPr>
                <a:latin typeface="Segoe Print"/>
                <a:ea typeface="Segoe Print"/>
                <a:cs typeface="Segoe Print"/>
              </a:defRPr>
            </a:pPr>
            <a:endParaRPr sz="2400">
              <a:latin typeface="Segoe Print"/>
              <a:ea typeface="Segoe Print"/>
              <a:cs typeface="Segoe Print"/>
            </a:endParaRPr>
          </a:p>
        </p:txBody>
      </p:sp>
      <p:sp>
        <p:nvSpPr>
          <p:cNvPr id="20" name="Freeform 71">
            <a:extLst>
              <a:ext uri="{FF2B5EF4-FFF2-40B4-BE49-F238E27FC236}">
                <a16:creationId xmlns:a16="http://schemas.microsoft.com/office/drawing/2014/main" id="{7F33777F-EA93-9A7D-5C8D-33FF3A52DA90}"/>
              </a:ext>
            </a:extLst>
          </p:cNvPr>
          <p:cNvSpPr>
            <a:spLocks noGrp="1"/>
          </p:cNvSpPr>
          <p:nvPr/>
        </p:nvSpPr>
        <p:spPr>
          <a:xfrm>
            <a:off x="7680392" y="4128523"/>
            <a:ext cx="494752" cy="494752"/>
          </a:xfrm>
          <a:custGeom>
            <a:avLst/>
            <a:gdLst>
              <a:gd name="T0" fmla="*/ 23 w 98"/>
              <a:gd name="T1" fmla="*/ 98 h 98"/>
              <a:gd name="T2" fmla="*/ 2 w 98"/>
              <a:gd name="T3" fmla="*/ 98 h 98"/>
              <a:gd name="T4" fmla="*/ 2 w 98"/>
              <a:gd name="T5" fmla="*/ 32 h 98"/>
              <a:gd name="T6" fmla="*/ 23 w 98"/>
              <a:gd name="T7" fmla="*/ 32 h 98"/>
              <a:gd name="T8" fmla="*/ 23 w 98"/>
              <a:gd name="T9" fmla="*/ 98 h 98"/>
              <a:gd name="T10" fmla="*/ 12 w 98"/>
              <a:gd name="T11" fmla="*/ 24 h 98"/>
              <a:gd name="T12" fmla="*/ 0 w 98"/>
              <a:gd name="T13" fmla="*/ 12 h 98"/>
              <a:gd name="T14" fmla="*/ 12 w 98"/>
              <a:gd name="T15" fmla="*/ 0 h 98"/>
              <a:gd name="T16" fmla="*/ 24 w 98"/>
              <a:gd name="T17" fmla="*/ 12 h 98"/>
              <a:gd name="T18" fmla="*/ 12 w 98"/>
              <a:gd name="T19" fmla="*/ 24 h 98"/>
              <a:gd name="T20" fmla="*/ 98 w 98"/>
              <a:gd name="T21" fmla="*/ 98 h 98"/>
              <a:gd name="T22" fmla="*/ 78 w 98"/>
              <a:gd name="T23" fmla="*/ 98 h 98"/>
              <a:gd name="T24" fmla="*/ 78 w 98"/>
              <a:gd name="T25" fmla="*/ 64 h 98"/>
              <a:gd name="T26" fmla="*/ 67 w 98"/>
              <a:gd name="T27" fmla="*/ 49 h 98"/>
              <a:gd name="T28" fmla="*/ 55 w 98"/>
              <a:gd name="T29" fmla="*/ 64 h 98"/>
              <a:gd name="T30" fmla="*/ 55 w 98"/>
              <a:gd name="T31" fmla="*/ 98 h 98"/>
              <a:gd name="T32" fmla="*/ 35 w 98"/>
              <a:gd name="T33" fmla="*/ 98 h 98"/>
              <a:gd name="T34" fmla="*/ 35 w 98"/>
              <a:gd name="T35" fmla="*/ 32 h 98"/>
              <a:gd name="T36" fmla="*/ 55 w 98"/>
              <a:gd name="T37" fmla="*/ 32 h 98"/>
              <a:gd name="T38" fmla="*/ 55 w 98"/>
              <a:gd name="T39" fmla="*/ 41 h 98"/>
              <a:gd name="T40" fmla="*/ 75 w 98"/>
              <a:gd name="T41" fmla="*/ 30 h 98"/>
              <a:gd name="T42" fmla="*/ 98 w 98"/>
              <a:gd name="T43" fmla="*/ 56 h 98"/>
              <a:gd name="T44" fmla="*/ 98 w 98"/>
              <a:gd name="T45" fmla="*/ 98 h 98"/>
            </a:gdLst>
            <a:ahLst/>
            <a:cxnLst/>
            <a:rect l="0" t="0" r="r" b="b"/>
            <a:pathLst>
              <a:path w="98" h="98">
                <a:moveTo>
                  <a:pt x="23" y="98"/>
                </a:moveTo>
                <a:cubicBezTo>
                  <a:pt x="2" y="98"/>
                  <a:pt x="2" y="98"/>
                  <a:pt x="2" y="98"/>
                </a:cubicBezTo>
                <a:cubicBezTo>
                  <a:pt x="2" y="32"/>
                  <a:pt x="2" y="32"/>
                  <a:pt x="2" y="32"/>
                </a:cubicBezTo>
                <a:cubicBezTo>
                  <a:pt x="23" y="32"/>
                  <a:pt x="23" y="32"/>
                  <a:pt x="23" y="32"/>
                </a:cubicBezTo>
                <a:lnTo>
                  <a:pt x="23" y="98"/>
                </a:lnTo>
                <a:close/>
                <a:moveTo>
                  <a:pt x="12" y="24"/>
                </a:moveTo>
                <a:cubicBezTo>
                  <a:pt x="6" y="24"/>
                  <a:pt x="0" y="18"/>
                  <a:pt x="0" y="12"/>
                </a:cubicBezTo>
                <a:cubicBezTo>
                  <a:pt x="0" y="5"/>
                  <a:pt x="6" y="0"/>
                  <a:pt x="12" y="0"/>
                </a:cubicBezTo>
                <a:cubicBezTo>
                  <a:pt x="19" y="0"/>
                  <a:pt x="24" y="5"/>
                  <a:pt x="24" y="12"/>
                </a:cubicBezTo>
                <a:cubicBezTo>
                  <a:pt x="24" y="18"/>
                  <a:pt x="19" y="24"/>
                  <a:pt x="12" y="24"/>
                </a:cubicBezTo>
                <a:close/>
                <a:moveTo>
                  <a:pt x="98" y="98"/>
                </a:moveTo>
                <a:cubicBezTo>
                  <a:pt x="78" y="98"/>
                  <a:pt x="78" y="98"/>
                  <a:pt x="78" y="98"/>
                </a:cubicBezTo>
                <a:cubicBezTo>
                  <a:pt x="78" y="98"/>
                  <a:pt x="78" y="73"/>
                  <a:pt x="78" y="64"/>
                </a:cubicBezTo>
                <a:cubicBezTo>
                  <a:pt x="78" y="54"/>
                  <a:pt x="75" y="49"/>
                  <a:pt x="67" y="49"/>
                </a:cubicBezTo>
                <a:cubicBezTo>
                  <a:pt x="59" y="49"/>
                  <a:pt x="55" y="54"/>
                  <a:pt x="55" y="64"/>
                </a:cubicBezTo>
                <a:cubicBezTo>
                  <a:pt x="55" y="74"/>
                  <a:pt x="55" y="98"/>
                  <a:pt x="55" y="98"/>
                </a:cubicBezTo>
                <a:cubicBezTo>
                  <a:pt x="35" y="98"/>
                  <a:pt x="35" y="98"/>
                  <a:pt x="35" y="98"/>
                </a:cubicBezTo>
                <a:cubicBezTo>
                  <a:pt x="35" y="32"/>
                  <a:pt x="35" y="32"/>
                  <a:pt x="35" y="32"/>
                </a:cubicBezTo>
                <a:cubicBezTo>
                  <a:pt x="55" y="32"/>
                  <a:pt x="55" y="32"/>
                  <a:pt x="55" y="32"/>
                </a:cubicBezTo>
                <a:cubicBezTo>
                  <a:pt x="55" y="41"/>
                  <a:pt x="55" y="41"/>
                  <a:pt x="55" y="41"/>
                </a:cubicBezTo>
                <a:cubicBezTo>
                  <a:pt x="55" y="41"/>
                  <a:pt x="61" y="30"/>
                  <a:pt x="75" y="30"/>
                </a:cubicBezTo>
                <a:cubicBezTo>
                  <a:pt x="89" y="30"/>
                  <a:pt x="98" y="39"/>
                  <a:pt x="98" y="56"/>
                </a:cubicBezTo>
                <a:cubicBezTo>
                  <a:pt x="98" y="74"/>
                  <a:pt x="98" y="98"/>
                  <a:pt x="98" y="98"/>
                </a:cubicBezTo>
                <a:close/>
              </a:path>
            </a:pathLst>
          </a:custGeom>
          <a:solidFill>
            <a:srgbClr val="FFFFFF"/>
          </a:solidFill>
          <a:ln>
            <a:noFill/>
          </a:ln>
        </p:spPr>
        <p:txBody>
          <a:bodyPr vert="horz" wrap="square" lIns="121920" tIns="60960" rIns="121920" bIns="60960" anchor="t"/>
          <a:lstStyle/>
          <a:p>
            <a:pPr>
              <a:buNone/>
              <a:defRPr>
                <a:latin typeface="Segoe Print"/>
                <a:ea typeface="Segoe Print"/>
                <a:cs typeface="Segoe Print"/>
              </a:defRPr>
            </a:pPr>
            <a:endParaRPr sz="2400">
              <a:latin typeface="Segoe Print"/>
              <a:ea typeface="Segoe Print"/>
              <a:cs typeface="Segoe Print"/>
            </a:endParaRPr>
          </a:p>
        </p:txBody>
      </p:sp>
      <p:sp>
        <p:nvSpPr>
          <p:cNvPr id="22" name="Oval 46">
            <a:extLst>
              <a:ext uri="{FF2B5EF4-FFF2-40B4-BE49-F238E27FC236}">
                <a16:creationId xmlns:a16="http://schemas.microsoft.com/office/drawing/2014/main" id="{7D12CDD8-2932-E6AA-D2D6-E7EC980028E4}"/>
              </a:ext>
            </a:extLst>
          </p:cNvPr>
          <p:cNvSpPr>
            <a:spLocks noGrp="1"/>
          </p:cNvSpPr>
          <p:nvPr/>
        </p:nvSpPr>
        <p:spPr>
          <a:xfrm>
            <a:off x="7426883" y="2758517"/>
            <a:ext cx="1009948" cy="1009948"/>
          </a:xfrm>
          <a:prstGeom prst="ellipse">
            <a:avLst/>
          </a:prstGeom>
          <a:solidFill>
            <a:srgbClr val="2D2D37"/>
          </a:solidFill>
          <a:ln>
            <a:noFill/>
          </a:ln>
        </p:spPr>
        <p:txBody>
          <a:bodyPr vert="horz" wrap="square" lIns="121920" tIns="60960" rIns="121920" bIns="60960" anchor="t"/>
          <a:lstStyle/>
          <a:p>
            <a:pPr>
              <a:buNone/>
              <a:defRPr>
                <a:latin typeface="Segoe Print"/>
                <a:ea typeface="Segoe Print"/>
                <a:cs typeface="Segoe Print"/>
              </a:defRPr>
            </a:pPr>
            <a:endParaRPr sz="2400">
              <a:latin typeface="Segoe Print"/>
              <a:ea typeface="Segoe Print"/>
              <a:cs typeface="Segoe Print"/>
            </a:endParaRPr>
          </a:p>
        </p:txBody>
      </p:sp>
      <p:sp>
        <p:nvSpPr>
          <p:cNvPr id="24" name="Oval 113">
            <a:extLst>
              <a:ext uri="{FF2B5EF4-FFF2-40B4-BE49-F238E27FC236}">
                <a16:creationId xmlns:a16="http://schemas.microsoft.com/office/drawing/2014/main" id="{33C7A412-60D1-52E6-B99E-C4CF1B46C45C}"/>
              </a:ext>
            </a:extLst>
          </p:cNvPr>
          <p:cNvSpPr>
            <a:spLocks noGrp="1"/>
          </p:cNvSpPr>
          <p:nvPr/>
        </p:nvSpPr>
        <p:spPr>
          <a:xfrm>
            <a:off x="7557789" y="2755160"/>
            <a:ext cx="763436" cy="763436"/>
          </a:xfrm>
          <a:prstGeom prst="ellipse">
            <a:avLst/>
          </a:prstGeom>
          <a:solidFill>
            <a:srgbClr val="2D2D37"/>
          </a:solidFill>
          <a:ln>
            <a:noFill/>
          </a:ln>
        </p:spPr>
        <p:txBody>
          <a:bodyPr vert="horz" wrap="square" lIns="91440" tIns="45720" rIns="91440" bIns="45720" anchor="t"/>
          <a:lstStyle/>
          <a:p>
            <a:pPr>
              <a:buNone/>
              <a:defRPr>
                <a:latin typeface="Segoe Print"/>
                <a:ea typeface="Segoe Print"/>
                <a:cs typeface="Segoe Print"/>
              </a:defRPr>
            </a:pPr>
            <a:endParaRPr>
              <a:latin typeface="Segoe Print"/>
              <a:ea typeface="Segoe Print"/>
              <a:cs typeface="Segoe Print"/>
            </a:endParaRPr>
          </a:p>
        </p:txBody>
      </p:sp>
      <p:sp>
        <p:nvSpPr>
          <p:cNvPr id="25" name="Freeform 114">
            <a:extLst>
              <a:ext uri="{FF2B5EF4-FFF2-40B4-BE49-F238E27FC236}">
                <a16:creationId xmlns:a16="http://schemas.microsoft.com/office/drawing/2014/main" id="{6A267327-64CE-BDEB-6EAB-BE915EFF38C3}"/>
              </a:ext>
            </a:extLst>
          </p:cNvPr>
          <p:cNvSpPr>
            <a:spLocks noGrp="1"/>
          </p:cNvSpPr>
          <p:nvPr/>
        </p:nvSpPr>
        <p:spPr>
          <a:xfrm>
            <a:off x="7692789" y="3036723"/>
            <a:ext cx="482169" cy="469806"/>
          </a:xfrm>
          <a:custGeom>
            <a:avLst/>
            <a:gdLst>
              <a:gd name="T0" fmla="*/ 63 w 126"/>
              <a:gd name="T1" fmla="*/ 0 h 123"/>
              <a:gd name="T2" fmla="*/ 0 w 126"/>
              <a:gd name="T3" fmla="*/ 63 h 123"/>
              <a:gd name="T4" fmla="*/ 42 w 126"/>
              <a:gd name="T5" fmla="*/ 123 h 123"/>
              <a:gd name="T6" fmla="*/ 42 w 126"/>
              <a:gd name="T7" fmla="*/ 123 h 123"/>
              <a:gd name="T8" fmla="*/ 44 w 126"/>
              <a:gd name="T9" fmla="*/ 123 h 123"/>
              <a:gd name="T10" fmla="*/ 47 w 126"/>
              <a:gd name="T11" fmla="*/ 119 h 123"/>
              <a:gd name="T12" fmla="*/ 47 w 126"/>
              <a:gd name="T13" fmla="*/ 119 h 123"/>
              <a:gd name="T14" fmla="*/ 47 w 126"/>
              <a:gd name="T15" fmla="*/ 119 h 123"/>
              <a:gd name="T16" fmla="*/ 47 w 126"/>
              <a:gd name="T17" fmla="*/ 108 h 123"/>
              <a:gd name="T18" fmla="*/ 34 w 126"/>
              <a:gd name="T19" fmla="*/ 108 h 123"/>
              <a:gd name="T20" fmla="*/ 25 w 126"/>
              <a:gd name="T21" fmla="*/ 98 h 123"/>
              <a:gd name="T22" fmla="*/ 17 w 126"/>
              <a:gd name="T23" fmla="*/ 89 h 123"/>
              <a:gd name="T24" fmla="*/ 26 w 126"/>
              <a:gd name="T25" fmla="*/ 90 h 123"/>
              <a:gd name="T26" fmla="*/ 40 w 126"/>
              <a:gd name="T27" fmla="*/ 101 h 123"/>
              <a:gd name="T28" fmla="*/ 48 w 126"/>
              <a:gd name="T29" fmla="*/ 99 h 123"/>
              <a:gd name="T30" fmla="*/ 51 w 126"/>
              <a:gd name="T31" fmla="*/ 92 h 123"/>
              <a:gd name="T32" fmla="*/ 22 w 126"/>
              <a:gd name="T33" fmla="*/ 62 h 123"/>
              <a:gd name="T34" fmla="*/ 29 w 126"/>
              <a:gd name="T35" fmla="*/ 43 h 123"/>
              <a:gd name="T36" fmla="*/ 30 w 126"/>
              <a:gd name="T37" fmla="*/ 26 h 123"/>
              <a:gd name="T38" fmla="*/ 47 w 126"/>
              <a:gd name="T39" fmla="*/ 33 h 123"/>
              <a:gd name="T40" fmla="*/ 63 w 126"/>
              <a:gd name="T41" fmla="*/ 31 h 123"/>
              <a:gd name="T42" fmla="*/ 63 w 126"/>
              <a:gd name="T43" fmla="*/ 31 h 123"/>
              <a:gd name="T44" fmla="*/ 63 w 126"/>
              <a:gd name="T45" fmla="*/ 31 h 123"/>
              <a:gd name="T46" fmla="*/ 63 w 126"/>
              <a:gd name="T47" fmla="*/ 31 h 123"/>
              <a:gd name="T48" fmla="*/ 63 w 126"/>
              <a:gd name="T49" fmla="*/ 31 h 123"/>
              <a:gd name="T50" fmla="*/ 79 w 126"/>
              <a:gd name="T51" fmla="*/ 33 h 123"/>
              <a:gd name="T52" fmla="*/ 96 w 126"/>
              <a:gd name="T53" fmla="*/ 26 h 123"/>
              <a:gd name="T54" fmla="*/ 97 w 126"/>
              <a:gd name="T55" fmla="*/ 43 h 123"/>
              <a:gd name="T56" fmla="*/ 104 w 126"/>
              <a:gd name="T57" fmla="*/ 62 h 123"/>
              <a:gd name="T58" fmla="*/ 75 w 126"/>
              <a:gd name="T59" fmla="*/ 92 h 123"/>
              <a:gd name="T60" fmla="*/ 79 w 126"/>
              <a:gd name="T61" fmla="*/ 103 h 123"/>
              <a:gd name="T62" fmla="*/ 79 w 126"/>
              <a:gd name="T63" fmla="*/ 119 h 123"/>
              <a:gd name="T64" fmla="*/ 82 w 126"/>
              <a:gd name="T65" fmla="*/ 123 h 123"/>
              <a:gd name="T66" fmla="*/ 83 w 126"/>
              <a:gd name="T67" fmla="*/ 123 h 123"/>
              <a:gd name="T68" fmla="*/ 84 w 126"/>
              <a:gd name="T69" fmla="*/ 123 h 123"/>
              <a:gd name="T70" fmla="*/ 126 w 126"/>
              <a:gd name="T71" fmla="*/ 63 h 123"/>
              <a:gd name="T72" fmla="*/ 63 w 126"/>
              <a:gd name="T73" fmla="*/ 0 h 123"/>
            </a:gdLst>
            <a:ahLst/>
            <a:cxnLst/>
            <a:rect l="0" t="0" r="r" b="b"/>
            <a:pathLst>
              <a:path w="126" h="123">
                <a:moveTo>
                  <a:pt x="63" y="0"/>
                </a:moveTo>
                <a:cubicBezTo>
                  <a:pt x="28" y="0"/>
                  <a:pt x="0" y="28"/>
                  <a:pt x="0" y="63"/>
                </a:cubicBezTo>
                <a:cubicBezTo>
                  <a:pt x="0" y="91"/>
                  <a:pt x="17" y="114"/>
                  <a:pt x="42" y="123"/>
                </a:cubicBezTo>
                <a:cubicBezTo>
                  <a:pt x="42" y="123"/>
                  <a:pt x="42" y="123"/>
                  <a:pt x="42" y="123"/>
                </a:cubicBezTo>
                <a:cubicBezTo>
                  <a:pt x="43" y="123"/>
                  <a:pt x="43" y="123"/>
                  <a:pt x="44" y="123"/>
                </a:cubicBezTo>
                <a:cubicBezTo>
                  <a:pt x="46" y="123"/>
                  <a:pt x="47" y="122"/>
                  <a:pt x="47" y="119"/>
                </a:cubicBezTo>
                <a:cubicBezTo>
                  <a:pt x="47" y="119"/>
                  <a:pt x="47" y="119"/>
                  <a:pt x="47" y="119"/>
                </a:cubicBezTo>
                <a:cubicBezTo>
                  <a:pt x="47" y="119"/>
                  <a:pt x="47" y="119"/>
                  <a:pt x="47" y="119"/>
                </a:cubicBezTo>
                <a:cubicBezTo>
                  <a:pt x="47" y="116"/>
                  <a:pt x="47" y="112"/>
                  <a:pt x="47" y="108"/>
                </a:cubicBezTo>
                <a:cubicBezTo>
                  <a:pt x="43" y="109"/>
                  <a:pt x="37" y="110"/>
                  <a:pt x="34" y="108"/>
                </a:cubicBezTo>
                <a:cubicBezTo>
                  <a:pt x="30" y="106"/>
                  <a:pt x="27" y="103"/>
                  <a:pt x="25" y="98"/>
                </a:cubicBezTo>
                <a:cubicBezTo>
                  <a:pt x="23" y="92"/>
                  <a:pt x="17" y="90"/>
                  <a:pt x="17" y="89"/>
                </a:cubicBezTo>
                <a:cubicBezTo>
                  <a:pt x="16" y="88"/>
                  <a:pt x="23" y="86"/>
                  <a:pt x="26" y="90"/>
                </a:cubicBezTo>
                <a:cubicBezTo>
                  <a:pt x="30" y="94"/>
                  <a:pt x="33" y="102"/>
                  <a:pt x="40" y="101"/>
                </a:cubicBezTo>
                <a:cubicBezTo>
                  <a:pt x="44" y="100"/>
                  <a:pt x="46" y="100"/>
                  <a:pt x="48" y="99"/>
                </a:cubicBezTo>
                <a:cubicBezTo>
                  <a:pt x="48" y="97"/>
                  <a:pt x="49" y="94"/>
                  <a:pt x="51" y="92"/>
                </a:cubicBezTo>
                <a:cubicBezTo>
                  <a:pt x="34" y="89"/>
                  <a:pt x="22" y="80"/>
                  <a:pt x="22" y="62"/>
                </a:cubicBezTo>
                <a:cubicBezTo>
                  <a:pt x="22" y="54"/>
                  <a:pt x="25" y="47"/>
                  <a:pt x="29" y="43"/>
                </a:cubicBezTo>
                <a:cubicBezTo>
                  <a:pt x="28" y="39"/>
                  <a:pt x="27" y="30"/>
                  <a:pt x="30" y="26"/>
                </a:cubicBezTo>
                <a:cubicBezTo>
                  <a:pt x="30" y="26"/>
                  <a:pt x="35" y="24"/>
                  <a:pt x="47" y="33"/>
                </a:cubicBezTo>
                <a:cubicBezTo>
                  <a:pt x="52" y="32"/>
                  <a:pt x="57" y="31"/>
                  <a:pt x="63" y="31"/>
                </a:cubicBezTo>
                <a:cubicBezTo>
                  <a:pt x="63" y="31"/>
                  <a:pt x="63" y="31"/>
                  <a:pt x="63" y="31"/>
                </a:cubicBezTo>
                <a:cubicBezTo>
                  <a:pt x="63" y="31"/>
                  <a:pt x="63" y="31"/>
                  <a:pt x="63" y="31"/>
                </a:cubicBezTo>
                <a:cubicBezTo>
                  <a:pt x="63" y="31"/>
                  <a:pt x="63" y="31"/>
                  <a:pt x="63" y="31"/>
                </a:cubicBezTo>
                <a:cubicBezTo>
                  <a:pt x="63" y="31"/>
                  <a:pt x="63" y="31"/>
                  <a:pt x="63" y="31"/>
                </a:cubicBezTo>
                <a:cubicBezTo>
                  <a:pt x="69" y="31"/>
                  <a:pt x="74" y="32"/>
                  <a:pt x="79" y="33"/>
                </a:cubicBezTo>
                <a:cubicBezTo>
                  <a:pt x="92" y="24"/>
                  <a:pt x="96" y="26"/>
                  <a:pt x="96" y="26"/>
                </a:cubicBezTo>
                <a:cubicBezTo>
                  <a:pt x="99" y="30"/>
                  <a:pt x="98" y="39"/>
                  <a:pt x="97" y="43"/>
                </a:cubicBezTo>
                <a:cubicBezTo>
                  <a:pt x="101" y="47"/>
                  <a:pt x="104" y="54"/>
                  <a:pt x="104" y="62"/>
                </a:cubicBezTo>
                <a:cubicBezTo>
                  <a:pt x="104" y="80"/>
                  <a:pt x="92" y="89"/>
                  <a:pt x="75" y="92"/>
                </a:cubicBezTo>
                <a:cubicBezTo>
                  <a:pt x="79" y="95"/>
                  <a:pt x="79" y="101"/>
                  <a:pt x="79" y="103"/>
                </a:cubicBezTo>
                <a:cubicBezTo>
                  <a:pt x="79" y="105"/>
                  <a:pt x="79" y="119"/>
                  <a:pt x="79" y="119"/>
                </a:cubicBezTo>
                <a:cubicBezTo>
                  <a:pt x="79" y="122"/>
                  <a:pt x="80" y="123"/>
                  <a:pt x="82" y="123"/>
                </a:cubicBezTo>
                <a:cubicBezTo>
                  <a:pt x="83" y="123"/>
                  <a:pt x="83" y="123"/>
                  <a:pt x="83" y="123"/>
                </a:cubicBezTo>
                <a:cubicBezTo>
                  <a:pt x="84" y="123"/>
                  <a:pt x="84" y="123"/>
                  <a:pt x="84" y="123"/>
                </a:cubicBezTo>
                <a:cubicBezTo>
                  <a:pt x="109" y="114"/>
                  <a:pt x="126" y="91"/>
                  <a:pt x="126" y="63"/>
                </a:cubicBezTo>
                <a:cubicBezTo>
                  <a:pt x="126" y="28"/>
                  <a:pt x="98" y="0"/>
                  <a:pt x="63" y="0"/>
                </a:cubicBezTo>
                <a:close/>
              </a:path>
            </a:pathLst>
          </a:custGeom>
          <a:solidFill>
            <a:srgbClr val="FFFFFF"/>
          </a:solidFill>
          <a:ln>
            <a:noFill/>
          </a:ln>
        </p:spPr>
        <p:txBody>
          <a:bodyPr vert="horz" wrap="square" lIns="91440" tIns="45720" rIns="91440" bIns="45720" anchor="t"/>
          <a:lstStyle/>
          <a:p>
            <a:pPr>
              <a:buNone/>
              <a:defRPr>
                <a:latin typeface="Segoe Print"/>
                <a:ea typeface="Segoe Print"/>
                <a:cs typeface="Segoe Print"/>
              </a:defRPr>
            </a:pPr>
            <a:endParaRPr>
              <a:latin typeface="Segoe Print"/>
              <a:ea typeface="Segoe Print"/>
              <a:cs typeface="Segoe Print"/>
            </a:endParaRPr>
          </a:p>
        </p:txBody>
      </p:sp>
      <p:pic>
        <p:nvPicPr>
          <p:cNvPr id="51" name="Picture 2"/>
          <p:cNvPicPr>
            <a:picLocks noChangeAspect="1"/>
          </p:cNvPicPr>
          <p:nvPr/>
        </p:nvPicPr>
        <p:blipFill>
          <a:blip r:embed="rId5"/>
          <a:srcRect/>
          <a:stretch>
            <a:fillRect/>
          </a:stretch>
        </p:blipFill>
        <p:spPr>
          <a:xfrm>
            <a:off x="7448233" y="4982032"/>
            <a:ext cx="967249" cy="967249"/>
          </a:xfrm>
          <a:prstGeom prst="ellipse">
            <a:avLst/>
          </a:prstGeom>
          <a:ln w="63500" cap="rnd">
            <a:noFill/>
          </a:ln>
          <a:effectLst>
            <a:outerShdw blurRad="381000" dist="292100" dir="5400000" sx="-80000" sy="-18000" rotWithShape="0">
              <a:srgbClr val="000000">
                <a:alpha val="22000"/>
              </a:srgbClr>
            </a:outerShdw>
          </a:effectLst>
        </p:spPr>
      </p:pic>
      <p:sp>
        <p:nvSpPr>
          <p:cNvPr id="11" name="Text Placeholder 4">
            <a:extLst>
              <a:ext uri="{FF2B5EF4-FFF2-40B4-BE49-F238E27FC236}">
                <a16:creationId xmlns:a16="http://schemas.microsoft.com/office/drawing/2014/main" id="{D2E9AA61-262B-2581-E44C-4F5D9EBD5ADC}"/>
              </a:ext>
            </a:extLst>
          </p:cNvPr>
          <p:cNvSpPr>
            <a:spLocks noGrp="1"/>
          </p:cNvSpPr>
          <p:nvPr/>
        </p:nvSpPr>
        <p:spPr>
          <a:xfrm>
            <a:off x="8658928" y="2065410"/>
            <a:ext cx="3876675" cy="431800"/>
          </a:xfrm>
          <a:prstGeom prst="rect">
            <a:avLst/>
          </a:prstGeom>
        </p:spPr>
        <p:txBody>
          <a:bodyPr>
            <a:normAutofit/>
          </a:bodyPr>
          <a:lstStyle>
            <a:lvl1pPr marL="228600" indent="-228600" algn="l" defTabSz="914400">
              <a:lnSpc>
                <a:spcPct val="90000"/>
              </a:lnSpc>
              <a:spcBef>
                <a:spcPts val="1000"/>
              </a:spcBef>
              <a:buClr>
                <a:srgbClr val="2E7A40"/>
              </a:buClr>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Clr>
                <a:srgbClr val="2E7A40"/>
              </a:buClr>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Clr>
                <a:srgbClr val="2E7A40"/>
              </a:buClr>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Clr>
                <a:srgbClr val="2E7A40"/>
              </a:buClr>
              <a:buFont typeface="Arial"/>
              <a:buChar char="•"/>
              <a:defRPr sz="1600" kern="1200">
                <a:solidFill>
                  <a:schemeClr val="tx1"/>
                </a:solidFill>
                <a:latin typeface="+mn-lt"/>
                <a:ea typeface="+mn-lt"/>
                <a:cs typeface="+mn-lt"/>
              </a:defRPr>
            </a:lvl4pPr>
            <a:lvl5pPr marL="2057400" indent="-228600" algn="l" defTabSz="914400">
              <a:lnSpc>
                <a:spcPct val="90000"/>
              </a:lnSpc>
              <a:spcBef>
                <a:spcPts val="500"/>
              </a:spcBef>
              <a:buClr>
                <a:srgbClr val="2E7A40"/>
              </a:buClr>
              <a:buFont typeface="Arial"/>
              <a:buChar char="•"/>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buNone/>
              <a:defRPr>
                <a:latin typeface="Segoe Print"/>
                <a:ea typeface="Segoe Print"/>
                <a:cs typeface="Segoe Print"/>
              </a:defRPr>
            </a:pPr>
            <a:r>
              <a:rPr>
                <a:solidFill>
                  <a:schemeClr val="bg1">
                    <a:lumMod val="85000"/>
                  </a:schemeClr>
                </a:solidFill>
                <a:latin typeface="Segoe Print"/>
                <a:ea typeface="Segoe Print"/>
                <a:cs typeface="Segoe Print"/>
              </a:rPr>
              <a:t>marco_parenzan</a:t>
            </a:r>
          </a:p>
        </p:txBody>
      </p:sp>
      <p:sp>
        <p:nvSpPr>
          <p:cNvPr id="27" name="Text Placeholder 5">
            <a:extLst>
              <a:ext uri="{FF2B5EF4-FFF2-40B4-BE49-F238E27FC236}">
                <a16:creationId xmlns:a16="http://schemas.microsoft.com/office/drawing/2014/main" id="{CBF9D387-EDE2-B4A4-41C0-01397EC21F2F}"/>
              </a:ext>
            </a:extLst>
          </p:cNvPr>
          <p:cNvSpPr>
            <a:spLocks noGrp="1"/>
          </p:cNvSpPr>
          <p:nvPr/>
        </p:nvSpPr>
        <p:spPr>
          <a:xfrm>
            <a:off x="8443480" y="3074728"/>
            <a:ext cx="3876675" cy="431800"/>
          </a:xfrm>
          <a:prstGeom prst="rect">
            <a:avLst/>
          </a:prstGeom>
        </p:spPr>
        <p:txBody>
          <a:bodyPr>
            <a:normAutofit/>
          </a:bodyPr>
          <a:lstStyle>
            <a:lvl1pPr marL="228600" indent="-228600" algn="l" defTabSz="914400">
              <a:lnSpc>
                <a:spcPct val="90000"/>
              </a:lnSpc>
              <a:spcBef>
                <a:spcPts val="1000"/>
              </a:spcBef>
              <a:buClr>
                <a:srgbClr val="2E7A40"/>
              </a:buClr>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Clr>
                <a:srgbClr val="2E7A40"/>
              </a:buClr>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Clr>
                <a:srgbClr val="2E7A40"/>
              </a:buClr>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Clr>
                <a:srgbClr val="2E7A40"/>
              </a:buClr>
              <a:buFont typeface="Arial"/>
              <a:buChar char="•"/>
              <a:defRPr sz="1600" kern="1200">
                <a:solidFill>
                  <a:schemeClr val="tx1"/>
                </a:solidFill>
                <a:latin typeface="+mn-lt"/>
                <a:ea typeface="+mn-lt"/>
                <a:cs typeface="+mn-lt"/>
              </a:defRPr>
            </a:lvl4pPr>
            <a:lvl5pPr marL="2057400" indent="-228600" algn="l" defTabSz="914400">
              <a:lnSpc>
                <a:spcPct val="90000"/>
              </a:lnSpc>
              <a:spcBef>
                <a:spcPts val="500"/>
              </a:spcBef>
              <a:buClr>
                <a:srgbClr val="2E7A40"/>
              </a:buClr>
              <a:buFont typeface="Arial"/>
              <a:buChar char="•"/>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buNone/>
              <a:defRPr>
                <a:latin typeface="Segoe Print"/>
                <a:ea typeface="Segoe Print"/>
                <a:cs typeface="Segoe Print"/>
              </a:defRPr>
            </a:pPr>
            <a:r>
              <a:rPr>
                <a:latin typeface="Segoe Print"/>
                <a:ea typeface="Segoe Print"/>
                <a:cs typeface="Segoe Print"/>
              </a:rPr>
              <a:t>marcoparenzan</a:t>
            </a:r>
          </a:p>
        </p:txBody>
      </p:sp>
      <p:sp>
        <p:nvSpPr>
          <p:cNvPr id="28" name="Text Placeholder 6">
            <a:extLst>
              <a:ext uri="{FF2B5EF4-FFF2-40B4-BE49-F238E27FC236}">
                <a16:creationId xmlns:a16="http://schemas.microsoft.com/office/drawing/2014/main" id="{6DB9C5D6-EDD1-4233-7238-BC63871B3E49}"/>
              </a:ext>
            </a:extLst>
          </p:cNvPr>
          <p:cNvSpPr>
            <a:spLocks noGrp="1"/>
          </p:cNvSpPr>
          <p:nvPr/>
        </p:nvSpPr>
        <p:spPr>
          <a:xfrm>
            <a:off x="8443480" y="4193915"/>
            <a:ext cx="3876675" cy="431800"/>
          </a:xfrm>
          <a:prstGeom prst="rect">
            <a:avLst/>
          </a:prstGeom>
        </p:spPr>
        <p:txBody>
          <a:bodyPr>
            <a:normAutofit/>
          </a:bodyPr>
          <a:lstStyle>
            <a:lvl1pPr marL="228600" indent="-228600" algn="l" defTabSz="914400">
              <a:lnSpc>
                <a:spcPct val="90000"/>
              </a:lnSpc>
              <a:spcBef>
                <a:spcPts val="1000"/>
              </a:spcBef>
              <a:buClr>
                <a:srgbClr val="2E7A40"/>
              </a:buClr>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Clr>
                <a:srgbClr val="2E7A40"/>
              </a:buClr>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Clr>
                <a:srgbClr val="2E7A40"/>
              </a:buClr>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Clr>
                <a:srgbClr val="2E7A40"/>
              </a:buClr>
              <a:buFont typeface="Arial"/>
              <a:buChar char="•"/>
              <a:defRPr sz="1600" kern="1200">
                <a:solidFill>
                  <a:schemeClr val="tx1"/>
                </a:solidFill>
                <a:latin typeface="+mn-lt"/>
                <a:ea typeface="+mn-lt"/>
                <a:cs typeface="+mn-lt"/>
              </a:defRPr>
            </a:lvl4pPr>
            <a:lvl5pPr marL="2057400" indent="-228600" algn="l" defTabSz="914400">
              <a:lnSpc>
                <a:spcPct val="90000"/>
              </a:lnSpc>
              <a:spcBef>
                <a:spcPts val="500"/>
              </a:spcBef>
              <a:buClr>
                <a:srgbClr val="2E7A40"/>
              </a:buClr>
              <a:buFont typeface="Arial"/>
              <a:buChar char="•"/>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buNone/>
              <a:defRPr>
                <a:latin typeface="Segoe Print"/>
                <a:ea typeface="Segoe Print"/>
                <a:cs typeface="Segoe Print"/>
              </a:defRPr>
            </a:pPr>
            <a:r>
              <a:rPr>
                <a:latin typeface="Segoe Print"/>
                <a:ea typeface="Segoe Print"/>
                <a:cs typeface="Segoe Print"/>
              </a:rPr>
              <a:t>marcoparenzan</a:t>
            </a:r>
          </a:p>
        </p:txBody>
      </p:sp>
      <p:sp>
        <p:nvSpPr>
          <p:cNvPr id="30" name="Text Placeholder 18">
            <a:extLst>
              <a:ext uri="{FF2B5EF4-FFF2-40B4-BE49-F238E27FC236}">
                <a16:creationId xmlns:a16="http://schemas.microsoft.com/office/drawing/2014/main" id="{1EAFFF86-4B08-27C8-49F8-846D4401E6F0}"/>
              </a:ext>
            </a:extLst>
          </p:cNvPr>
          <p:cNvSpPr>
            <a:spLocks noGrp="1"/>
          </p:cNvSpPr>
          <p:nvPr/>
        </p:nvSpPr>
        <p:spPr>
          <a:xfrm>
            <a:off x="8443480" y="5266447"/>
            <a:ext cx="4010025" cy="803275"/>
          </a:xfrm>
          <a:prstGeom prst="rect">
            <a:avLst/>
          </a:prstGeom>
        </p:spPr>
        <p:txBody>
          <a:bodyPr vert="horz" lIns="91440" tIns="45720" rIns="91440" bIns="45720">
            <a:normAutofit/>
          </a:bodyPr>
          <a:lstStyle>
            <a:lvl1pPr marL="228600" indent="-228600" algn="l" defTabSz="914400">
              <a:lnSpc>
                <a:spcPct val="90000"/>
              </a:lnSpc>
              <a:spcBef>
                <a:spcPts val="1000"/>
              </a:spcBef>
              <a:buClr>
                <a:srgbClr val="2E7A40"/>
              </a:buClr>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Clr>
                <a:srgbClr val="2E7A40"/>
              </a:buClr>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Clr>
                <a:srgbClr val="2E7A40"/>
              </a:buClr>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Clr>
                <a:srgbClr val="2E7A40"/>
              </a:buClr>
              <a:buFont typeface="Arial"/>
              <a:buChar char="•"/>
              <a:defRPr sz="1600" kern="1200">
                <a:solidFill>
                  <a:schemeClr val="tx1"/>
                </a:solidFill>
                <a:latin typeface="+mn-lt"/>
                <a:ea typeface="+mn-lt"/>
                <a:cs typeface="+mn-lt"/>
              </a:defRPr>
            </a:lvl4pPr>
            <a:lvl5pPr marL="2057400" indent="-228600" algn="l" defTabSz="914400">
              <a:lnSpc>
                <a:spcPct val="90000"/>
              </a:lnSpc>
              <a:spcBef>
                <a:spcPts val="500"/>
              </a:spcBef>
              <a:buClr>
                <a:srgbClr val="2E7A40"/>
              </a:buClr>
              <a:buFont typeface="Arial"/>
              <a:buChar char="•"/>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buNone/>
              <a:defRPr>
                <a:latin typeface="Segoe Print"/>
                <a:ea typeface="Segoe Print"/>
                <a:cs typeface="Segoe Print"/>
              </a:defRPr>
            </a:pPr>
            <a:r>
              <a:rPr>
                <a:latin typeface="Segoe Print"/>
                <a:ea typeface="Segoe Print"/>
                <a:cs typeface="Segoe Print"/>
              </a:rPr>
              <a:t>marcoparenzan</a:t>
            </a:r>
          </a:p>
        </p:txBody>
      </p:sp>
      <p:pic>
        <p:nvPicPr>
          <p:cNvPr id="56" name="Picture 4"/>
          <p:cNvPicPr>
            <a:picLocks noChangeAspect="1"/>
          </p:cNvPicPr>
          <p:nvPr/>
        </p:nvPicPr>
        <p:blipFill>
          <a:blip r:embed="rId6"/>
          <a:srcRect/>
          <a:stretch>
            <a:fillRect/>
          </a:stretch>
        </p:blipFill>
        <p:spPr>
          <a:xfrm>
            <a:off x="4696437" y="2163252"/>
            <a:ext cx="1584901" cy="635751"/>
          </a:xfrm>
          <a:prstGeom prst="rect">
            <a:avLst/>
          </a:prstGeom>
        </p:spPr>
      </p:pic>
      <p:pic>
        <p:nvPicPr>
          <p:cNvPr id="57" name="Picture 6"/>
          <p:cNvPicPr>
            <a:picLocks noChangeAspect="1"/>
          </p:cNvPicPr>
          <p:nvPr/>
        </p:nvPicPr>
        <p:blipFill>
          <a:blip r:embed="rId7"/>
          <a:srcRect/>
          <a:stretch>
            <a:fillRect/>
          </a:stretch>
        </p:blipFill>
        <p:spPr>
          <a:xfrm>
            <a:off x="4684042" y="2921461"/>
            <a:ext cx="1609691" cy="652084"/>
          </a:xfrm>
          <a:prstGeom prst="rect">
            <a:avLst/>
          </a:prstGeom>
        </p:spPr>
      </p:pic>
      <p:pic>
        <p:nvPicPr>
          <p:cNvPr id="58" name="Picture 31"/>
          <p:cNvPicPr>
            <a:picLocks noChangeAspect="1"/>
          </p:cNvPicPr>
          <p:nvPr/>
        </p:nvPicPr>
        <p:blipFill>
          <a:blip r:embed="rId8"/>
          <a:stretch>
            <a:fillRect/>
          </a:stretch>
        </p:blipFill>
        <p:spPr>
          <a:xfrm>
            <a:off x="4684042" y="3696004"/>
            <a:ext cx="1609691" cy="536564"/>
          </a:xfrm>
          <a:prstGeom prst="rect">
            <a:avLst/>
          </a:prstGeom>
        </p:spPr>
      </p:pic>
      <p:sp>
        <p:nvSpPr>
          <p:cNvPr id="3" name="Text Placeholder 4">
            <a:extLst>
              <a:ext uri="{FF2B5EF4-FFF2-40B4-BE49-F238E27FC236}">
                <a16:creationId xmlns:a16="http://schemas.microsoft.com/office/drawing/2014/main" id="{079A4AEC-2489-5CAB-B8E3-A7643F093DCD}"/>
              </a:ext>
            </a:extLst>
          </p:cNvPr>
          <p:cNvSpPr>
            <a:spLocks noGrp="1"/>
          </p:cNvSpPr>
          <p:nvPr/>
        </p:nvSpPr>
        <p:spPr>
          <a:xfrm>
            <a:off x="8443480" y="1839853"/>
            <a:ext cx="3876675" cy="431800"/>
          </a:xfrm>
          <a:prstGeom prst="rect">
            <a:avLst/>
          </a:prstGeom>
        </p:spPr>
        <p:txBody>
          <a:bodyPr>
            <a:normAutofit fontScale="84142" lnSpcReduction="10000"/>
          </a:bodyPr>
          <a:lstStyle>
            <a:lvl1pPr marL="228600" indent="-228600" algn="l" defTabSz="914400">
              <a:lnSpc>
                <a:spcPct val="90000"/>
              </a:lnSpc>
              <a:spcBef>
                <a:spcPts val="1000"/>
              </a:spcBef>
              <a:buClr>
                <a:srgbClr val="2E7A40"/>
              </a:buClr>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Clr>
                <a:srgbClr val="2E7A40"/>
              </a:buClr>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Clr>
                <a:srgbClr val="2E7A40"/>
              </a:buClr>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Clr>
                <a:srgbClr val="2E7A40"/>
              </a:buClr>
              <a:buFont typeface="Arial"/>
              <a:buChar char="•"/>
              <a:defRPr sz="1600" kern="1200">
                <a:solidFill>
                  <a:schemeClr val="tx1"/>
                </a:solidFill>
                <a:latin typeface="+mn-lt"/>
                <a:ea typeface="+mn-lt"/>
                <a:cs typeface="+mn-lt"/>
              </a:defRPr>
            </a:lvl4pPr>
            <a:lvl5pPr marL="2057400" indent="-228600" algn="l" defTabSz="914400">
              <a:lnSpc>
                <a:spcPct val="90000"/>
              </a:lnSpc>
              <a:spcBef>
                <a:spcPts val="500"/>
              </a:spcBef>
              <a:buClr>
                <a:srgbClr val="2E7A40"/>
              </a:buClr>
              <a:buFont typeface="Arial"/>
              <a:buChar char="•"/>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buNone/>
              <a:defRPr>
                <a:latin typeface="Segoe Print"/>
                <a:ea typeface="Segoe Print"/>
                <a:cs typeface="Segoe Print"/>
              </a:defRPr>
            </a:pPr>
            <a:r>
              <a:rPr>
                <a:latin typeface="Segoe Print"/>
                <a:ea typeface="Segoe Print"/>
                <a:cs typeface="Segoe Print"/>
              </a:rPr>
              <a:t>marcoparenzan.bsky.social</a:t>
            </a:r>
          </a:p>
        </p:txBody>
      </p:sp>
      <p:sp>
        <p:nvSpPr>
          <p:cNvPr id="9" name="AutoShape 2">
            <a:extLst>
              <a:ext uri="{FF2B5EF4-FFF2-40B4-BE49-F238E27FC236}">
                <a16:creationId xmlns:a16="http://schemas.microsoft.com/office/drawing/2014/main" id="{225B484B-4FF2-E3E7-AAE5-63877B7D89C4}"/>
              </a:ext>
            </a:extLst>
          </p:cNvPr>
          <p:cNvSpPr>
            <a:spLocks noGrp="1"/>
          </p:cNvSpPr>
          <p:nvPr/>
        </p:nvSpPr>
        <p:spPr>
          <a:xfrm>
            <a:off x="6501628" y="2310943"/>
            <a:ext cx="763436" cy="523220"/>
          </a:xfrm>
          <a:prstGeom prst="rect">
            <a:avLst/>
          </a:prstGeom>
          <a:noFill/>
        </p:spPr>
        <p:txBody>
          <a:bodyPr wrap="square" lIns="91440" tIns="45720" rIns="91440" bIns="45720">
            <a:spAutoFit/>
          </a:bodyPr>
          <a:lstStyle/>
          <a:p>
            <a:pPr algn="ctr">
              <a:buNone/>
              <a:defRPr>
                <a:latin typeface="Segoe Print"/>
                <a:ea typeface="Segoe Print"/>
                <a:cs typeface="Segoe Print"/>
              </a:defRPr>
            </a:pPr>
            <a:endParaRPr sz="2800" b="1">
              <a:solidFill>
                <a:srgbClr val="324147"/>
              </a:solidFill>
              <a:latin typeface="Segoe Print"/>
              <a:ea typeface="Segoe Print"/>
              <a:cs typeface="Segoe Print"/>
            </a:endParaRPr>
          </a:p>
        </p:txBody>
      </p:sp>
      <p:sp>
        <p:nvSpPr>
          <p:cNvPr id="2" name="Rectangle 1">
            <a:extLst>
              <a:ext uri="{FF2B5EF4-FFF2-40B4-BE49-F238E27FC236}">
                <a16:creationId xmlns:a16="http://schemas.microsoft.com/office/drawing/2014/main" id="{3C14D452-5A10-111A-99EF-48014DCC3DAB}"/>
              </a:ext>
            </a:extLst>
          </p:cNvPr>
          <p:cNvSpPr>
            <a:spLocks noGrp="1"/>
          </p:cNvSpPr>
          <p:nvPr/>
        </p:nvSpPr>
        <p:spPr>
          <a:xfrm>
            <a:off x="5910884" y="1758090"/>
            <a:ext cx="740908" cy="523220"/>
          </a:xfrm>
          <a:prstGeom prst="rect">
            <a:avLst/>
          </a:prstGeom>
          <a:noFill/>
        </p:spPr>
        <p:txBody>
          <a:bodyPr wrap="none" lIns="91440" tIns="45720" rIns="91440" bIns="45720">
            <a:spAutoFit/>
          </a:bodyPr>
          <a:lstStyle/>
          <a:p>
            <a:pPr algn="ctr">
              <a:buNone/>
              <a:defRPr>
                <a:latin typeface="Segoe Print"/>
                <a:ea typeface="Segoe Print"/>
                <a:cs typeface="Segoe Print"/>
              </a:defRPr>
            </a:pPr>
            <a:r>
              <a:rPr sz="2800" b="1" cap="none" spc="0">
                <a:solidFill>
                  <a:srgbClr val="014085"/>
                </a:solidFill>
                <a:latin typeface="Segoe Print"/>
                <a:ea typeface="Segoe Print"/>
                <a:cs typeface="Segoe Print"/>
              </a:rPr>
              <a:t>IoT</a:t>
            </a:r>
          </a:p>
        </p:txBody>
      </p:sp>
      <p:pic>
        <p:nvPicPr>
          <p:cNvPr id="62" name="Picture 28"/>
          <p:cNvPicPr>
            <a:picLocks noChangeAspect="1"/>
          </p:cNvPicPr>
          <p:nvPr/>
        </p:nvPicPr>
        <p:blipFill>
          <a:blip r:embed="rId9"/>
          <a:stretch>
            <a:fillRect/>
          </a:stretch>
        </p:blipFill>
        <p:spPr>
          <a:xfrm>
            <a:off x="4931701" y="4427381"/>
            <a:ext cx="1098970" cy="1275141"/>
          </a:xfrm>
          <a:prstGeom prst="rect">
            <a:avLst/>
          </a:prstGeom>
        </p:spPr>
      </p:pic>
      <p:pic>
        <p:nvPicPr>
          <p:cNvPr id="63" name="Graphic 11"/>
          <p:cNvPicPr>
            <a:picLocks noChangeAspect="1"/>
          </p:cNvPicPr>
          <p:nvPr/>
        </p:nvPicPr>
        <p:blipFill>
          <a:blip>
            <a:extLst>
              <a:ext uri="{96DAC541-7B7A-43D3-8B79-37D633B846F1}">
                <asvg:svgBlip xmlns:asvg="http://schemas.microsoft.com/office/drawing/2016/SVG/main" r:embed="rId10"/>
              </a:ext>
            </a:extLst>
          </a:blip>
          <a:stretch>
            <a:fillRect/>
          </a:stretch>
        </p:blipFill>
        <p:spPr>
          <a:xfrm rot="8124349">
            <a:off x="6908880" y="4314933"/>
            <a:ext cx="609600" cy="914400"/>
          </a:xfrm>
          <a:prstGeom prst="rect">
            <a:avLst/>
          </a:prstGeom>
        </p:spPr>
      </p:pic>
      <p:pic>
        <p:nvPicPr>
          <p:cNvPr id="64" name="Picture 14"/>
          <p:cNvPicPr>
            <a:picLocks noChangeAspect="1"/>
          </p:cNvPicPr>
          <p:nvPr/>
        </p:nvPicPr>
        <p:blipFill>
          <a:blip r:embed="rId11"/>
          <a:stretch>
            <a:fillRect/>
          </a:stretch>
        </p:blipFill>
        <p:spPr>
          <a:xfrm rot="6659039">
            <a:off x="6648774" y="4725872"/>
            <a:ext cx="609600" cy="914400"/>
          </a:xfrm>
          <a:prstGeom prst="rect">
            <a:avLst/>
          </a:prstGeom>
        </p:spPr>
      </p:pic>
      <p:pic>
        <p:nvPicPr>
          <p:cNvPr id="65" name="Picture 30"/>
          <p:cNvPicPr>
            <a:picLocks noChangeAspect="1"/>
          </p:cNvPicPr>
          <p:nvPr/>
        </p:nvPicPr>
        <p:blipFill>
          <a:blip r:embed="rId12"/>
          <a:stretch>
            <a:fillRect/>
          </a:stretch>
        </p:blipFill>
        <p:spPr>
          <a:xfrm rot="4659396">
            <a:off x="6648774" y="5255655"/>
            <a:ext cx="609600" cy="914400"/>
          </a:xfrm>
          <a:prstGeom prst="rect">
            <a:avLst/>
          </a:prstGeom>
        </p:spPr>
      </p:pic>
      <p:pic>
        <p:nvPicPr>
          <p:cNvPr id="66" name="Picture 32"/>
          <p:cNvPicPr>
            <a:picLocks noChangeAspect="1"/>
          </p:cNvPicPr>
          <p:nvPr/>
        </p:nvPicPr>
        <p:blipFill>
          <a:blip r:embed="rId13"/>
          <a:stretch>
            <a:fillRect/>
          </a:stretch>
        </p:blipFill>
        <p:spPr>
          <a:xfrm rot="2657831">
            <a:off x="6909466" y="5696999"/>
            <a:ext cx="609600" cy="914400"/>
          </a:xfrm>
          <a:prstGeom prst="rect">
            <a:avLst/>
          </a:prstGeom>
        </p:spPr>
      </p:pic>
      <p:pic>
        <p:nvPicPr>
          <p:cNvPr id="67" name="Picture 5"/>
          <p:cNvPicPr>
            <a:picLocks noChangeAspect="1"/>
          </p:cNvPicPr>
          <p:nvPr/>
        </p:nvPicPr>
        <p:blipFill>
          <a:blip r:embed="rId14"/>
          <a:stretch>
            <a:fillRect/>
          </a:stretch>
        </p:blipFill>
        <p:spPr>
          <a:xfrm>
            <a:off x="633364" y="1754042"/>
            <a:ext cx="4094930" cy="4094930"/>
          </a:xfrm>
          <a:prstGeom prst="rect">
            <a:avLst/>
          </a:prstGeom>
        </p:spPr>
      </p:pic>
    </p:spTree>
    <p:extLst>
      <p:ext uri="{BB962C8B-B14F-4D97-AF65-F5344CB8AC3E}">
        <p14:creationId xmlns:p14="http://schemas.microsoft.com/office/powerpoint/2010/main" val="19484864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C3249-A2CB-E735-8562-927F4AA7B49B}"/>
              </a:ext>
            </a:extLst>
          </p:cNvPr>
          <p:cNvSpPr>
            <a:spLocks noGrp="1"/>
          </p:cNvSpPr>
          <p:nvPr>
            <p:ph type="title"/>
          </p:nvPr>
        </p:nvSpPr>
        <p:spPr/>
        <p:txBody>
          <a:bodyPr/>
          <a:lstStyle/>
          <a:p>
            <a:r>
              <a:rPr lang="it-IT" dirty="0"/>
              <a:t>Sto girando attorno all’idea di un MES </a:t>
            </a:r>
            <a:br>
              <a:rPr lang="it-IT" dirty="0"/>
            </a:br>
            <a:r>
              <a:rPr lang="it-IT" dirty="0"/>
              <a:t>(forse uno SCADA?)</a:t>
            </a:r>
          </a:p>
        </p:txBody>
      </p:sp>
      <p:sp>
        <p:nvSpPr>
          <p:cNvPr id="3" name="Content Placeholder 2">
            <a:extLst>
              <a:ext uri="{FF2B5EF4-FFF2-40B4-BE49-F238E27FC236}">
                <a16:creationId xmlns:a16="http://schemas.microsoft.com/office/drawing/2014/main" id="{F433AA36-8197-94D7-9781-30EF22F95308}"/>
              </a:ext>
            </a:extLst>
          </p:cNvPr>
          <p:cNvSpPr>
            <a:spLocks noGrp="1"/>
          </p:cNvSpPr>
          <p:nvPr>
            <p:ph sz="half" idx="1"/>
          </p:nvPr>
        </p:nvSpPr>
        <p:spPr/>
        <p:txBody>
          <a:bodyPr>
            <a:normAutofit fontScale="92500"/>
          </a:bodyPr>
          <a:lstStyle/>
          <a:p>
            <a:r>
              <a:rPr lang="it-IT" dirty="0"/>
              <a:t>Un applicativo che «rappresenti» l’IoT</a:t>
            </a:r>
          </a:p>
          <a:p>
            <a:pPr lvl="1"/>
            <a:r>
              <a:rPr lang="it-IT" dirty="0"/>
              <a:t>Magari mi avete sentito dire «Fabric il backend dell’IoT» oppure mi sentite ricordare a malincuore «IoT Central»</a:t>
            </a:r>
          </a:p>
          <a:p>
            <a:r>
              <a:rPr lang="it-IT" dirty="0"/>
              <a:t>La domanda è: ha senso nel 2026?</a:t>
            </a:r>
          </a:p>
          <a:p>
            <a:pPr lvl="1"/>
            <a:r>
              <a:rPr lang="it-IT" dirty="0"/>
              <a:t>Io ho idea di si</a:t>
            </a:r>
          </a:p>
          <a:p>
            <a:r>
              <a:rPr lang="it-IT" dirty="0"/>
              <a:t>Sto facendo tanti tentativi</a:t>
            </a:r>
          </a:p>
          <a:p>
            <a:r>
              <a:rPr lang="it-IT" dirty="0"/>
              <a:t>MES, SCADA...Unified NameSpace</a:t>
            </a:r>
          </a:p>
        </p:txBody>
      </p:sp>
      <p:sp>
        <p:nvSpPr>
          <p:cNvPr id="4" name="Content Placeholder 3">
            <a:extLst>
              <a:ext uri="{FF2B5EF4-FFF2-40B4-BE49-F238E27FC236}">
                <a16:creationId xmlns:a16="http://schemas.microsoft.com/office/drawing/2014/main" id="{DC98763D-9F4B-4424-2AC9-715F87FFB0B8}"/>
              </a:ext>
            </a:extLst>
          </p:cNvPr>
          <p:cNvSpPr>
            <a:spLocks noGrp="1"/>
          </p:cNvSpPr>
          <p:nvPr>
            <p:ph sz="half" idx="2"/>
          </p:nvPr>
        </p:nvSpPr>
        <p:spPr/>
        <p:txBody>
          <a:bodyPr>
            <a:normAutofit fontScale="92500"/>
          </a:bodyPr>
          <a:lstStyle/>
          <a:p>
            <a:endParaRPr lang="it-IT"/>
          </a:p>
        </p:txBody>
      </p:sp>
      <p:pic>
        <p:nvPicPr>
          <p:cNvPr id="6" name="Picture 5">
            <a:extLst>
              <a:ext uri="{FF2B5EF4-FFF2-40B4-BE49-F238E27FC236}">
                <a16:creationId xmlns:a16="http://schemas.microsoft.com/office/drawing/2014/main" id="{4662F3B2-6557-F611-B118-33AC00C6F752}"/>
              </a:ext>
            </a:extLst>
          </p:cNvPr>
          <p:cNvPicPr>
            <a:picLocks noChangeAspect="1"/>
          </p:cNvPicPr>
          <p:nvPr/>
        </p:nvPicPr>
        <p:blipFill>
          <a:blip r:embed="rId2"/>
          <a:stretch>
            <a:fillRect/>
          </a:stretch>
        </p:blipFill>
        <p:spPr>
          <a:xfrm>
            <a:off x="6540268" y="1327806"/>
            <a:ext cx="4445463" cy="2101194"/>
          </a:xfrm>
          <a:prstGeom prst="rect">
            <a:avLst/>
          </a:prstGeom>
          <a:ln w="88900" cap="sq" cmpd="thickThin">
            <a:solidFill>
              <a:srgbClr val="000000"/>
            </a:solidFill>
            <a:prstDash val="solid"/>
            <a:miter lim="800000"/>
          </a:ln>
          <a:effectLst>
            <a:innerShdw blurRad="76200">
              <a:srgbClr val="000000"/>
            </a:innerShdw>
          </a:effectLst>
        </p:spPr>
      </p:pic>
      <p:pic>
        <p:nvPicPr>
          <p:cNvPr id="8" name="Picture 7">
            <a:extLst>
              <a:ext uri="{FF2B5EF4-FFF2-40B4-BE49-F238E27FC236}">
                <a16:creationId xmlns:a16="http://schemas.microsoft.com/office/drawing/2014/main" id="{166F3E40-1A3E-052F-A0A3-CE07F0E7419A}"/>
              </a:ext>
            </a:extLst>
          </p:cNvPr>
          <p:cNvPicPr>
            <a:picLocks noChangeAspect="1"/>
          </p:cNvPicPr>
          <p:nvPr/>
        </p:nvPicPr>
        <p:blipFill>
          <a:blip r:embed="rId3"/>
          <a:stretch>
            <a:fillRect/>
          </a:stretch>
        </p:blipFill>
        <p:spPr>
          <a:xfrm>
            <a:off x="6400799" y="3675491"/>
            <a:ext cx="4687275" cy="2212749"/>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528806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27E2371-1055-71BC-24BD-651564A2B40A}"/>
              </a:ext>
            </a:extLst>
          </p:cNvPr>
          <p:cNvSpPr>
            <a:spLocks noGrp="1"/>
          </p:cNvSpPr>
          <p:nvPr>
            <p:ph type="title"/>
          </p:nvPr>
        </p:nvSpPr>
        <p:spPr>
          <a:xfrm>
            <a:off x="838200" y="365125"/>
            <a:ext cx="10515600" cy="1325563"/>
          </a:xfrm>
        </p:spPr>
        <p:txBody>
          <a:bodyPr/>
          <a:lstStyle/>
          <a:p>
            <a:r>
              <a:rPr lang="it-IT" dirty="0"/>
              <a:t>𝗪𝗵𝘆 𝗕𝘂𝗶𝗹𝗱 𝗮𝗻 𝗠𝗘𝗦 𝗪𝗵𝗲𝗻 𝗬𝗼𝘂 𝗖𝗮𝗻 𝗕𝘂𝘆 𝗢𝗻𝗲?</a:t>
            </a:r>
          </a:p>
        </p:txBody>
      </p:sp>
      <p:pic>
        <p:nvPicPr>
          <p:cNvPr id="5" name="Content Placeholder 4" descr="View image">
            <a:extLst>
              <a:ext uri="{FF2B5EF4-FFF2-40B4-BE49-F238E27FC236}">
                <a16:creationId xmlns:a16="http://schemas.microsoft.com/office/drawing/2014/main" id="{1F53AD09-91C6-6641-DD6F-88A5CA4D445F}"/>
              </a:ext>
            </a:extLst>
          </p:cNvPr>
          <p:cNvPicPr>
            <a:picLocks noGrp="1" noChangeAspect="1"/>
          </p:cNvPicPr>
          <p:nvPr>
            <p:ph idx="1"/>
          </p:nvPr>
        </p:nvPicPr>
        <p:blipFill>
          <a:blip r:embed="rId3"/>
          <a:stretch>
            <a:fillRect/>
          </a:stretch>
        </p:blipFill>
        <p:spPr>
          <a:xfrm>
            <a:off x="2371724" y="1564322"/>
            <a:ext cx="7724775" cy="4216440"/>
          </a:xfrm>
        </p:spPr>
      </p:pic>
      <p:sp>
        <p:nvSpPr>
          <p:cNvPr id="12" name="TextBox 11">
            <a:extLst>
              <a:ext uri="{FF2B5EF4-FFF2-40B4-BE49-F238E27FC236}">
                <a16:creationId xmlns:a16="http://schemas.microsoft.com/office/drawing/2014/main" id="{8181509D-3D02-3FFD-73C5-6E5E35324818}"/>
              </a:ext>
            </a:extLst>
          </p:cNvPr>
          <p:cNvSpPr txBox="1"/>
          <p:nvPr/>
        </p:nvSpPr>
        <p:spPr>
          <a:xfrm>
            <a:off x="2997994" y="5780762"/>
            <a:ext cx="6196012" cy="369332"/>
          </a:xfrm>
          <a:prstGeom prst="rect">
            <a:avLst/>
          </a:prstGeom>
          <a:noFill/>
        </p:spPr>
        <p:txBody>
          <a:bodyPr wrap="square">
            <a:spAutoFit/>
          </a:bodyPr>
          <a:lstStyle/>
          <a:p>
            <a:pPr algn="ctr"/>
            <a:r>
              <a:rPr lang="it-IT" dirty="0">
                <a:hlinkClick r:id="rId4"/>
              </a:rPr>
              <a:t>https://lnkd.in/p/dn85EY9h</a:t>
            </a:r>
            <a:r>
              <a:rPr lang="it-IT" dirty="0"/>
              <a:t> </a:t>
            </a:r>
          </a:p>
        </p:txBody>
      </p:sp>
      <p:pic>
        <p:nvPicPr>
          <p:cNvPr id="2" name="Picture 1">
            <a:extLst>
              <a:ext uri="{FF2B5EF4-FFF2-40B4-BE49-F238E27FC236}">
                <a16:creationId xmlns:a16="http://schemas.microsoft.com/office/drawing/2014/main" id="{00307267-FBAB-5B67-8EAE-91B08A6DAA61}"/>
              </a:ext>
            </a:extLst>
          </p:cNvPr>
          <p:cNvPicPr>
            <a:picLocks noChangeAspect="1"/>
          </p:cNvPicPr>
          <p:nvPr/>
        </p:nvPicPr>
        <p:blipFill>
          <a:blip r:embed="rId5"/>
          <a:stretch>
            <a:fillRect/>
          </a:stretch>
        </p:blipFill>
        <p:spPr>
          <a:xfrm>
            <a:off x="13596257" y="751595"/>
            <a:ext cx="9296400" cy="5127546"/>
          </a:xfrm>
          <a:prstGeom prst="rect">
            <a:avLst/>
          </a:prstGeom>
        </p:spPr>
      </p:pic>
    </p:spTree>
    <p:extLst>
      <p:ext uri="{BB962C8B-B14F-4D97-AF65-F5344CB8AC3E}">
        <p14:creationId xmlns:p14="http://schemas.microsoft.com/office/powerpoint/2010/main" val="23432418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B5219-D845-7ABF-9FE7-C628100B6A7F}"/>
              </a:ext>
            </a:extLst>
          </p:cNvPr>
          <p:cNvSpPr>
            <a:spLocks noGrp="1"/>
          </p:cNvSpPr>
          <p:nvPr>
            <p:ph type="title"/>
          </p:nvPr>
        </p:nvSpPr>
        <p:spPr>
          <a:xfrm>
            <a:off x="838200" y="365125"/>
            <a:ext cx="10515600" cy="1325563"/>
          </a:xfrm>
        </p:spPr>
        <p:txBody>
          <a:bodyPr/>
          <a:lstStyle/>
          <a:p>
            <a:r>
              <a:rPr lang="it-IT" dirty="0"/>
              <a:t>Obiettivo</a:t>
            </a:r>
          </a:p>
        </p:txBody>
      </p:sp>
      <p:sp>
        <p:nvSpPr>
          <p:cNvPr id="5" name="Rectangle 4">
            <a:extLst>
              <a:ext uri="{FF2B5EF4-FFF2-40B4-BE49-F238E27FC236}">
                <a16:creationId xmlns:a16="http://schemas.microsoft.com/office/drawing/2014/main" id="{B1252833-BD77-0B70-26C4-14EE80FED265}"/>
              </a:ext>
            </a:extLst>
          </p:cNvPr>
          <p:cNvSpPr/>
          <p:nvPr/>
        </p:nvSpPr>
        <p:spPr>
          <a:xfrm>
            <a:off x="116415" y="1878763"/>
            <a:ext cx="11959172" cy="4247317"/>
          </a:xfrm>
          <a:prstGeom prst="rect">
            <a:avLst/>
          </a:prstGeom>
          <a:noFill/>
        </p:spPr>
        <p:txBody>
          <a:bodyPr wrap="none" lIns="91440" tIns="45720" rIns="91440" bIns="45720">
            <a:spAutoFit/>
          </a:bodyPr>
          <a:lstStyle/>
          <a:p>
            <a:pPr algn="ctr"/>
            <a:r>
              <a:rPr lang="en-US" sz="5400" dirty="0">
                <a:ln w="0"/>
                <a:solidFill>
                  <a:srgbClr val="2980B9"/>
                </a:solidFill>
                <a:effectLst>
                  <a:outerShdw blurRad="38100" dist="25400" dir="5400000" algn="ctr" rotWithShape="0">
                    <a:srgbClr val="6E747A">
                      <a:alpha val="43000"/>
                    </a:srgbClr>
                  </a:outerShdw>
                </a:effectLst>
              </a:rPr>
              <a:t>Il </a:t>
            </a:r>
            <a:r>
              <a:rPr lang="en-US" sz="5400" dirty="0" err="1">
                <a:ln w="0"/>
                <a:solidFill>
                  <a:srgbClr val="2980B9"/>
                </a:solidFill>
                <a:effectLst>
                  <a:outerShdw blurRad="38100" dist="25400" dir="5400000" algn="ctr" rotWithShape="0">
                    <a:srgbClr val="6E747A">
                      <a:alpha val="43000"/>
                    </a:srgbClr>
                  </a:outerShdw>
                </a:effectLst>
              </a:rPr>
              <a:t>tema</a:t>
            </a:r>
            <a:r>
              <a:rPr lang="en-US" sz="5400" dirty="0">
                <a:ln w="0"/>
                <a:solidFill>
                  <a:srgbClr val="2980B9"/>
                </a:solidFill>
                <a:effectLst>
                  <a:outerShdw blurRad="38100" dist="25400" dir="5400000" algn="ctr" rotWithShape="0">
                    <a:srgbClr val="6E747A">
                      <a:alpha val="43000"/>
                    </a:srgbClr>
                  </a:outerShdw>
                </a:effectLst>
              </a:rPr>
              <a:t> non è tanto il MES di per </a:t>
            </a:r>
            <a:r>
              <a:rPr lang="en-US" sz="5400" dirty="0" err="1">
                <a:ln w="0"/>
                <a:solidFill>
                  <a:srgbClr val="2980B9"/>
                </a:solidFill>
                <a:effectLst>
                  <a:outerShdw blurRad="38100" dist="25400" dir="5400000" algn="ctr" rotWithShape="0">
                    <a:srgbClr val="6E747A">
                      <a:alpha val="43000"/>
                    </a:srgbClr>
                  </a:outerShdw>
                </a:effectLst>
              </a:rPr>
              <a:t>sé</a:t>
            </a:r>
            <a:endParaRPr lang="en-US" sz="5400" dirty="0">
              <a:ln w="0"/>
              <a:solidFill>
                <a:srgbClr val="2980B9"/>
              </a:solidFill>
              <a:effectLst>
                <a:outerShdw blurRad="38100" dist="25400" dir="5400000" algn="ctr" rotWithShape="0">
                  <a:srgbClr val="6E747A">
                    <a:alpha val="43000"/>
                  </a:srgbClr>
                </a:outerShdw>
              </a:effectLst>
            </a:endParaRPr>
          </a:p>
          <a:p>
            <a:pPr algn="ctr"/>
            <a:r>
              <a:rPr lang="en-US" sz="5400" dirty="0">
                <a:ln w="0"/>
                <a:solidFill>
                  <a:srgbClr val="2980B9"/>
                </a:solidFill>
                <a:effectLst>
                  <a:outerShdw blurRad="38100" dist="25400" dir="5400000" algn="ctr" rotWithShape="0">
                    <a:srgbClr val="6E747A">
                      <a:alpha val="43000"/>
                    </a:srgbClr>
                  </a:outerShdw>
                </a:effectLst>
              </a:rPr>
              <a:t>ma </a:t>
            </a:r>
            <a:r>
              <a:rPr lang="en-US" sz="5400" dirty="0" err="1">
                <a:ln w="0"/>
                <a:solidFill>
                  <a:srgbClr val="2980B9"/>
                </a:solidFill>
                <a:effectLst>
                  <a:outerShdw blurRad="38100" dist="25400" dir="5400000" algn="ctr" rotWithShape="0">
                    <a:srgbClr val="6E747A">
                      <a:alpha val="43000"/>
                    </a:srgbClr>
                  </a:outerShdw>
                </a:effectLst>
              </a:rPr>
              <a:t>sostenere</a:t>
            </a:r>
            <a:r>
              <a:rPr lang="en-US" sz="5400" dirty="0">
                <a:ln w="0"/>
                <a:solidFill>
                  <a:srgbClr val="2980B9"/>
                </a:solidFill>
                <a:effectLst>
                  <a:outerShdw blurRad="38100" dist="25400" dir="5400000" algn="ctr" rotWithShape="0">
                    <a:srgbClr val="6E747A">
                      <a:alpha val="43000"/>
                    </a:srgbClr>
                  </a:outerShdw>
                </a:effectLst>
              </a:rPr>
              <a:t> il “make” </a:t>
            </a:r>
            <a:r>
              <a:rPr lang="en-US" sz="5400" dirty="0" err="1">
                <a:ln w="0"/>
                <a:solidFill>
                  <a:srgbClr val="2980B9"/>
                </a:solidFill>
                <a:effectLst>
                  <a:outerShdw blurRad="38100" dist="25400" dir="5400000" algn="ctr" rotWithShape="0">
                    <a:srgbClr val="6E747A">
                      <a:alpha val="43000"/>
                    </a:srgbClr>
                  </a:outerShdw>
                </a:effectLst>
              </a:rPr>
              <a:t>sul</a:t>
            </a:r>
            <a:r>
              <a:rPr lang="en-US" sz="5400" dirty="0">
                <a:ln w="0"/>
                <a:solidFill>
                  <a:srgbClr val="2980B9"/>
                </a:solidFill>
                <a:effectLst>
                  <a:outerShdw blurRad="38100" dist="25400" dir="5400000" algn="ctr" rotWithShape="0">
                    <a:srgbClr val="6E747A">
                      <a:alpha val="43000"/>
                    </a:srgbClr>
                  </a:outerShdw>
                </a:effectLst>
              </a:rPr>
              <a:t> “buy”</a:t>
            </a:r>
            <a:br>
              <a:rPr lang="en-US" sz="5400" dirty="0">
                <a:ln w="0"/>
                <a:solidFill>
                  <a:srgbClr val="2980B9"/>
                </a:solidFill>
                <a:effectLst>
                  <a:outerShdw blurRad="38100" dist="25400" dir="5400000" algn="ctr" rotWithShape="0">
                    <a:srgbClr val="6E747A">
                      <a:alpha val="43000"/>
                    </a:srgbClr>
                  </a:outerShdw>
                </a:effectLst>
              </a:rPr>
            </a:br>
            <a:r>
              <a:rPr lang="en-US" sz="5400" dirty="0" err="1">
                <a:ln w="0"/>
                <a:solidFill>
                  <a:srgbClr val="2980B9"/>
                </a:solidFill>
                <a:effectLst>
                  <a:outerShdw blurRad="38100" dist="25400" dir="5400000" algn="ctr" rotWithShape="0">
                    <a:srgbClr val="6E747A">
                      <a:alpha val="43000"/>
                    </a:srgbClr>
                  </a:outerShdw>
                </a:effectLst>
              </a:rPr>
              <a:t>nell’era</a:t>
            </a:r>
            <a:r>
              <a:rPr lang="en-US" sz="5400" dirty="0">
                <a:ln w="0"/>
                <a:solidFill>
                  <a:srgbClr val="2980B9"/>
                </a:solidFill>
                <a:effectLst>
                  <a:outerShdw blurRad="38100" dist="25400" dir="5400000" algn="ctr" rotWithShape="0">
                    <a:srgbClr val="6E747A">
                      <a:alpha val="43000"/>
                    </a:srgbClr>
                  </a:outerShdw>
                </a:effectLst>
              </a:rPr>
              <a:t> della GenAI </a:t>
            </a:r>
            <a:br>
              <a:rPr lang="en-US" sz="5400" dirty="0">
                <a:ln w="0"/>
                <a:solidFill>
                  <a:srgbClr val="2980B9"/>
                </a:solidFill>
                <a:effectLst>
                  <a:outerShdw blurRad="38100" dist="25400" dir="5400000" algn="ctr" rotWithShape="0">
                    <a:srgbClr val="6E747A">
                      <a:alpha val="43000"/>
                    </a:srgbClr>
                  </a:outerShdw>
                </a:effectLst>
              </a:rPr>
            </a:br>
            <a:r>
              <a:rPr lang="en-US" sz="5400" dirty="0">
                <a:ln w="0"/>
                <a:solidFill>
                  <a:srgbClr val="2980B9"/>
                </a:solidFill>
                <a:effectLst>
                  <a:outerShdw blurRad="38100" dist="25400" dir="5400000" algn="ctr" rotWithShape="0">
                    <a:srgbClr val="6E747A">
                      <a:alpha val="43000"/>
                    </a:srgbClr>
                  </a:outerShdw>
                </a:effectLst>
              </a:rPr>
              <a:t>e del vibe coding</a:t>
            </a:r>
          </a:p>
          <a:p>
            <a:pPr algn="ctr"/>
            <a:r>
              <a:rPr lang="en-US" sz="5400" dirty="0">
                <a:ln w="0"/>
                <a:solidFill>
                  <a:srgbClr val="2980B9"/>
                </a:solidFill>
                <a:effectLst>
                  <a:outerShdw blurRad="38100" dist="25400" dir="5400000" algn="ctr" rotWithShape="0">
                    <a:srgbClr val="6E747A">
                      <a:alpha val="43000"/>
                    </a:srgbClr>
                  </a:outerShdw>
                </a:effectLst>
              </a:rPr>
              <a:t>Con il </a:t>
            </a:r>
            <a:r>
              <a:rPr lang="en-US" sz="5400" dirty="0" err="1">
                <a:ln w="0"/>
                <a:solidFill>
                  <a:srgbClr val="2980B9"/>
                </a:solidFill>
                <a:effectLst>
                  <a:outerShdw blurRad="38100" dist="25400" dir="5400000" algn="ctr" rotWithShape="0">
                    <a:srgbClr val="6E747A">
                      <a:alpha val="43000"/>
                    </a:srgbClr>
                  </a:outerShdw>
                </a:effectLst>
              </a:rPr>
              <a:t>fondo</a:t>
            </a:r>
            <a:r>
              <a:rPr lang="en-US" sz="5400" dirty="0">
                <a:ln w="0"/>
                <a:solidFill>
                  <a:srgbClr val="2980B9"/>
                </a:solidFill>
                <a:effectLst>
                  <a:outerShdw blurRad="38100" dist="25400" dir="5400000" algn="ctr" rotWithShape="0">
                    <a:srgbClr val="6E747A">
                      <a:alpha val="43000"/>
                    </a:srgbClr>
                  </a:outerShdw>
                </a:effectLst>
              </a:rPr>
              <a:t> della </a:t>
            </a:r>
            <a:r>
              <a:rPr lang="en-US" sz="5400" dirty="0" err="1">
                <a:ln w="0"/>
                <a:solidFill>
                  <a:srgbClr val="2980B9"/>
                </a:solidFill>
                <a:effectLst>
                  <a:outerShdw blurRad="38100" dist="25400" dir="5400000" algn="ctr" rotWithShape="0">
                    <a:srgbClr val="6E747A">
                      <a:alpha val="43000"/>
                    </a:srgbClr>
                  </a:outerShdw>
                </a:effectLst>
              </a:rPr>
              <a:t>promessa</a:t>
            </a:r>
            <a:r>
              <a:rPr lang="en-US" sz="5400" dirty="0">
                <a:ln w="0"/>
                <a:solidFill>
                  <a:srgbClr val="2980B9"/>
                </a:solidFill>
                <a:effectLst>
                  <a:outerShdw blurRad="38100" dist="25400" dir="5400000" algn="ctr" rotWithShape="0">
                    <a:srgbClr val="6E747A">
                      <a:alpha val="43000"/>
                    </a:srgbClr>
                  </a:outerShdw>
                </a:effectLst>
              </a:rPr>
              <a:t> del Low-Code</a:t>
            </a:r>
          </a:p>
        </p:txBody>
      </p:sp>
    </p:spTree>
    <p:extLst>
      <p:ext uri="{BB962C8B-B14F-4D97-AF65-F5344CB8AC3E}">
        <p14:creationId xmlns:p14="http://schemas.microsoft.com/office/powerpoint/2010/main" val="21358094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7656A-CDDF-6A6B-869B-11389ACDB9F3}"/>
              </a:ext>
            </a:extLst>
          </p:cNvPr>
          <p:cNvSpPr>
            <a:spLocks noGrp="1"/>
          </p:cNvSpPr>
          <p:nvPr>
            <p:ph type="title"/>
          </p:nvPr>
        </p:nvSpPr>
        <p:spPr>
          <a:xfrm>
            <a:off x="838200" y="365125"/>
            <a:ext cx="10515600" cy="1325563"/>
          </a:xfrm>
        </p:spPr>
        <p:txBody>
          <a:bodyPr/>
          <a:lstStyle/>
          <a:p>
            <a:r>
              <a:rPr lang="it-IT"/>
              <a:t>Agenda</a:t>
            </a:r>
            <a:endParaRPr lang="it-IT" dirty="0"/>
          </a:p>
        </p:txBody>
      </p:sp>
      <p:sp>
        <p:nvSpPr>
          <p:cNvPr id="4" name="Segnaposto testo 3">
            <a:extLst>
              <a:ext uri="{FF2B5EF4-FFF2-40B4-BE49-F238E27FC236}">
                <a16:creationId xmlns:a16="http://schemas.microsoft.com/office/drawing/2014/main" id="{B42DD79A-4701-2CBE-F237-27CB609EC3C2}"/>
              </a:ext>
            </a:extLst>
          </p:cNvPr>
          <p:cNvSpPr>
            <a:spLocks noGrp="1"/>
          </p:cNvSpPr>
          <p:nvPr>
            <p:ph idx="1"/>
          </p:nvPr>
        </p:nvSpPr>
        <p:spPr>
          <a:xfrm>
            <a:off x="838200" y="1825625"/>
            <a:ext cx="10515600" cy="4351338"/>
          </a:xfrm>
        </p:spPr>
        <p:txBody>
          <a:bodyPr/>
          <a:lstStyle/>
          <a:p>
            <a:r>
              <a:rPr lang="it-IT" dirty="0"/>
              <a:t>Il contesto: perchè si può andare oltre il Low-Code per costruire soluzioni custom integrate con Microsoft 365 nell’era della GenAI</a:t>
            </a:r>
          </a:p>
          <a:p>
            <a:r>
              <a:rPr lang="it-IT" dirty="0"/>
              <a:t>Il ruolo della GenAI e di 365</a:t>
            </a:r>
          </a:p>
          <a:p>
            <a:r>
              <a:rPr lang="it-IT" dirty="0"/>
              <a:t>Razionalizzare e organizzare il proprio lavoro in librerie di qualità</a:t>
            </a:r>
          </a:p>
          <a:p>
            <a:r>
              <a:rPr lang="it-IT" dirty="0"/>
              <a:t>Architettura e proposta di soluzione</a:t>
            </a:r>
          </a:p>
          <a:p>
            <a:r>
              <a:rPr lang="it-IT" dirty="0"/>
              <a:t>Demo</a:t>
            </a:r>
          </a:p>
          <a:p>
            <a:r>
              <a:rPr lang="it-IT" dirty="0"/>
              <a:t>Conclusioni</a:t>
            </a:r>
          </a:p>
          <a:p>
            <a:endParaRPr lang="it-IT" dirty="0"/>
          </a:p>
          <a:p>
            <a:endParaRPr lang="it-IT" dirty="0"/>
          </a:p>
        </p:txBody>
      </p:sp>
    </p:spTree>
    <p:extLst>
      <p:ext uri="{BB962C8B-B14F-4D97-AF65-F5344CB8AC3E}">
        <p14:creationId xmlns:p14="http://schemas.microsoft.com/office/powerpoint/2010/main" val="1754174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C9331-AA68-F4BC-0F80-A7760564D8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8E4F50-4CAC-F23A-21D7-B261C02842D7}"/>
              </a:ext>
            </a:extLst>
          </p:cNvPr>
          <p:cNvSpPr>
            <a:spLocks noGrp="1"/>
          </p:cNvSpPr>
          <p:nvPr>
            <p:ph type="title"/>
          </p:nvPr>
        </p:nvSpPr>
        <p:spPr>
          <a:xfrm>
            <a:off x="838200" y="365125"/>
            <a:ext cx="10515600" cy="1325563"/>
          </a:xfrm>
        </p:spPr>
        <p:txBody>
          <a:bodyPr/>
          <a:lstStyle/>
          <a:p>
            <a:r>
              <a:rPr lang="it-IT" dirty="0"/>
              <a:t>Update</a:t>
            </a:r>
          </a:p>
        </p:txBody>
      </p:sp>
      <p:sp>
        <p:nvSpPr>
          <p:cNvPr id="5" name="Rectangle 4">
            <a:extLst>
              <a:ext uri="{FF2B5EF4-FFF2-40B4-BE49-F238E27FC236}">
                <a16:creationId xmlns:a16="http://schemas.microsoft.com/office/drawing/2014/main" id="{C55D17B6-2B62-4546-9F41-EB46C0BCDE9A}"/>
              </a:ext>
            </a:extLst>
          </p:cNvPr>
          <p:cNvSpPr/>
          <p:nvPr/>
        </p:nvSpPr>
        <p:spPr>
          <a:xfrm>
            <a:off x="3404399" y="2551837"/>
            <a:ext cx="5383205" cy="1754326"/>
          </a:xfrm>
          <a:prstGeom prst="rect">
            <a:avLst/>
          </a:prstGeom>
          <a:noFill/>
        </p:spPr>
        <p:txBody>
          <a:bodyPr wrap="none" lIns="91440" tIns="45720" rIns="91440" bIns="45720">
            <a:spAutoFit/>
          </a:bodyPr>
          <a:lstStyle/>
          <a:p>
            <a:pPr algn="ctr"/>
            <a:r>
              <a:rPr lang="en-US" sz="5400" dirty="0">
                <a:ln w="0"/>
                <a:solidFill>
                  <a:srgbClr val="2980B9"/>
                </a:solidFill>
                <a:effectLst>
                  <a:outerShdw blurRad="38100" dist="25400" dir="5400000" algn="ctr" rotWithShape="0">
                    <a:srgbClr val="6E747A">
                      <a:alpha val="43000"/>
                    </a:srgbClr>
                  </a:outerShdw>
                </a:effectLst>
              </a:rPr>
              <a:t>Questa è </a:t>
            </a:r>
            <a:r>
              <a:rPr lang="en-US" sz="5400" dirty="0" err="1">
                <a:ln w="0"/>
                <a:solidFill>
                  <a:srgbClr val="2980B9"/>
                </a:solidFill>
                <a:effectLst>
                  <a:outerShdw blurRad="38100" dist="25400" dir="5400000" algn="ctr" rotWithShape="0">
                    <a:srgbClr val="6E747A">
                      <a:alpha val="43000"/>
                    </a:srgbClr>
                  </a:outerShdw>
                </a:effectLst>
              </a:rPr>
              <a:t>una</a:t>
            </a:r>
            <a:r>
              <a:rPr lang="en-US" sz="5400" dirty="0">
                <a:ln w="0"/>
                <a:solidFill>
                  <a:srgbClr val="2980B9"/>
                </a:solidFill>
                <a:effectLst>
                  <a:outerShdw blurRad="38100" dist="25400" dir="5400000" algn="ctr" rotWithShape="0">
                    <a:srgbClr val="6E747A">
                      <a:alpha val="43000"/>
                    </a:srgbClr>
                  </a:outerShdw>
                </a:effectLst>
              </a:rPr>
              <a:t> v2…</a:t>
            </a:r>
            <a:br>
              <a:rPr lang="en-US" sz="5400" dirty="0">
                <a:ln w="0"/>
                <a:solidFill>
                  <a:srgbClr val="2980B9"/>
                </a:solidFill>
                <a:effectLst>
                  <a:outerShdw blurRad="38100" dist="25400" dir="5400000" algn="ctr" rotWithShape="0">
                    <a:srgbClr val="6E747A">
                      <a:alpha val="43000"/>
                    </a:srgbClr>
                  </a:outerShdw>
                </a:effectLst>
              </a:rPr>
            </a:br>
            <a:r>
              <a:rPr lang="en-US" sz="5400" dirty="0">
                <a:ln w="0"/>
                <a:solidFill>
                  <a:srgbClr val="2980B9"/>
                </a:solidFill>
                <a:effectLst>
                  <a:outerShdw blurRad="38100" dist="25400" dir="5400000" algn="ctr" rotWithShape="0">
                    <a:srgbClr val="6E747A">
                      <a:alpha val="43000"/>
                    </a:srgbClr>
                  </a:outerShdw>
                </a:effectLst>
              </a:rPr>
              <a:t>…</a:t>
            </a:r>
            <a:r>
              <a:rPr lang="en-US" sz="5400" dirty="0" err="1">
                <a:ln w="0"/>
                <a:solidFill>
                  <a:srgbClr val="2980B9"/>
                </a:solidFill>
                <a:effectLst>
                  <a:outerShdw blurRad="38100" dist="25400" dir="5400000" algn="ctr" rotWithShape="0">
                    <a:srgbClr val="6E747A">
                      <a:alpha val="43000"/>
                    </a:srgbClr>
                  </a:outerShdw>
                </a:effectLst>
              </a:rPr>
              <a:t>che</a:t>
            </a:r>
            <a:r>
              <a:rPr lang="en-US" sz="5400" dirty="0">
                <a:ln w="0"/>
                <a:solidFill>
                  <a:srgbClr val="2980B9"/>
                </a:solidFill>
                <a:effectLst>
                  <a:outerShdw blurRad="38100" dist="25400" dir="5400000" algn="ctr" rotWithShape="0">
                    <a:srgbClr val="6E747A">
                      <a:alpha val="43000"/>
                    </a:srgbClr>
                  </a:outerShdw>
                </a:effectLst>
              </a:rPr>
              <a:t> </a:t>
            </a:r>
            <a:r>
              <a:rPr lang="en-US" sz="5400" dirty="0" err="1">
                <a:ln w="0"/>
                <a:solidFill>
                  <a:srgbClr val="2980B9"/>
                </a:solidFill>
                <a:effectLst>
                  <a:outerShdw blurRad="38100" dist="25400" dir="5400000" algn="ctr" rotWithShape="0">
                    <a:srgbClr val="6E747A">
                      <a:alpha val="43000"/>
                    </a:srgbClr>
                  </a:outerShdw>
                </a:effectLst>
              </a:rPr>
              <a:t>va</a:t>
            </a:r>
            <a:r>
              <a:rPr lang="en-US" sz="5400" dirty="0">
                <a:ln w="0"/>
                <a:solidFill>
                  <a:srgbClr val="2980B9"/>
                </a:solidFill>
                <a:effectLst>
                  <a:outerShdw blurRad="38100" dist="25400" dir="5400000" algn="ctr" rotWithShape="0">
                    <a:srgbClr val="6E747A">
                      <a:alpha val="43000"/>
                    </a:srgbClr>
                  </a:outerShdw>
                </a:effectLst>
              </a:rPr>
              <a:t> </a:t>
            </a:r>
            <a:r>
              <a:rPr lang="en-US" sz="5400" dirty="0" err="1">
                <a:ln w="0"/>
                <a:solidFill>
                  <a:srgbClr val="2980B9"/>
                </a:solidFill>
                <a:effectLst>
                  <a:outerShdw blurRad="38100" dist="25400" dir="5400000" algn="ctr" rotWithShape="0">
                    <a:srgbClr val="6E747A">
                      <a:alpha val="43000"/>
                    </a:srgbClr>
                  </a:outerShdw>
                </a:effectLst>
              </a:rPr>
              <a:t>oltre</a:t>
            </a:r>
            <a:r>
              <a:rPr lang="en-US" sz="5400" dirty="0">
                <a:ln w="0"/>
                <a:solidFill>
                  <a:srgbClr val="2980B9"/>
                </a:solidFill>
                <a:effectLst>
                  <a:outerShdw blurRad="38100" dist="25400" dir="5400000" algn="ctr" rotWithShape="0">
                    <a:srgbClr val="6E747A">
                      <a:alpha val="43000"/>
                    </a:srgbClr>
                  </a:outerShdw>
                </a:effectLst>
              </a:rPr>
              <a:t> 365!</a:t>
            </a:r>
          </a:p>
        </p:txBody>
      </p:sp>
    </p:spTree>
    <p:extLst>
      <p:ext uri="{BB962C8B-B14F-4D97-AF65-F5344CB8AC3E}">
        <p14:creationId xmlns:p14="http://schemas.microsoft.com/office/powerpoint/2010/main" val="4119745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2997F-C58E-C58A-D523-E5D5A11890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1E0696-730C-56DD-750F-ECDB4BAD8E36}"/>
              </a:ext>
            </a:extLst>
          </p:cNvPr>
          <p:cNvSpPr>
            <a:spLocks noGrp="1"/>
          </p:cNvSpPr>
          <p:nvPr>
            <p:ph type="title"/>
          </p:nvPr>
        </p:nvSpPr>
        <p:spPr/>
        <p:txBody>
          <a:bodyPr/>
          <a:lstStyle/>
          <a:p>
            <a:r>
              <a:rPr lang="en-US" dirty="0"/>
              <a:t>Il </a:t>
            </a:r>
            <a:r>
              <a:rPr lang="en-US" dirty="0" err="1"/>
              <a:t>contesto</a:t>
            </a:r>
            <a:endParaRPr dirty="0"/>
          </a:p>
        </p:txBody>
      </p:sp>
      <p:sp>
        <p:nvSpPr>
          <p:cNvPr id="3" name="Text Placeholder 2">
            <a:extLst>
              <a:ext uri="{FF2B5EF4-FFF2-40B4-BE49-F238E27FC236}">
                <a16:creationId xmlns:a16="http://schemas.microsoft.com/office/drawing/2014/main" id="{ECF5297C-830C-6A8F-2889-FB728104D11D}"/>
              </a:ext>
            </a:extLst>
          </p:cNvPr>
          <p:cNvSpPr>
            <a:spLocks noGrp="1"/>
          </p:cNvSpPr>
          <p:nvPr>
            <p:ph type="body" idx="1"/>
          </p:nvPr>
        </p:nvSpPr>
        <p:spPr/>
        <p:txBody>
          <a:bodyPr/>
          <a:lstStyle/>
          <a:p>
            <a:endParaRPr lang="it-IT"/>
          </a:p>
        </p:txBody>
      </p:sp>
    </p:spTree>
    <p:extLst>
      <p:ext uri="{BB962C8B-B14F-4D97-AF65-F5344CB8AC3E}">
        <p14:creationId xmlns:p14="http://schemas.microsoft.com/office/powerpoint/2010/main" val="38497115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44113-CEBA-9173-B514-DF572071FF21}"/>
              </a:ext>
            </a:extLst>
          </p:cNvPr>
          <p:cNvSpPr>
            <a:spLocks noGrp="1"/>
          </p:cNvSpPr>
          <p:nvPr>
            <p:ph type="title"/>
          </p:nvPr>
        </p:nvSpPr>
        <p:spPr>
          <a:xfrm>
            <a:off x="838200" y="365125"/>
            <a:ext cx="10515600" cy="1325563"/>
          </a:xfrm>
        </p:spPr>
        <p:txBody>
          <a:bodyPr/>
          <a:lstStyle/>
          <a:p>
            <a:r>
              <a:rPr lang="en-US" dirty="0"/>
              <a:t>Una </a:t>
            </a:r>
            <a:r>
              <a:rPr lang="en-US" dirty="0" err="1"/>
              <a:t>storia</a:t>
            </a:r>
            <a:br>
              <a:rPr lang="en-US" dirty="0"/>
            </a:br>
            <a:endParaRPr lang="it-IT" dirty="0"/>
          </a:p>
        </p:txBody>
      </p:sp>
      <p:sp>
        <p:nvSpPr>
          <p:cNvPr id="5" name="Text Placeholder 4">
            <a:extLst>
              <a:ext uri="{FF2B5EF4-FFF2-40B4-BE49-F238E27FC236}">
                <a16:creationId xmlns:a16="http://schemas.microsoft.com/office/drawing/2014/main" id="{2105C8BA-D4B6-BF45-B8E3-41DB5FFDAB80}"/>
              </a:ext>
            </a:extLst>
          </p:cNvPr>
          <p:cNvSpPr>
            <a:spLocks noGrp="1"/>
          </p:cNvSpPr>
          <p:nvPr>
            <p:ph idx="1"/>
          </p:nvPr>
        </p:nvSpPr>
        <p:spPr>
          <a:xfrm>
            <a:off x="838200" y="1825625"/>
            <a:ext cx="10515600" cy="4351338"/>
          </a:xfrm>
        </p:spPr>
        <p:txBody>
          <a:bodyPr>
            <a:normAutofit fontScale="77500" lnSpcReduction="20000"/>
          </a:bodyPr>
          <a:lstStyle/>
          <a:p>
            <a:r>
              <a:rPr lang="en-US" dirty="0"/>
              <a:t>Storia anni ’90 (</a:t>
            </a:r>
            <a:r>
              <a:rPr lang="en-US" dirty="0" err="1"/>
              <a:t>oggi</a:t>
            </a:r>
            <a:r>
              <a:rPr lang="en-US" dirty="0"/>
              <a:t> Industrial IoT)</a:t>
            </a:r>
          </a:p>
          <a:p>
            <a:r>
              <a:rPr lang="en-US" dirty="0"/>
              <a:t>MES in VBA Excel — </a:t>
            </a:r>
            <a:r>
              <a:rPr lang="en-US" dirty="0" err="1"/>
              <a:t>funzionava</a:t>
            </a:r>
            <a:r>
              <a:rPr lang="en-US" dirty="0"/>
              <a:t> bene </a:t>
            </a:r>
            <a:r>
              <a:rPr lang="en-US" dirty="0" err="1"/>
              <a:t>perché</a:t>
            </a:r>
            <a:r>
              <a:rPr lang="en-US" dirty="0"/>
              <a:t> </a:t>
            </a:r>
            <a:r>
              <a:rPr lang="en-US" dirty="0" err="1"/>
              <a:t>progettato</a:t>
            </a:r>
            <a:r>
              <a:rPr lang="en-US" dirty="0"/>
              <a:t> da chi </a:t>
            </a:r>
            <a:r>
              <a:rPr lang="en-US" dirty="0" err="1"/>
              <a:t>conosceva</a:t>
            </a:r>
            <a:r>
              <a:rPr lang="en-US" dirty="0"/>
              <a:t> il </a:t>
            </a:r>
            <a:r>
              <a:rPr lang="en-US" dirty="0" err="1"/>
              <a:t>processo</a:t>
            </a:r>
            <a:endParaRPr lang="en-US" dirty="0"/>
          </a:p>
          <a:p>
            <a:r>
              <a:rPr lang="en-US" dirty="0"/>
              <a:t>Io ho </a:t>
            </a:r>
            <a:r>
              <a:rPr lang="en-US" dirty="0" err="1"/>
              <a:t>svilupato</a:t>
            </a:r>
            <a:r>
              <a:rPr lang="en-US" dirty="0"/>
              <a:t> il </a:t>
            </a:r>
            <a:r>
              <a:rPr lang="en-US" dirty="0" err="1"/>
              <a:t>codice</a:t>
            </a:r>
            <a:r>
              <a:rPr lang="en-US" dirty="0"/>
              <a:t> VBA</a:t>
            </a:r>
          </a:p>
          <a:p>
            <a:r>
              <a:rPr lang="en-US" dirty="0" err="1"/>
              <a:t>Negli</a:t>
            </a:r>
            <a:r>
              <a:rPr lang="en-US" dirty="0"/>
              <a:t> anni ‘90 era </a:t>
            </a:r>
            <a:r>
              <a:rPr lang="en-US" dirty="0" err="1"/>
              <a:t>abbastanza</a:t>
            </a:r>
            <a:r>
              <a:rPr lang="en-US" dirty="0"/>
              <a:t> </a:t>
            </a:r>
            <a:r>
              <a:rPr lang="en-US" dirty="0" err="1"/>
              <a:t>tipico</a:t>
            </a:r>
            <a:r>
              <a:rPr lang="en-US" dirty="0"/>
              <a:t> </a:t>
            </a:r>
            <a:r>
              <a:rPr lang="en-US" dirty="0" err="1"/>
              <a:t>sviluppare</a:t>
            </a:r>
            <a:r>
              <a:rPr lang="en-US" dirty="0"/>
              <a:t> </a:t>
            </a:r>
            <a:r>
              <a:rPr lang="en-US" dirty="0" err="1"/>
              <a:t>applicazioni</a:t>
            </a:r>
            <a:r>
              <a:rPr lang="en-US" dirty="0"/>
              <a:t> “custom”</a:t>
            </a:r>
          </a:p>
          <a:p>
            <a:r>
              <a:rPr lang="en-US" dirty="0"/>
              <a:t>Un </a:t>
            </a:r>
            <a:r>
              <a:rPr lang="en-US" dirty="0" err="1"/>
              <a:t>sistema</a:t>
            </a:r>
            <a:r>
              <a:rPr lang="en-US" dirty="0"/>
              <a:t> </a:t>
            </a:r>
            <a:r>
              <a:rPr lang="en-US" dirty="0" err="1"/>
              <a:t>esterno</a:t>
            </a:r>
            <a:r>
              <a:rPr lang="en-US" dirty="0"/>
              <a:t> (Delphi) </a:t>
            </a:r>
            <a:r>
              <a:rPr lang="en-US" dirty="0" err="1"/>
              <a:t>arrivato</a:t>
            </a:r>
            <a:r>
              <a:rPr lang="en-US" dirty="0"/>
              <a:t> </a:t>
            </a:r>
            <a:r>
              <a:rPr lang="en-US" dirty="0" err="1"/>
              <a:t>più</a:t>
            </a:r>
            <a:r>
              <a:rPr lang="en-US" dirty="0"/>
              <a:t> </a:t>
            </a:r>
            <a:r>
              <a:rPr lang="en-US" dirty="0" err="1"/>
              <a:t>tardi</a:t>
            </a:r>
            <a:r>
              <a:rPr lang="en-US" dirty="0"/>
              <a:t> non </a:t>
            </a:r>
            <a:r>
              <a:rPr lang="en-US" dirty="0" err="1"/>
              <a:t>funzionava</a:t>
            </a:r>
            <a:endParaRPr lang="en-US" dirty="0"/>
          </a:p>
          <a:p>
            <a:r>
              <a:rPr lang="en-US" dirty="0"/>
              <a:t>non per </a:t>
            </a:r>
            <a:r>
              <a:rPr lang="en-US" dirty="0" err="1"/>
              <a:t>colpa</a:t>
            </a:r>
            <a:r>
              <a:rPr lang="en-US" dirty="0"/>
              <a:t> </a:t>
            </a:r>
            <a:r>
              <a:rPr lang="en-US" dirty="0" err="1"/>
              <a:t>dello</a:t>
            </a:r>
            <a:r>
              <a:rPr lang="en-US" dirty="0"/>
              <a:t> </a:t>
            </a:r>
            <a:r>
              <a:rPr lang="en-US" dirty="0" err="1"/>
              <a:t>strumento</a:t>
            </a:r>
            <a:r>
              <a:rPr lang="en-US" dirty="0"/>
              <a:t>, ma di chi lo ha </a:t>
            </a:r>
            <a:r>
              <a:rPr lang="en-US" dirty="0" err="1"/>
              <a:t>fatto</a:t>
            </a:r>
            <a:endParaRPr lang="en-US" dirty="0"/>
          </a:p>
          <a:p>
            <a:r>
              <a:rPr lang="en-US" dirty="0"/>
              <a:t>Chi </a:t>
            </a:r>
            <a:r>
              <a:rPr lang="en-US" dirty="0" err="1"/>
              <a:t>progetta</a:t>
            </a:r>
            <a:r>
              <a:rPr lang="en-US" dirty="0"/>
              <a:t> </a:t>
            </a:r>
            <a:r>
              <a:rPr lang="en-US" dirty="0" err="1"/>
              <a:t>deve</a:t>
            </a:r>
            <a:r>
              <a:rPr lang="en-US" dirty="0"/>
              <a:t> </a:t>
            </a:r>
            <a:r>
              <a:rPr lang="en-US" dirty="0" err="1"/>
              <a:t>conoscere</a:t>
            </a:r>
            <a:r>
              <a:rPr lang="en-US" dirty="0"/>
              <a:t> </a:t>
            </a:r>
            <a:r>
              <a:rPr lang="en-US" dirty="0" err="1"/>
              <a:t>almeno</a:t>
            </a:r>
            <a:r>
              <a:rPr lang="en-US" dirty="0"/>
              <a:t> in </a:t>
            </a:r>
            <a:r>
              <a:rPr lang="en-US" dirty="0" err="1"/>
              <a:t>parte</a:t>
            </a:r>
            <a:r>
              <a:rPr lang="en-US" dirty="0"/>
              <a:t> il </a:t>
            </a:r>
            <a:r>
              <a:rPr lang="en-US" dirty="0" err="1"/>
              <a:t>processo</a:t>
            </a:r>
            <a:r>
              <a:rPr lang="en-US" dirty="0"/>
              <a:t> </a:t>
            </a:r>
            <a:r>
              <a:rPr lang="en-US" dirty="0" err="1"/>
              <a:t>produttivo</a:t>
            </a:r>
            <a:r>
              <a:rPr lang="en-US" dirty="0"/>
              <a:t> ed Dominio</a:t>
            </a:r>
          </a:p>
          <a:p>
            <a:r>
              <a:rPr lang="en-US" dirty="0"/>
              <a:t>La </a:t>
            </a:r>
            <a:r>
              <a:rPr lang="en-US" dirty="0" err="1"/>
              <a:t>qualità</a:t>
            </a:r>
            <a:r>
              <a:rPr lang="en-US" dirty="0"/>
              <a:t> non </a:t>
            </a:r>
            <a:r>
              <a:rPr lang="en-US" dirty="0" err="1"/>
              <a:t>dipende</a:t>
            </a:r>
            <a:r>
              <a:rPr lang="en-US" dirty="0"/>
              <a:t> </a:t>
            </a:r>
            <a:r>
              <a:rPr lang="en-US" dirty="0" err="1"/>
              <a:t>dalla</a:t>
            </a:r>
            <a:r>
              <a:rPr lang="en-US" dirty="0"/>
              <a:t> </a:t>
            </a:r>
            <a:r>
              <a:rPr lang="en-US" dirty="0" err="1"/>
              <a:t>tecnologia</a:t>
            </a:r>
            <a:r>
              <a:rPr lang="en-US" dirty="0"/>
              <a:t>: </a:t>
            </a:r>
            <a:r>
              <a:rPr lang="en-US" dirty="0" err="1"/>
              <a:t>dipende</a:t>
            </a:r>
            <a:r>
              <a:rPr lang="en-US" dirty="0"/>
              <a:t> </a:t>
            </a:r>
            <a:r>
              <a:rPr lang="en-US" dirty="0" err="1"/>
              <a:t>dalla</a:t>
            </a:r>
            <a:r>
              <a:rPr lang="en-US" dirty="0"/>
              <a:t> </a:t>
            </a:r>
            <a:r>
              <a:rPr lang="en-US" dirty="0" err="1"/>
              <a:t>comprensione</a:t>
            </a:r>
            <a:r>
              <a:rPr lang="en-US" dirty="0"/>
              <a:t> del </a:t>
            </a:r>
            <a:r>
              <a:rPr lang="en-US" dirty="0" err="1"/>
              <a:t>dominio</a:t>
            </a:r>
            <a:endParaRPr lang="en-US" dirty="0"/>
          </a:p>
          <a:p>
            <a:r>
              <a:rPr lang="it-IT" dirty="0"/>
              <a:t>Ad oggi questa pratica è andata perduta: o si trova un applicativo pronto, o spesso viene ancora sostituita da file Excel (dipende ovviamente dalle dimensioni dell’azienda)</a:t>
            </a:r>
          </a:p>
          <a:p>
            <a:r>
              <a:rPr lang="en-US" dirty="0" err="1"/>
              <a:t>Ottimi</a:t>
            </a:r>
            <a:r>
              <a:rPr lang="en-US" dirty="0"/>
              <a:t> MES </a:t>
            </a:r>
            <a:r>
              <a:rPr lang="en-US" dirty="0" err="1"/>
              <a:t>meravigliosi</a:t>
            </a:r>
            <a:r>
              <a:rPr lang="en-US" dirty="0"/>
              <a:t> </a:t>
            </a:r>
            <a:r>
              <a:rPr lang="en-US" dirty="0" err="1"/>
              <a:t>esistono</a:t>
            </a:r>
            <a:r>
              <a:rPr lang="en-US" dirty="0"/>
              <a:t>: ma </a:t>
            </a:r>
            <a:r>
              <a:rPr lang="en-US" dirty="0" err="1"/>
              <a:t>sono</a:t>
            </a:r>
            <a:r>
              <a:rPr lang="en-US" dirty="0"/>
              <a:t> </a:t>
            </a:r>
            <a:r>
              <a:rPr lang="en-US" dirty="0" err="1"/>
              <a:t>costosi</a:t>
            </a:r>
            <a:r>
              <a:rPr lang="en-US" dirty="0"/>
              <a:t> e </a:t>
            </a:r>
            <a:r>
              <a:rPr lang="en-US" dirty="0" err="1"/>
              <a:t>complicati</a:t>
            </a:r>
            <a:endParaRPr lang="en-US" dirty="0"/>
          </a:p>
          <a:p>
            <a:pPr lvl="1"/>
            <a:r>
              <a:rPr lang="en-US" dirty="0"/>
              <a:t>Le </a:t>
            </a:r>
            <a:r>
              <a:rPr lang="en-US" dirty="0" err="1"/>
              <a:t>aziende</a:t>
            </a:r>
            <a:r>
              <a:rPr lang="en-US" dirty="0"/>
              <a:t> </a:t>
            </a:r>
            <a:r>
              <a:rPr lang="en-US" dirty="0" err="1"/>
              <a:t>rinunciano</a:t>
            </a:r>
            <a:r>
              <a:rPr lang="en-US" dirty="0"/>
              <a:t> </a:t>
            </a:r>
            <a:r>
              <a:rPr lang="en-US" dirty="0" err="1"/>
              <a:t>all'implementazione</a:t>
            </a:r>
            <a:r>
              <a:rPr lang="en-US" dirty="0"/>
              <a:t>: “costa </a:t>
            </a:r>
            <a:r>
              <a:rPr lang="en-US" dirty="0" err="1"/>
              <a:t>troppo</a:t>
            </a:r>
            <a:r>
              <a:rPr lang="en-US" dirty="0"/>
              <a:t>”</a:t>
            </a:r>
          </a:p>
          <a:p>
            <a:pPr lvl="1"/>
            <a:r>
              <a:rPr lang="en-US" dirty="0" err="1"/>
              <a:t>Provocazione</a:t>
            </a:r>
            <a:r>
              <a:rPr lang="en-US" dirty="0"/>
              <a:t>: </a:t>
            </a:r>
            <a:r>
              <a:rPr lang="en-US" dirty="0" err="1"/>
              <a:t>tornare</a:t>
            </a:r>
            <a:r>
              <a:rPr lang="en-US" dirty="0"/>
              <a:t> </a:t>
            </a:r>
            <a:r>
              <a:rPr lang="en-US" dirty="0" err="1"/>
              <a:t>sviluppare</a:t>
            </a:r>
            <a:r>
              <a:rPr lang="en-US" dirty="0"/>
              <a:t> </a:t>
            </a:r>
            <a:r>
              <a:rPr lang="en-US" dirty="0" err="1"/>
              <a:t>applicazioni</a:t>
            </a:r>
            <a:r>
              <a:rPr lang="en-US" dirty="0"/>
              <a:t> custom. La GenAI ci </a:t>
            </a:r>
            <a:r>
              <a:rPr lang="en-US" dirty="0" err="1"/>
              <a:t>può</a:t>
            </a:r>
            <a:r>
              <a:rPr lang="en-US" dirty="0"/>
              <a:t> </a:t>
            </a:r>
            <a:r>
              <a:rPr lang="en-US" dirty="0" err="1"/>
              <a:t>aiutare</a:t>
            </a:r>
            <a:r>
              <a:rPr lang="en-US" dirty="0"/>
              <a:t> </a:t>
            </a:r>
            <a:r>
              <a:rPr lang="en-US" dirty="0" err="1"/>
              <a:t>nell’obiettivo</a:t>
            </a:r>
            <a:r>
              <a:rPr lang="en-US" dirty="0"/>
              <a:t>.</a:t>
            </a:r>
          </a:p>
          <a:p>
            <a:endParaRPr lang="it-IT" dirty="0"/>
          </a:p>
        </p:txBody>
      </p:sp>
    </p:spTree>
    <p:extLst>
      <p:ext uri="{BB962C8B-B14F-4D97-AF65-F5344CB8AC3E}">
        <p14:creationId xmlns:p14="http://schemas.microsoft.com/office/powerpoint/2010/main" val="53919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0" end="0"/>
                                            </p:txEl>
                                          </p:spTgt>
                                        </p:tgtEl>
                                        <p:attrNameLst>
                                          <p:attrName>ppt_c</p:attrName>
                                        </p:attrNameLst>
                                      </p:cBhvr>
                                      <p:to>
                                        <a:schemeClr val="tx1"/>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1" end="1"/>
                                            </p:txEl>
                                          </p:spTgt>
                                        </p:tgtEl>
                                        <p:attrNameLst>
                                          <p:attrName>ppt_c</p:attrName>
                                        </p:attrNameLst>
                                      </p:cBhvr>
                                      <p:to>
                                        <a:schemeClr val="tx1"/>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2" end="2"/>
                                            </p:txEl>
                                          </p:spTgt>
                                        </p:tgtEl>
                                        <p:attrNameLst>
                                          <p:attrName>ppt_c</p:attrName>
                                        </p:attrNameLst>
                                      </p:cBhvr>
                                      <p:to>
                                        <a:schemeClr val="tx1"/>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3" end="3"/>
                                            </p:txEl>
                                          </p:spTgt>
                                        </p:tgtEl>
                                        <p:attrNameLst>
                                          <p:attrName>ppt_c</p:attrName>
                                        </p:attrNameLst>
                                      </p:cBhvr>
                                      <p:to>
                                        <a:schemeClr val="tx1"/>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4" end="4"/>
                                            </p:txEl>
                                          </p:spTgt>
                                        </p:tgtEl>
                                        <p:attrNameLst>
                                          <p:attrName>ppt_c</p:attrName>
                                        </p:attrNameLst>
                                      </p:cBhvr>
                                      <p:to>
                                        <a:schemeClr val="tx1"/>
                                      </p:to>
                                    </p:animClr>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5" end="5"/>
                                            </p:txEl>
                                          </p:spTgt>
                                        </p:tgtEl>
                                        <p:attrNameLst>
                                          <p:attrName>ppt_c</p:attrName>
                                        </p:attrNameLst>
                                      </p:cBhvr>
                                      <p:to>
                                        <a:schemeClr val="tx1"/>
                                      </p:to>
                                    </p:animClr>
                                  </p:sub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6" end="6"/>
                                            </p:txEl>
                                          </p:spTgt>
                                        </p:tgtEl>
                                        <p:attrNameLst>
                                          <p:attrName>ppt_c</p:attrName>
                                        </p:attrNameLst>
                                      </p:cBhvr>
                                      <p:to>
                                        <a:schemeClr val="tx1"/>
                                      </p:to>
                                    </p:animClr>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7" end="7"/>
                                            </p:txEl>
                                          </p:spTgt>
                                        </p:tgtEl>
                                        <p:attrNameLst>
                                          <p:attrName>ppt_c</p:attrName>
                                        </p:attrNameLst>
                                      </p:cBhvr>
                                      <p:to>
                                        <a:schemeClr val="tx1"/>
                                      </p:to>
                                    </p:animClr>
                                  </p:sub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8" end="8"/>
                                            </p:txEl>
                                          </p:spTgt>
                                        </p:tgtEl>
                                        <p:attrNameLst>
                                          <p:attrName>ppt_c</p:attrName>
                                        </p:attrNameLst>
                                      </p:cBhvr>
                                      <p:to>
                                        <a:schemeClr val="tx1"/>
                                      </p:to>
                                    </p:animClr>
                                  </p:sub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9" end="9"/>
                                            </p:txEl>
                                          </p:spTgt>
                                        </p:tgtEl>
                                        <p:attrNameLst>
                                          <p:attrName>ppt_c</p:attrName>
                                        </p:attrNameLst>
                                      </p:cBhvr>
                                      <p:to>
                                        <a:schemeClr val="tx1"/>
                                      </p:to>
                                    </p:animClr>
                                  </p:subTnLst>
                                </p:cTn>
                              </p:par>
                              <p:par>
                                <p:cTn id="43" presetID="1" presetClass="entr" presetSubtype="0" fill="hold" grpId="0" nodeType="withEffect">
                                  <p:stCondLst>
                                    <p:cond delay="0"/>
                                  </p:stCondLst>
                                  <p:childTnLst>
                                    <p:set>
                                      <p:cBhvr>
                                        <p:cTn id="44" dur="1" fill="hold">
                                          <p:stCondLst>
                                            <p:cond delay="0"/>
                                          </p:stCondLst>
                                        </p:cTn>
                                        <p:tgtEl>
                                          <p:spTgt spid="5">
                                            <p:txEl>
                                              <p:pRg st="10" end="10"/>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10" end="10"/>
                                            </p:txEl>
                                          </p:spTgt>
                                        </p:tgtEl>
                                        <p:attrNameLst>
                                          <p:attrName>ppt_c</p:attrName>
                                        </p:attrNameLst>
                                      </p:cBhvr>
                                      <p:to>
                                        <a:schemeClr val="tx1"/>
                                      </p:to>
                                    </p:animClr>
                                  </p:subTnLst>
                                </p:cTn>
                              </p:par>
                              <p:par>
                                <p:cTn id="45" presetID="1" presetClass="entr" presetSubtype="0" fill="hold" grpId="0" nodeType="withEffect">
                                  <p:stCondLst>
                                    <p:cond delay="0"/>
                                  </p:stCondLst>
                                  <p:childTnLst>
                                    <p:set>
                                      <p:cBhvr>
                                        <p:cTn id="46" dur="1" fill="hold">
                                          <p:stCondLst>
                                            <p:cond delay="0"/>
                                          </p:stCondLst>
                                        </p:cTn>
                                        <p:tgtEl>
                                          <p:spTgt spid="5">
                                            <p:txEl>
                                              <p:pRg st="11" end="11"/>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11" end="11"/>
                                            </p:txEl>
                                          </p:spTgt>
                                        </p:tgtEl>
                                        <p:attrNameLst>
                                          <p:attrName>ppt_c</p:attrName>
                                        </p:attrNameLst>
                                      </p:cBhvr>
                                      <p:to>
                                        <a:schemeClr val="tx1"/>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F93AAD5-4D15-ED18-F130-2AC896FEEBF2}"/>
              </a:ext>
            </a:extLst>
          </p:cNvPr>
          <p:cNvSpPr>
            <a:spLocks noGrp="1"/>
          </p:cNvSpPr>
          <p:nvPr>
            <p:ph type="title"/>
          </p:nvPr>
        </p:nvSpPr>
        <p:spPr/>
        <p:txBody>
          <a:bodyPr/>
          <a:lstStyle/>
          <a:p>
            <a:r>
              <a:rPr lang="en-US" dirty="0"/>
              <a:t>Power Apps: </a:t>
            </a:r>
            <a:r>
              <a:rPr lang="en-US" dirty="0" err="1"/>
              <a:t>filosofia</a:t>
            </a:r>
            <a:r>
              <a:rPr lang="en-US" dirty="0"/>
              <a:t> </a:t>
            </a:r>
            <a:r>
              <a:rPr lang="en-US" dirty="0" err="1"/>
              <a:t>condivisa</a:t>
            </a:r>
            <a:r>
              <a:rPr lang="en-US" dirty="0"/>
              <a:t>, </a:t>
            </a:r>
            <a:r>
              <a:rPr lang="en-US" dirty="0" err="1"/>
              <a:t>limiti</a:t>
            </a:r>
            <a:r>
              <a:rPr lang="en-US" dirty="0"/>
              <a:t> </a:t>
            </a:r>
            <a:r>
              <a:rPr lang="en-US" dirty="0" err="1"/>
              <a:t>reali</a:t>
            </a:r>
            <a:br>
              <a:rPr lang="en-US" dirty="0"/>
            </a:br>
            <a:endParaRPr lang="it-IT" dirty="0"/>
          </a:p>
        </p:txBody>
      </p:sp>
      <p:sp>
        <p:nvSpPr>
          <p:cNvPr id="13" name="Text 2">
            <a:extLst>
              <a:ext uri="{FF2B5EF4-FFF2-40B4-BE49-F238E27FC236}">
                <a16:creationId xmlns:a16="http://schemas.microsoft.com/office/drawing/2014/main" id="{F41122FB-FC9B-8B96-9F12-E02D378DB077}"/>
              </a:ext>
            </a:extLst>
          </p:cNvPr>
          <p:cNvSpPr/>
          <p:nvPr/>
        </p:nvSpPr>
        <p:spPr>
          <a:xfrm>
            <a:off x="403333" y="5112494"/>
            <a:ext cx="11198225" cy="731520"/>
          </a:xfrm>
          <a:prstGeom prst="rect">
            <a:avLst/>
          </a:prstGeom>
          <a:noFill/>
          <a:ln/>
        </p:spPr>
        <p:txBody>
          <a:bodyPr wrap="square" rtlCol="0" anchor="ctr"/>
          <a:lstStyle/>
          <a:p>
            <a:pPr marL="0" indent="0" algn="ctr">
              <a:buNone/>
            </a:pPr>
            <a:r>
              <a:rPr lang="en-US" sz="1500" dirty="0">
                <a:solidFill>
                  <a:srgbClr val="C6271B"/>
                </a:solidFill>
                <a:latin typeface="Calibri" pitchFamily="34" charset="0"/>
                <a:ea typeface="Calibri" pitchFamily="34" charset="-122"/>
                <a:cs typeface="Calibri" pitchFamily="34" charset="-120"/>
              </a:rPr>
              <a:t>Non </a:t>
            </a:r>
            <a:r>
              <a:rPr lang="en-US" sz="1500" dirty="0" err="1">
                <a:solidFill>
                  <a:srgbClr val="C6271B"/>
                </a:solidFill>
                <a:latin typeface="Calibri" pitchFamily="34" charset="0"/>
                <a:ea typeface="Calibri" pitchFamily="34" charset="-122"/>
                <a:cs typeface="Calibri" pitchFamily="34" charset="-120"/>
              </a:rPr>
              <a:t>parliamo</a:t>
            </a:r>
            <a:r>
              <a:rPr lang="en-US" sz="1500" dirty="0">
                <a:solidFill>
                  <a:srgbClr val="C6271B"/>
                </a:solidFill>
                <a:latin typeface="Calibri" pitchFamily="34" charset="0"/>
                <a:ea typeface="Calibri" pitchFamily="34" charset="-122"/>
                <a:cs typeface="Calibri" pitchFamily="34" charset="-120"/>
              </a:rPr>
              <a:t> di </a:t>
            </a:r>
            <a:r>
              <a:rPr lang="en-US" sz="1500" dirty="0" err="1">
                <a:solidFill>
                  <a:srgbClr val="C6271B"/>
                </a:solidFill>
                <a:latin typeface="Calibri" pitchFamily="34" charset="0"/>
                <a:ea typeface="Calibri" pitchFamily="34" charset="-122"/>
                <a:cs typeface="Calibri" pitchFamily="34" charset="-120"/>
              </a:rPr>
              <a:t>costi</a:t>
            </a:r>
            <a:r>
              <a:rPr lang="en-US" sz="1500" dirty="0">
                <a:solidFill>
                  <a:srgbClr val="C6271B"/>
                </a:solidFill>
                <a:latin typeface="Calibri" pitchFamily="34" charset="0"/>
                <a:ea typeface="Calibri" pitchFamily="34" charset="-122"/>
                <a:cs typeface="Calibri" pitchFamily="34" charset="-120"/>
              </a:rPr>
              <a:t> (</a:t>
            </a:r>
            <a:r>
              <a:rPr lang="en-US" sz="1500" dirty="0" err="1">
                <a:solidFill>
                  <a:srgbClr val="C6271B"/>
                </a:solidFill>
                <a:latin typeface="Calibri" pitchFamily="34" charset="0"/>
                <a:ea typeface="Calibri" pitchFamily="34" charset="-122"/>
                <a:cs typeface="Calibri" pitchFamily="34" charset="-120"/>
              </a:rPr>
              <a:t>anche</a:t>
            </a:r>
            <a:r>
              <a:rPr lang="en-US" sz="1500" dirty="0">
                <a:solidFill>
                  <a:srgbClr val="C6271B"/>
                </a:solidFill>
                <a:latin typeface="Calibri" pitchFamily="34" charset="0"/>
                <a:ea typeface="Calibri" pitchFamily="34" charset="-122"/>
                <a:cs typeface="Calibri" pitchFamily="34" charset="-120"/>
              </a:rPr>
              <a:t> se </a:t>
            </a:r>
            <a:r>
              <a:rPr lang="en-US" sz="1500" dirty="0" err="1">
                <a:solidFill>
                  <a:srgbClr val="C6271B"/>
                </a:solidFill>
                <a:latin typeface="Calibri" pitchFamily="34" charset="0"/>
                <a:ea typeface="Calibri" pitchFamily="34" charset="-122"/>
                <a:cs typeface="Calibri" pitchFamily="34" charset="-120"/>
              </a:rPr>
              <a:t>sarebbe</a:t>
            </a:r>
            <a:r>
              <a:rPr lang="en-US" sz="1500" dirty="0">
                <a:solidFill>
                  <a:srgbClr val="C6271B"/>
                </a:solidFill>
                <a:latin typeface="Calibri" pitchFamily="34" charset="0"/>
                <a:ea typeface="Calibri" pitchFamily="34" charset="-122"/>
                <a:cs typeface="Calibri" pitchFamily="34" charset="-120"/>
              </a:rPr>
              <a:t> </a:t>
            </a:r>
            <a:r>
              <a:rPr lang="en-US" sz="1500" dirty="0" err="1">
                <a:solidFill>
                  <a:srgbClr val="C6271B"/>
                </a:solidFill>
                <a:latin typeface="Calibri" pitchFamily="34" charset="0"/>
                <a:ea typeface="Calibri" pitchFamily="34" charset="-122"/>
                <a:cs typeface="Calibri" pitchFamily="34" charset="-120"/>
              </a:rPr>
              <a:t>corretto</a:t>
            </a:r>
            <a:r>
              <a:rPr lang="en-US" sz="1500" dirty="0">
                <a:solidFill>
                  <a:srgbClr val="C6271B"/>
                </a:solidFill>
                <a:latin typeface="Calibri" pitchFamily="34" charset="0"/>
                <a:ea typeface="Calibri" pitchFamily="34" charset="-122"/>
                <a:cs typeface="Calibri" pitchFamily="34" charset="-120"/>
              </a:rPr>
              <a:t>)</a:t>
            </a:r>
            <a:endParaRPr lang="en-US" sz="1500" dirty="0">
              <a:solidFill>
                <a:srgbClr val="C6271B"/>
              </a:solidFill>
            </a:endParaRPr>
          </a:p>
        </p:txBody>
      </p:sp>
      <p:sp>
        <p:nvSpPr>
          <p:cNvPr id="14" name="Rectangle 13">
            <a:extLst>
              <a:ext uri="{FF2B5EF4-FFF2-40B4-BE49-F238E27FC236}">
                <a16:creationId xmlns:a16="http://schemas.microsoft.com/office/drawing/2014/main" id="{8F9F1BB4-860E-BD43-7C36-6C7617DBB933}"/>
              </a:ext>
            </a:extLst>
          </p:cNvPr>
          <p:cNvSpPr/>
          <p:nvPr/>
        </p:nvSpPr>
        <p:spPr>
          <a:xfrm>
            <a:off x="2433123" y="1794700"/>
            <a:ext cx="1614436" cy="1305285"/>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dirty="0" err="1"/>
              <a:t>Maschere</a:t>
            </a:r>
            <a:r>
              <a:rPr lang="en-US" sz="1200" dirty="0"/>
              <a:t> </a:t>
            </a:r>
            <a:r>
              <a:rPr lang="en-US" sz="1200" dirty="0" err="1"/>
              <a:t>veloci</a:t>
            </a:r>
            <a:r>
              <a:rPr lang="en-US" sz="1200" dirty="0"/>
              <a:t> per il </a:t>
            </a:r>
            <a:r>
              <a:rPr lang="en-US" sz="1200" dirty="0" err="1"/>
              <a:t>cliente</a:t>
            </a:r>
            <a:endParaRPr lang="en-US" sz="1200" dirty="0"/>
          </a:p>
        </p:txBody>
      </p:sp>
      <p:sp>
        <p:nvSpPr>
          <p:cNvPr id="15" name="Rectangle 14">
            <a:extLst>
              <a:ext uri="{FF2B5EF4-FFF2-40B4-BE49-F238E27FC236}">
                <a16:creationId xmlns:a16="http://schemas.microsoft.com/office/drawing/2014/main" id="{1E4161AD-23FC-472D-EC86-35AE727ACBF4}"/>
              </a:ext>
            </a:extLst>
          </p:cNvPr>
          <p:cNvSpPr/>
          <p:nvPr/>
        </p:nvSpPr>
        <p:spPr>
          <a:xfrm>
            <a:off x="4388010" y="1794700"/>
            <a:ext cx="1614436" cy="1305285"/>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a:t>PowerFX: motore eccellente</a:t>
            </a:r>
            <a:endParaRPr lang="en-US" sz="1200" dirty="0"/>
          </a:p>
        </p:txBody>
      </p:sp>
      <p:sp>
        <p:nvSpPr>
          <p:cNvPr id="16" name="Rectangle 15">
            <a:extLst>
              <a:ext uri="{FF2B5EF4-FFF2-40B4-BE49-F238E27FC236}">
                <a16:creationId xmlns:a16="http://schemas.microsoft.com/office/drawing/2014/main" id="{64F147CD-E543-EE4A-39BB-2FEB8A8199CD}"/>
              </a:ext>
            </a:extLst>
          </p:cNvPr>
          <p:cNvSpPr/>
          <p:nvPr/>
        </p:nvSpPr>
        <p:spPr>
          <a:xfrm>
            <a:off x="6342897" y="1794700"/>
            <a:ext cx="1614436" cy="130528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Integrazione nativa con 365</a:t>
            </a:r>
            <a:endParaRPr lang="en-US" sz="1200" dirty="0"/>
          </a:p>
        </p:txBody>
      </p:sp>
      <p:sp>
        <p:nvSpPr>
          <p:cNvPr id="17" name="Rectangle 16">
            <a:extLst>
              <a:ext uri="{FF2B5EF4-FFF2-40B4-BE49-F238E27FC236}">
                <a16:creationId xmlns:a16="http://schemas.microsoft.com/office/drawing/2014/main" id="{C7350200-07D1-E51C-839D-608A0519324E}"/>
              </a:ext>
            </a:extLst>
          </p:cNvPr>
          <p:cNvSpPr/>
          <p:nvPr/>
        </p:nvSpPr>
        <p:spPr>
          <a:xfrm>
            <a:off x="8297783" y="1794700"/>
            <a:ext cx="1614436" cy="1305285"/>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dirty="0"/>
              <a:t>Low-code </a:t>
            </a:r>
            <a:r>
              <a:rPr lang="en-US" sz="1200" dirty="0" err="1"/>
              <a:t>accessibile</a:t>
            </a:r>
            <a:r>
              <a:rPr lang="en-US" sz="1200" dirty="0"/>
              <a:t> a non-developer (</a:t>
            </a:r>
            <a:r>
              <a:rPr lang="en-US" sz="1200" dirty="0" err="1"/>
              <a:t>forse</a:t>
            </a:r>
            <a:r>
              <a:rPr lang="en-US" sz="1200" dirty="0"/>
              <a:t>)</a:t>
            </a:r>
          </a:p>
        </p:txBody>
      </p:sp>
      <p:sp>
        <p:nvSpPr>
          <p:cNvPr id="18" name="Rectangle 17">
            <a:extLst>
              <a:ext uri="{FF2B5EF4-FFF2-40B4-BE49-F238E27FC236}">
                <a16:creationId xmlns:a16="http://schemas.microsoft.com/office/drawing/2014/main" id="{88346E17-1EAC-22D0-829B-4190619BB907}"/>
              </a:ext>
            </a:extLst>
          </p:cNvPr>
          <p:cNvSpPr/>
          <p:nvPr/>
        </p:nvSpPr>
        <p:spPr>
          <a:xfrm>
            <a:off x="10252669" y="1794700"/>
            <a:ext cx="1614436" cy="1305285"/>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dirty="0"/>
              <a:t>Code App con React</a:t>
            </a:r>
          </a:p>
        </p:txBody>
      </p:sp>
      <p:sp>
        <p:nvSpPr>
          <p:cNvPr id="19" name="Rectangle 18">
            <a:extLst>
              <a:ext uri="{FF2B5EF4-FFF2-40B4-BE49-F238E27FC236}">
                <a16:creationId xmlns:a16="http://schemas.microsoft.com/office/drawing/2014/main" id="{21EF5ED1-AB6B-3D51-EAF5-E4EFA9F9EA97}"/>
              </a:ext>
            </a:extLst>
          </p:cNvPr>
          <p:cNvSpPr/>
          <p:nvPr/>
        </p:nvSpPr>
        <p:spPr>
          <a:xfrm>
            <a:off x="2433123" y="3330068"/>
            <a:ext cx="1614436" cy="1305285"/>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dirty="0" err="1"/>
              <a:t>Modello</a:t>
            </a:r>
            <a:r>
              <a:rPr lang="en-US" sz="1200" dirty="0"/>
              <a:t> </a:t>
            </a:r>
            <a:r>
              <a:rPr lang="en-US" sz="1200" dirty="0" err="1"/>
              <a:t>applicativo</a:t>
            </a:r>
            <a:r>
              <a:rPr lang="en-US" sz="1200" dirty="0"/>
              <a:t> 'a </a:t>
            </a:r>
            <a:r>
              <a:rPr lang="en-US" sz="1200" dirty="0" err="1"/>
              <a:t>pagine</a:t>
            </a:r>
            <a:r>
              <a:rPr lang="en-US" sz="1200" dirty="0"/>
              <a:t> stile app mobile': non </a:t>
            </a:r>
            <a:r>
              <a:rPr lang="en-US" sz="1200" dirty="0" err="1"/>
              <a:t>adatto</a:t>
            </a:r>
            <a:r>
              <a:rPr lang="en-US" sz="1200" dirty="0"/>
              <a:t> a tutti </a:t>
            </a:r>
            <a:r>
              <a:rPr lang="en-US" sz="1200" dirty="0" err="1"/>
              <a:t>i</a:t>
            </a:r>
            <a:r>
              <a:rPr lang="en-US" sz="1200" dirty="0"/>
              <a:t> </a:t>
            </a:r>
            <a:r>
              <a:rPr lang="en-US" sz="1200" dirty="0" err="1"/>
              <a:t>casi</a:t>
            </a:r>
            <a:endParaRPr lang="en-US" sz="1200" dirty="0"/>
          </a:p>
        </p:txBody>
      </p:sp>
      <p:sp>
        <p:nvSpPr>
          <p:cNvPr id="20" name="Rectangle 19">
            <a:extLst>
              <a:ext uri="{FF2B5EF4-FFF2-40B4-BE49-F238E27FC236}">
                <a16:creationId xmlns:a16="http://schemas.microsoft.com/office/drawing/2014/main" id="{CF43F26E-519B-9DC4-497B-B0E1DB3EAED4}"/>
              </a:ext>
            </a:extLst>
          </p:cNvPr>
          <p:cNvSpPr/>
          <p:nvPr/>
        </p:nvSpPr>
        <p:spPr>
          <a:xfrm>
            <a:off x="4388010" y="3330068"/>
            <a:ext cx="1614436" cy="1305285"/>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dirty="0"/>
              <a:t>“Excel è </a:t>
            </a:r>
            <a:r>
              <a:rPr lang="en-US" sz="1200" dirty="0" err="1"/>
              <a:t>più</a:t>
            </a:r>
            <a:r>
              <a:rPr lang="en-US" sz="1200" dirty="0"/>
              <a:t> </a:t>
            </a:r>
            <a:r>
              <a:rPr lang="en-US" sz="1200" dirty="0" err="1"/>
              <a:t>fiessibile</a:t>
            </a:r>
            <a:r>
              <a:rPr lang="en-US" sz="1200" dirty="0"/>
              <a:t>”</a:t>
            </a:r>
          </a:p>
        </p:txBody>
      </p:sp>
      <p:sp>
        <p:nvSpPr>
          <p:cNvPr id="21" name="Rectangle 20">
            <a:extLst>
              <a:ext uri="{FF2B5EF4-FFF2-40B4-BE49-F238E27FC236}">
                <a16:creationId xmlns:a16="http://schemas.microsoft.com/office/drawing/2014/main" id="{A2B8BBF4-4A1E-F5B5-7569-18192B3BAE2B}"/>
              </a:ext>
            </a:extLst>
          </p:cNvPr>
          <p:cNvSpPr/>
          <p:nvPr/>
        </p:nvSpPr>
        <p:spPr>
          <a:xfrm>
            <a:off x="6342897" y="3330068"/>
            <a:ext cx="1614436" cy="130528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Difficile fare </a:t>
            </a:r>
            <a:r>
              <a:rPr lang="en-US" sz="1200" dirty="0" err="1"/>
              <a:t>cose</a:t>
            </a:r>
            <a:r>
              <a:rPr lang="en-US" sz="1200" dirty="0"/>
              <a:t> </a:t>
            </a:r>
            <a:r>
              <a:rPr lang="en-US" sz="1200" dirty="0" err="1"/>
              <a:t>complesse</a:t>
            </a:r>
            <a:endParaRPr lang="en-US" sz="1200" dirty="0"/>
          </a:p>
        </p:txBody>
      </p:sp>
      <p:sp>
        <p:nvSpPr>
          <p:cNvPr id="22" name="Rectangle 21">
            <a:extLst>
              <a:ext uri="{FF2B5EF4-FFF2-40B4-BE49-F238E27FC236}">
                <a16:creationId xmlns:a16="http://schemas.microsoft.com/office/drawing/2014/main" id="{B41A4382-81EC-2E8A-3D95-07D89797B3C1}"/>
              </a:ext>
            </a:extLst>
          </p:cNvPr>
          <p:cNvSpPr/>
          <p:nvPr/>
        </p:nvSpPr>
        <p:spPr>
          <a:xfrm>
            <a:off x="8297783" y="3330068"/>
            <a:ext cx="1614436" cy="1305285"/>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dirty="0"/>
              <a:t>Difficile </a:t>
            </a:r>
            <a:r>
              <a:rPr lang="en-US" sz="1200" dirty="0" err="1"/>
              <a:t>uscire</a:t>
            </a:r>
            <a:r>
              <a:rPr lang="en-US" sz="1200" dirty="0"/>
              <a:t> </a:t>
            </a:r>
            <a:r>
              <a:rPr lang="en-US" sz="1200" dirty="0" err="1"/>
              <a:t>dai</a:t>
            </a:r>
            <a:r>
              <a:rPr lang="en-US" sz="1200" dirty="0"/>
              <a:t> </a:t>
            </a:r>
            <a:r>
              <a:rPr lang="en-US" sz="1200" dirty="0" err="1"/>
              <a:t>confini</a:t>
            </a:r>
            <a:r>
              <a:rPr lang="en-US" sz="1200" dirty="0"/>
              <a:t> </a:t>
            </a:r>
            <a:r>
              <a:rPr lang="en-US" sz="1200" dirty="0" err="1"/>
              <a:t>dettati</a:t>
            </a:r>
            <a:r>
              <a:rPr lang="en-US" sz="1200" dirty="0"/>
              <a:t> del framework</a:t>
            </a:r>
          </a:p>
        </p:txBody>
      </p:sp>
      <p:sp>
        <p:nvSpPr>
          <p:cNvPr id="23" name="Rectangle 22">
            <a:extLst>
              <a:ext uri="{FF2B5EF4-FFF2-40B4-BE49-F238E27FC236}">
                <a16:creationId xmlns:a16="http://schemas.microsoft.com/office/drawing/2014/main" id="{66A0C47F-1B7B-1A8D-318C-BE3F346BE5D4}"/>
              </a:ext>
            </a:extLst>
          </p:cNvPr>
          <p:cNvSpPr/>
          <p:nvPr/>
        </p:nvSpPr>
        <p:spPr>
          <a:xfrm>
            <a:off x="10252669" y="3330068"/>
            <a:ext cx="1614436" cy="1305285"/>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dirty="0"/>
              <a:t>Code App con React</a:t>
            </a:r>
          </a:p>
        </p:txBody>
      </p:sp>
      <p:sp>
        <p:nvSpPr>
          <p:cNvPr id="25" name="TextBox 24">
            <a:extLst>
              <a:ext uri="{FF2B5EF4-FFF2-40B4-BE49-F238E27FC236}">
                <a16:creationId xmlns:a16="http://schemas.microsoft.com/office/drawing/2014/main" id="{E09219A3-1702-5032-D545-3274A0AB0F1F}"/>
              </a:ext>
            </a:extLst>
          </p:cNvPr>
          <p:cNvSpPr txBox="1"/>
          <p:nvPr/>
        </p:nvSpPr>
        <p:spPr>
          <a:xfrm>
            <a:off x="188766" y="2245197"/>
            <a:ext cx="2091015" cy="369332"/>
          </a:xfrm>
          <a:prstGeom prst="rect">
            <a:avLst/>
          </a:prstGeom>
          <a:noFill/>
        </p:spPr>
        <p:txBody>
          <a:bodyPr wrap="square">
            <a:spAutoFit/>
          </a:bodyPr>
          <a:lstStyle/>
          <a:p>
            <a:pPr algn="r"/>
            <a:r>
              <a:rPr lang="en-US" dirty="0" err="1">
                <a:solidFill>
                  <a:srgbClr val="C6271B"/>
                </a:solidFill>
              </a:rPr>
              <a:t>Punti</a:t>
            </a:r>
            <a:r>
              <a:rPr lang="en-US" dirty="0">
                <a:solidFill>
                  <a:srgbClr val="C6271B"/>
                </a:solidFill>
              </a:rPr>
              <a:t> di forza</a:t>
            </a:r>
          </a:p>
        </p:txBody>
      </p:sp>
      <p:sp>
        <p:nvSpPr>
          <p:cNvPr id="27" name="TextBox 26">
            <a:extLst>
              <a:ext uri="{FF2B5EF4-FFF2-40B4-BE49-F238E27FC236}">
                <a16:creationId xmlns:a16="http://schemas.microsoft.com/office/drawing/2014/main" id="{3967EAA3-286C-E15A-1E08-33D6F094544E}"/>
              </a:ext>
            </a:extLst>
          </p:cNvPr>
          <p:cNvSpPr txBox="1"/>
          <p:nvPr/>
        </p:nvSpPr>
        <p:spPr>
          <a:xfrm>
            <a:off x="188766" y="3759690"/>
            <a:ext cx="2091015" cy="369332"/>
          </a:xfrm>
          <a:prstGeom prst="rect">
            <a:avLst/>
          </a:prstGeom>
          <a:noFill/>
        </p:spPr>
        <p:txBody>
          <a:bodyPr wrap="square">
            <a:spAutoFit/>
          </a:bodyPr>
          <a:lstStyle/>
          <a:p>
            <a:pPr algn="r"/>
            <a:r>
              <a:rPr lang="en-US" dirty="0" err="1">
                <a:solidFill>
                  <a:srgbClr val="C6271B"/>
                </a:solidFill>
              </a:rPr>
              <a:t>Limiti</a:t>
            </a:r>
            <a:r>
              <a:rPr lang="en-US" dirty="0">
                <a:solidFill>
                  <a:srgbClr val="C6271B"/>
                </a:solidFill>
              </a:rPr>
              <a:t> </a:t>
            </a:r>
            <a:r>
              <a:rPr lang="en-US" dirty="0" err="1">
                <a:solidFill>
                  <a:srgbClr val="C6271B"/>
                </a:solidFill>
              </a:rPr>
              <a:t>percepiti</a:t>
            </a:r>
            <a:endParaRPr lang="en-US" dirty="0">
              <a:solidFill>
                <a:srgbClr val="C6271B"/>
              </a:solidFill>
            </a:endParaRPr>
          </a:p>
        </p:txBody>
      </p:sp>
      <p:sp>
        <p:nvSpPr>
          <p:cNvPr id="2" name="Multiplication Sign 1">
            <a:extLst>
              <a:ext uri="{FF2B5EF4-FFF2-40B4-BE49-F238E27FC236}">
                <a16:creationId xmlns:a16="http://schemas.microsoft.com/office/drawing/2014/main" id="{89D62757-1394-085B-E8A8-449A92552B19}"/>
              </a:ext>
            </a:extLst>
          </p:cNvPr>
          <p:cNvSpPr/>
          <p:nvPr/>
        </p:nvSpPr>
        <p:spPr>
          <a:xfrm>
            <a:off x="7761279" y="2717046"/>
            <a:ext cx="2687444" cy="2531327"/>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 name="Multiplication Sign 2">
            <a:extLst>
              <a:ext uri="{FF2B5EF4-FFF2-40B4-BE49-F238E27FC236}">
                <a16:creationId xmlns:a16="http://schemas.microsoft.com/office/drawing/2014/main" id="{4ABC404A-DB1B-A57F-02A7-3FB655887EBD}"/>
              </a:ext>
            </a:extLst>
          </p:cNvPr>
          <p:cNvSpPr/>
          <p:nvPr/>
        </p:nvSpPr>
        <p:spPr>
          <a:xfrm>
            <a:off x="5806392" y="2678692"/>
            <a:ext cx="2687444" cy="2531327"/>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347532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5" grpId="0"/>
      <p:bldP spid="27" grpId="0"/>
      <p:bldP spid="2" grpId="0" animBg="1"/>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78DC4-1026-D57E-0BC5-966550BF6F2B}"/>
              </a:ext>
            </a:extLst>
          </p:cNvPr>
          <p:cNvSpPr>
            <a:spLocks noGrp="1"/>
          </p:cNvSpPr>
          <p:nvPr>
            <p:ph type="title"/>
          </p:nvPr>
        </p:nvSpPr>
        <p:spPr/>
        <p:txBody>
          <a:bodyPr/>
          <a:lstStyle/>
          <a:p>
            <a:r>
              <a:rPr lang="it-IT" dirty="0"/>
              <a:t>Cosa impariamo dalle Power Apps?</a:t>
            </a:r>
          </a:p>
        </p:txBody>
      </p:sp>
      <p:sp>
        <p:nvSpPr>
          <p:cNvPr id="14" name="Text Placeholder 13">
            <a:extLst>
              <a:ext uri="{FF2B5EF4-FFF2-40B4-BE49-F238E27FC236}">
                <a16:creationId xmlns:a16="http://schemas.microsoft.com/office/drawing/2014/main" id="{0672E39B-672D-0C68-3770-E23014F496A7}"/>
              </a:ext>
            </a:extLst>
          </p:cNvPr>
          <p:cNvSpPr>
            <a:spLocks noGrp="1"/>
          </p:cNvSpPr>
          <p:nvPr>
            <p:ph idx="1"/>
          </p:nvPr>
        </p:nvSpPr>
        <p:spPr>
          <a:xfrm>
            <a:off x="838200" y="1835150"/>
            <a:ext cx="10515600" cy="1146175"/>
          </a:xfrm>
        </p:spPr>
        <p:txBody>
          <a:bodyPr>
            <a:normAutofit fontScale="77500" lnSpcReduction="20000"/>
          </a:bodyPr>
          <a:lstStyle/>
          <a:p>
            <a:r>
              <a:rPr lang="it-IT" dirty="0"/>
              <a:t>Con le capacity Fabric, adesso è più «semplice» accedere a scenari «Apps Own Data»</a:t>
            </a:r>
          </a:p>
          <a:p>
            <a:r>
              <a:rPr lang="it-IT" dirty="0"/>
              <a:t>Custom login, no licenze Power BI assegnate a utenti</a:t>
            </a:r>
          </a:p>
          <a:p>
            <a:r>
              <a:rPr lang="it-IT" dirty="0"/>
              <a:t>Embedding report in applicazioni esistenti o in portali custom</a:t>
            </a:r>
          </a:p>
          <a:p>
            <a:endParaRPr lang="it-IT" dirty="0"/>
          </a:p>
        </p:txBody>
      </p:sp>
      <p:grpSp>
        <p:nvGrpSpPr>
          <p:cNvPr id="15" name="Group 14">
            <a:extLst>
              <a:ext uri="{FF2B5EF4-FFF2-40B4-BE49-F238E27FC236}">
                <a16:creationId xmlns:a16="http://schemas.microsoft.com/office/drawing/2014/main" id="{531214F5-C34A-56EE-D38B-6F8A6536C39B}"/>
              </a:ext>
            </a:extLst>
          </p:cNvPr>
          <p:cNvGrpSpPr/>
          <p:nvPr/>
        </p:nvGrpSpPr>
        <p:grpSpPr>
          <a:xfrm>
            <a:off x="3444240" y="3137042"/>
            <a:ext cx="5303520" cy="777240"/>
            <a:chOff x="3444240" y="1946417"/>
            <a:chExt cx="5303520" cy="777240"/>
          </a:xfrm>
        </p:grpSpPr>
        <p:sp>
          <p:nvSpPr>
            <p:cNvPr id="4" name="Shape 2">
              <a:extLst>
                <a:ext uri="{FF2B5EF4-FFF2-40B4-BE49-F238E27FC236}">
                  <a16:creationId xmlns:a16="http://schemas.microsoft.com/office/drawing/2014/main" id="{4C1D73FF-C4FC-56A2-6B48-D6C160EFA17B}"/>
                </a:ext>
              </a:extLst>
            </p:cNvPr>
            <p:cNvSpPr/>
            <p:nvPr/>
          </p:nvSpPr>
          <p:spPr>
            <a:xfrm>
              <a:off x="3444240" y="1946417"/>
              <a:ext cx="5303520" cy="777240"/>
            </a:xfrm>
            <a:prstGeom prst="rect">
              <a:avLst/>
            </a:prstGeom>
            <a:solidFill>
              <a:srgbClr val="6D998A"/>
            </a:solidFill>
            <a:ln w="12700">
              <a:noFill/>
              <a:prstDash val="solid"/>
            </a:ln>
          </p:spPr>
          <p:txBody>
            <a:bodyPr/>
            <a:lstStyle/>
            <a:p>
              <a:endParaRPr lang="it-IT"/>
            </a:p>
          </p:txBody>
        </p:sp>
        <p:sp>
          <p:nvSpPr>
            <p:cNvPr id="5" name="Text 3">
              <a:extLst>
                <a:ext uri="{FF2B5EF4-FFF2-40B4-BE49-F238E27FC236}">
                  <a16:creationId xmlns:a16="http://schemas.microsoft.com/office/drawing/2014/main" id="{C9B2BEF6-3E2E-708A-10DF-EBC4C6202FD8}"/>
                </a:ext>
              </a:extLst>
            </p:cNvPr>
            <p:cNvSpPr/>
            <p:nvPr/>
          </p:nvSpPr>
          <p:spPr>
            <a:xfrm>
              <a:off x="3581400" y="1992137"/>
              <a:ext cx="5029200" cy="320040"/>
            </a:xfrm>
            <a:prstGeom prst="rect">
              <a:avLst/>
            </a:prstGeom>
            <a:noFill/>
            <a:ln>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API-based development</a:t>
              </a:r>
              <a:endParaRPr lang="en-US" sz="1600" dirty="0"/>
            </a:p>
          </p:txBody>
        </p:sp>
        <p:sp>
          <p:nvSpPr>
            <p:cNvPr id="6" name="Text 4">
              <a:extLst>
                <a:ext uri="{FF2B5EF4-FFF2-40B4-BE49-F238E27FC236}">
                  <a16:creationId xmlns:a16="http://schemas.microsoft.com/office/drawing/2014/main" id="{BEDAC0D1-CAF4-2220-3A05-7E3139641BC4}"/>
                </a:ext>
              </a:extLst>
            </p:cNvPr>
            <p:cNvSpPr/>
            <p:nvPr/>
          </p:nvSpPr>
          <p:spPr>
            <a:xfrm>
              <a:off x="3581400" y="2339609"/>
              <a:ext cx="5029200" cy="320040"/>
            </a:xfrm>
            <a:prstGeom prst="rect">
              <a:avLst/>
            </a:prstGeom>
            <a:noFill/>
            <a:ln>
              <a:noFill/>
            </a:ln>
          </p:spPr>
          <p:txBody>
            <a:bodyPr wrap="square" lIns="0" tIns="0" rIns="0" bIns="0" rtlCol="0" anchor="ctr"/>
            <a:lstStyle/>
            <a:p>
              <a:pPr marL="0" indent="0">
                <a:buNone/>
              </a:pPr>
              <a:r>
                <a:rPr lang="en-US" sz="1100" dirty="0" err="1">
                  <a:solidFill>
                    <a:srgbClr val="FFFFFF"/>
                  </a:solidFill>
                  <a:latin typeface="Calibri" pitchFamily="34" charset="0"/>
                  <a:ea typeface="Calibri" pitchFamily="34" charset="-122"/>
                  <a:cs typeface="Calibri" pitchFamily="34" charset="-120"/>
                </a:rPr>
                <a:t>L’unico</a:t>
              </a:r>
              <a:r>
                <a:rPr lang="en-US" sz="1100" dirty="0">
                  <a:solidFill>
                    <a:srgbClr val="FFFFFF"/>
                  </a:solidFill>
                  <a:latin typeface="Calibri" pitchFamily="34" charset="0"/>
                  <a:ea typeface="Calibri" pitchFamily="34" charset="-122"/>
                  <a:cs typeface="Calibri" pitchFamily="34" charset="-120"/>
                </a:rPr>
                <a:t> modo per </a:t>
              </a:r>
              <a:r>
                <a:rPr lang="en-US" sz="1100" dirty="0" err="1">
                  <a:solidFill>
                    <a:srgbClr val="FFFFFF"/>
                  </a:solidFill>
                  <a:latin typeface="Calibri" pitchFamily="34" charset="0"/>
                  <a:ea typeface="Calibri" pitchFamily="34" charset="-122"/>
                  <a:cs typeface="Calibri" pitchFamily="34" charset="-120"/>
                </a:rPr>
                <a:t>accedere</a:t>
              </a:r>
              <a:r>
                <a:rPr lang="en-US" sz="1100" dirty="0">
                  <a:solidFill>
                    <a:srgbClr val="FFFFFF"/>
                  </a:solidFill>
                  <a:latin typeface="Calibri" pitchFamily="34" charset="0"/>
                  <a:ea typeface="Calibri" pitchFamily="34" charset="-122"/>
                  <a:cs typeface="Calibri" pitchFamily="34" charset="-120"/>
                </a:rPr>
                <a:t> a </a:t>
              </a:r>
              <a:r>
                <a:rPr lang="en-US" sz="1100" dirty="0" err="1">
                  <a:solidFill>
                    <a:srgbClr val="FFFFFF"/>
                  </a:solidFill>
                  <a:latin typeface="Calibri" pitchFamily="34" charset="0"/>
                  <a:ea typeface="Calibri" pitchFamily="34" charset="-122"/>
                  <a:cs typeface="Calibri" pitchFamily="34" charset="-120"/>
                </a:rPr>
                <a:t>qualunque</a:t>
              </a:r>
              <a:r>
                <a:rPr lang="en-US" sz="1100" dirty="0">
                  <a:solidFill>
                    <a:srgbClr val="FFFFFF"/>
                  </a:solidFill>
                  <a:latin typeface="Calibri" pitchFamily="34" charset="0"/>
                  <a:ea typeface="Calibri" pitchFamily="34" charset="-122"/>
                  <a:cs typeface="Calibri" pitchFamily="34" charset="-120"/>
                </a:rPr>
                <a:t> </a:t>
              </a:r>
              <a:r>
                <a:rPr lang="en-US" sz="1100" dirty="0" err="1">
                  <a:solidFill>
                    <a:srgbClr val="FFFFFF"/>
                  </a:solidFill>
                  <a:latin typeface="Calibri" pitchFamily="34" charset="0"/>
                  <a:ea typeface="Calibri" pitchFamily="34" charset="-122"/>
                  <a:cs typeface="Calibri" pitchFamily="34" charset="-120"/>
                </a:rPr>
                <a:t>risorsa</a:t>
              </a:r>
              <a:r>
                <a:rPr lang="en-US" sz="1100" dirty="0">
                  <a:solidFill>
                    <a:srgbClr val="FFFFFF"/>
                  </a:solidFill>
                  <a:latin typeface="Calibri" pitchFamily="34" charset="0"/>
                  <a:ea typeface="Calibri" pitchFamily="34" charset="-122"/>
                  <a:cs typeface="Calibri" pitchFamily="34" charset="-120"/>
                </a:rPr>
                <a:t> è </a:t>
              </a:r>
              <a:r>
                <a:rPr lang="en-US" sz="1100" dirty="0" err="1">
                  <a:solidFill>
                    <a:srgbClr val="FFFFFF"/>
                  </a:solidFill>
                  <a:latin typeface="Calibri" pitchFamily="34" charset="0"/>
                  <a:ea typeface="Calibri" pitchFamily="34" charset="-122"/>
                  <a:cs typeface="Calibri" pitchFamily="34" charset="-120"/>
                </a:rPr>
                <a:t>una</a:t>
              </a:r>
              <a:r>
                <a:rPr lang="en-US" sz="1100" dirty="0">
                  <a:solidFill>
                    <a:srgbClr val="FFFFFF"/>
                  </a:solidFill>
                  <a:latin typeface="Calibri" pitchFamily="34" charset="0"/>
                  <a:ea typeface="Calibri" pitchFamily="34" charset="-122"/>
                  <a:cs typeface="Calibri" pitchFamily="34" charset="-120"/>
                </a:rPr>
                <a:t> REST API</a:t>
              </a:r>
              <a:br>
                <a:rPr lang="en-US" sz="1100" dirty="0">
                  <a:solidFill>
                    <a:srgbClr val="FFFFFF"/>
                  </a:solidFill>
                  <a:latin typeface="Calibri" pitchFamily="34" charset="0"/>
                  <a:ea typeface="Calibri" pitchFamily="34" charset="-122"/>
                  <a:cs typeface="Calibri" pitchFamily="34" charset="-120"/>
                </a:rPr>
              </a:br>
              <a:r>
                <a:rPr lang="en-US" sz="1100" dirty="0" err="1">
                  <a:solidFill>
                    <a:srgbClr val="FFFFFF"/>
                  </a:solidFill>
                  <a:latin typeface="Calibri" pitchFamily="34" charset="0"/>
                  <a:ea typeface="Calibri" pitchFamily="34" charset="-122"/>
                  <a:cs typeface="Calibri" pitchFamily="34" charset="-120"/>
                </a:rPr>
                <a:t>Connettori</a:t>
              </a:r>
              <a:r>
                <a:rPr lang="en-US" sz="1100" dirty="0">
                  <a:solidFill>
                    <a:srgbClr val="FFFFFF"/>
                  </a:solidFill>
                  <a:latin typeface="Calibri" pitchFamily="34" charset="0"/>
                  <a:ea typeface="Calibri" pitchFamily="34" charset="-122"/>
                  <a:cs typeface="Calibri" pitchFamily="34" charset="-120"/>
                </a:rPr>
                <a:t> </a:t>
              </a:r>
              <a:endParaRPr lang="en-US" sz="1100" dirty="0"/>
            </a:p>
          </p:txBody>
        </p:sp>
      </p:grpSp>
      <p:grpSp>
        <p:nvGrpSpPr>
          <p:cNvPr id="16" name="Group 15">
            <a:extLst>
              <a:ext uri="{FF2B5EF4-FFF2-40B4-BE49-F238E27FC236}">
                <a16:creationId xmlns:a16="http://schemas.microsoft.com/office/drawing/2014/main" id="{05389519-30A2-C295-3193-F22798C7E233}"/>
              </a:ext>
            </a:extLst>
          </p:cNvPr>
          <p:cNvGrpSpPr/>
          <p:nvPr/>
        </p:nvGrpSpPr>
        <p:grpSpPr>
          <a:xfrm>
            <a:off x="3444240" y="4226433"/>
            <a:ext cx="5303520" cy="777240"/>
            <a:chOff x="3444240" y="3035808"/>
            <a:chExt cx="5303520" cy="777240"/>
          </a:xfrm>
        </p:grpSpPr>
        <p:sp>
          <p:nvSpPr>
            <p:cNvPr id="7" name="Shape 5">
              <a:extLst>
                <a:ext uri="{FF2B5EF4-FFF2-40B4-BE49-F238E27FC236}">
                  <a16:creationId xmlns:a16="http://schemas.microsoft.com/office/drawing/2014/main" id="{E487F124-B2C7-4441-A391-EB38EF6510F0}"/>
                </a:ext>
              </a:extLst>
            </p:cNvPr>
            <p:cNvSpPr/>
            <p:nvPr/>
          </p:nvSpPr>
          <p:spPr>
            <a:xfrm>
              <a:off x="3444240" y="3035808"/>
              <a:ext cx="5303520" cy="777240"/>
            </a:xfrm>
            <a:prstGeom prst="rect">
              <a:avLst/>
            </a:prstGeom>
            <a:solidFill>
              <a:srgbClr val="E37F29"/>
            </a:solidFill>
            <a:ln w="12700">
              <a:noFill/>
              <a:prstDash val="solid"/>
            </a:ln>
          </p:spPr>
          <p:txBody>
            <a:bodyPr/>
            <a:lstStyle/>
            <a:p>
              <a:endParaRPr lang="it-IT"/>
            </a:p>
          </p:txBody>
        </p:sp>
        <p:sp>
          <p:nvSpPr>
            <p:cNvPr id="8" name="Text 6">
              <a:extLst>
                <a:ext uri="{FF2B5EF4-FFF2-40B4-BE49-F238E27FC236}">
                  <a16:creationId xmlns:a16="http://schemas.microsoft.com/office/drawing/2014/main" id="{E8717DEB-1D47-B80C-9FEC-10D3DDD94135}"/>
                </a:ext>
              </a:extLst>
            </p:cNvPr>
            <p:cNvSpPr/>
            <p:nvPr/>
          </p:nvSpPr>
          <p:spPr>
            <a:xfrm>
              <a:off x="3581400" y="3081528"/>
              <a:ext cx="5029200" cy="320040"/>
            </a:xfrm>
            <a:prstGeom prst="rect">
              <a:avLst/>
            </a:prstGeom>
            <a:noFill/>
            <a:ln>
              <a:noFill/>
            </a:ln>
          </p:spPr>
          <p:txBody>
            <a:bodyPr wrap="square" lIns="0" tIns="0" rIns="0" bIns="0" rtlCol="0" anchor="ctr"/>
            <a:lstStyle/>
            <a:p>
              <a:pPr marL="0" indent="0">
                <a:buNone/>
              </a:pPr>
              <a:r>
                <a:rPr lang="en-US" sz="1600" b="1" dirty="0" err="1">
                  <a:solidFill>
                    <a:srgbClr val="FFFFFF"/>
                  </a:solidFill>
                  <a:latin typeface="Calibri" pitchFamily="34" charset="0"/>
                  <a:ea typeface="Calibri" pitchFamily="34" charset="-122"/>
                  <a:cs typeface="Calibri" pitchFamily="34" charset="-120"/>
                </a:rPr>
                <a:t>Interfaccia</a:t>
              </a:r>
              <a:r>
                <a:rPr lang="en-US" sz="1600" b="1" dirty="0">
                  <a:solidFill>
                    <a:srgbClr val="FFFFFF"/>
                  </a:solidFill>
                  <a:latin typeface="Calibri" pitchFamily="34" charset="0"/>
                  <a:ea typeface="Calibri" pitchFamily="34" charset="-122"/>
                  <a:cs typeface="Calibri" pitchFamily="34" charset="-120"/>
                </a:rPr>
                <a:t> </a:t>
              </a:r>
              <a:r>
                <a:rPr lang="en-US" sz="1600" b="1" dirty="0" err="1">
                  <a:solidFill>
                    <a:srgbClr val="FFFFFF"/>
                  </a:solidFill>
                  <a:latin typeface="Calibri" pitchFamily="34" charset="0"/>
                  <a:ea typeface="Calibri" pitchFamily="34" charset="-122"/>
                  <a:cs typeface="Calibri" pitchFamily="34" charset="-120"/>
                </a:rPr>
                <a:t>utente</a:t>
              </a:r>
              <a:r>
                <a:rPr lang="en-US" sz="1600" b="1" dirty="0">
                  <a:solidFill>
                    <a:srgbClr val="FFFFFF"/>
                  </a:solidFill>
                  <a:latin typeface="Calibri" pitchFamily="34" charset="0"/>
                  <a:ea typeface="Calibri" pitchFamily="34" charset="-122"/>
                  <a:cs typeface="Calibri" pitchFamily="34" charset="-120"/>
                </a:rPr>
                <a:t> standard</a:t>
              </a:r>
              <a:endParaRPr lang="en-US" sz="1600" dirty="0"/>
            </a:p>
          </p:txBody>
        </p:sp>
        <p:sp>
          <p:nvSpPr>
            <p:cNvPr id="9" name="Text 7">
              <a:extLst>
                <a:ext uri="{FF2B5EF4-FFF2-40B4-BE49-F238E27FC236}">
                  <a16:creationId xmlns:a16="http://schemas.microsoft.com/office/drawing/2014/main" id="{E47A5685-A004-279C-4D7B-F79766F6EC2F}"/>
                </a:ext>
              </a:extLst>
            </p:cNvPr>
            <p:cNvSpPr/>
            <p:nvPr/>
          </p:nvSpPr>
          <p:spPr>
            <a:xfrm>
              <a:off x="3581400" y="3429000"/>
              <a:ext cx="5029200" cy="320040"/>
            </a:xfrm>
            <a:prstGeom prst="rect">
              <a:avLst/>
            </a:prstGeom>
            <a:noFill/>
            <a:ln>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HTML5 + CSS standard “</a:t>
              </a:r>
              <a:r>
                <a:rPr lang="en-US" sz="1100" dirty="0" err="1">
                  <a:solidFill>
                    <a:srgbClr val="FFFFFF"/>
                  </a:solidFill>
                  <a:latin typeface="Calibri" pitchFamily="34" charset="0"/>
                  <a:ea typeface="Calibri" pitchFamily="34" charset="-122"/>
                  <a:cs typeface="Calibri" pitchFamily="34" charset="-120"/>
                </a:rPr>
                <a:t>assodato</a:t>
              </a:r>
              <a:r>
                <a:rPr lang="en-US" sz="1100" dirty="0">
                  <a:solidFill>
                    <a:srgbClr val="FFFFFF"/>
                  </a:solidFill>
                  <a:latin typeface="Calibri" pitchFamily="34" charset="0"/>
                  <a:ea typeface="Calibri" pitchFamily="34" charset="-122"/>
                  <a:cs typeface="Calibri" pitchFamily="34" charset="-120"/>
                </a:rPr>
                <a:t> e </a:t>
              </a:r>
              <a:r>
                <a:rPr lang="en-US" sz="1100" dirty="0" err="1">
                  <a:solidFill>
                    <a:srgbClr val="FFFFFF"/>
                  </a:solidFill>
                  <a:latin typeface="Calibri" pitchFamily="34" charset="0"/>
                  <a:ea typeface="Calibri" pitchFamily="34" charset="-122"/>
                  <a:cs typeface="Calibri" pitchFamily="34" charset="-120"/>
                </a:rPr>
                <a:t>conosciuto</a:t>
              </a:r>
              <a:r>
                <a:rPr lang="en-US" sz="1100" dirty="0">
                  <a:solidFill>
                    <a:srgbClr val="FFFFFF"/>
                  </a:solidFill>
                  <a:latin typeface="Calibri" pitchFamily="34" charset="0"/>
                  <a:ea typeface="Calibri" pitchFamily="34" charset="-122"/>
                  <a:cs typeface="Calibri" pitchFamily="34" charset="-120"/>
                </a:rPr>
                <a:t> “</a:t>
              </a:r>
              <a:endParaRPr lang="en-US" sz="1100" dirty="0"/>
            </a:p>
          </p:txBody>
        </p:sp>
      </p:grpSp>
      <p:grpSp>
        <p:nvGrpSpPr>
          <p:cNvPr id="17" name="Group 16">
            <a:extLst>
              <a:ext uri="{FF2B5EF4-FFF2-40B4-BE49-F238E27FC236}">
                <a16:creationId xmlns:a16="http://schemas.microsoft.com/office/drawing/2014/main" id="{422D41F3-94DA-D562-EF39-EF4B53AE5FB0}"/>
              </a:ext>
            </a:extLst>
          </p:cNvPr>
          <p:cNvGrpSpPr/>
          <p:nvPr/>
        </p:nvGrpSpPr>
        <p:grpSpPr>
          <a:xfrm>
            <a:off x="3444240" y="5315824"/>
            <a:ext cx="5303520" cy="777240"/>
            <a:chOff x="3444240" y="4125199"/>
            <a:chExt cx="5303520" cy="777240"/>
          </a:xfrm>
        </p:grpSpPr>
        <p:sp>
          <p:nvSpPr>
            <p:cNvPr id="10" name="Shape 8">
              <a:extLst>
                <a:ext uri="{FF2B5EF4-FFF2-40B4-BE49-F238E27FC236}">
                  <a16:creationId xmlns:a16="http://schemas.microsoft.com/office/drawing/2014/main" id="{224F848E-CB45-D825-18F4-62A2BB61448D}"/>
                </a:ext>
              </a:extLst>
            </p:cNvPr>
            <p:cNvSpPr/>
            <p:nvPr/>
          </p:nvSpPr>
          <p:spPr>
            <a:xfrm>
              <a:off x="3444240" y="4125199"/>
              <a:ext cx="5303520" cy="777240"/>
            </a:xfrm>
            <a:prstGeom prst="rect">
              <a:avLst/>
            </a:prstGeom>
            <a:solidFill>
              <a:srgbClr val="C38F89"/>
            </a:solidFill>
            <a:ln w="12700">
              <a:noFill/>
              <a:prstDash val="solid"/>
            </a:ln>
          </p:spPr>
          <p:txBody>
            <a:bodyPr/>
            <a:lstStyle/>
            <a:p>
              <a:endParaRPr lang="it-IT"/>
            </a:p>
          </p:txBody>
        </p:sp>
        <p:sp>
          <p:nvSpPr>
            <p:cNvPr id="11" name="Text 9">
              <a:extLst>
                <a:ext uri="{FF2B5EF4-FFF2-40B4-BE49-F238E27FC236}">
                  <a16:creationId xmlns:a16="http://schemas.microsoft.com/office/drawing/2014/main" id="{C94ABE41-BCF5-457D-ABF0-3B913A6807E3}"/>
                </a:ext>
              </a:extLst>
            </p:cNvPr>
            <p:cNvSpPr/>
            <p:nvPr/>
          </p:nvSpPr>
          <p:spPr>
            <a:xfrm>
              <a:off x="3581400" y="4170919"/>
              <a:ext cx="5029200" cy="320040"/>
            </a:xfrm>
            <a:prstGeom prst="rect">
              <a:avLst/>
            </a:prstGeom>
            <a:noFill/>
            <a:ln>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Power BI</a:t>
              </a:r>
              <a:endParaRPr lang="en-US" sz="1600" dirty="0"/>
            </a:p>
          </p:txBody>
        </p:sp>
        <p:sp>
          <p:nvSpPr>
            <p:cNvPr id="12" name="Text 10">
              <a:extLst>
                <a:ext uri="{FF2B5EF4-FFF2-40B4-BE49-F238E27FC236}">
                  <a16:creationId xmlns:a16="http://schemas.microsoft.com/office/drawing/2014/main" id="{403BBDDC-72F8-D7F9-9EB3-B90C6919EB8D}"/>
                </a:ext>
              </a:extLst>
            </p:cNvPr>
            <p:cNvSpPr/>
            <p:nvPr/>
          </p:nvSpPr>
          <p:spPr>
            <a:xfrm>
              <a:off x="3581400" y="4518391"/>
              <a:ext cx="5029200" cy="320040"/>
            </a:xfrm>
            <a:prstGeom prst="rect">
              <a:avLst/>
            </a:prstGeom>
            <a:noFill/>
            <a:ln>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Non </a:t>
              </a:r>
              <a:r>
                <a:rPr lang="en-US" sz="1100" dirty="0" err="1">
                  <a:solidFill>
                    <a:srgbClr val="FFFFFF"/>
                  </a:solidFill>
                  <a:latin typeface="Calibri" pitchFamily="34" charset="0"/>
                  <a:ea typeface="Calibri" pitchFamily="34" charset="-122"/>
                  <a:cs typeface="Calibri" pitchFamily="34" charset="-120"/>
                </a:rPr>
                <a:t>strettamente</a:t>
              </a:r>
              <a:r>
                <a:rPr lang="en-US" sz="1100" dirty="0">
                  <a:solidFill>
                    <a:srgbClr val="FFFFFF"/>
                  </a:solidFill>
                  <a:latin typeface="Calibri" pitchFamily="34" charset="0"/>
                  <a:ea typeface="Calibri" pitchFamily="34" charset="-122"/>
                  <a:cs typeface="Calibri" pitchFamily="34" charset="-120"/>
                </a:rPr>
                <a:t> Power Apps, ma molto </a:t>
              </a:r>
              <a:r>
                <a:rPr lang="en-US" sz="1100" dirty="0" err="1">
                  <a:solidFill>
                    <a:srgbClr val="FFFFFF"/>
                  </a:solidFill>
                  <a:latin typeface="Calibri" pitchFamily="34" charset="0"/>
                  <a:ea typeface="Calibri" pitchFamily="34" charset="-122"/>
                  <a:cs typeface="Calibri" pitchFamily="34" charset="-120"/>
                </a:rPr>
                <a:t>amato</a:t>
              </a:r>
              <a:r>
                <a:rPr lang="en-US" sz="1100" dirty="0">
                  <a:solidFill>
                    <a:srgbClr val="FFFFFF"/>
                  </a:solidFill>
                  <a:latin typeface="Calibri" pitchFamily="34" charset="0"/>
                  <a:ea typeface="Calibri" pitchFamily="34" charset="-122"/>
                  <a:cs typeface="Calibri" pitchFamily="34" charset="-120"/>
                </a:rPr>
                <a:t> da tutti e </a:t>
              </a:r>
              <a:r>
                <a:rPr lang="en-US" sz="1100" dirty="0" err="1">
                  <a:solidFill>
                    <a:srgbClr val="FFFFFF"/>
                  </a:solidFill>
                  <a:latin typeface="Calibri" pitchFamily="34" charset="0"/>
                  <a:ea typeface="Calibri" pitchFamily="34" charset="-122"/>
                  <a:cs typeface="Calibri" pitchFamily="34" charset="-120"/>
                </a:rPr>
                <a:t>l’embedding</a:t>
              </a:r>
              <a:r>
                <a:rPr lang="en-US" sz="1100" dirty="0">
                  <a:solidFill>
                    <a:srgbClr val="FFFFFF"/>
                  </a:solidFill>
                  <a:latin typeface="Calibri" pitchFamily="34" charset="0"/>
                  <a:ea typeface="Calibri" pitchFamily="34" charset="-122"/>
                  <a:cs typeface="Calibri" pitchFamily="34" charset="-120"/>
                </a:rPr>
                <a:t> e Fabric </a:t>
              </a:r>
              <a:r>
                <a:rPr lang="en-US" sz="1100" dirty="0" err="1">
                  <a:solidFill>
                    <a:srgbClr val="FFFFFF"/>
                  </a:solidFill>
                  <a:latin typeface="Calibri" pitchFamily="34" charset="0"/>
                  <a:ea typeface="Calibri" pitchFamily="34" charset="-122"/>
                  <a:cs typeface="Calibri" pitchFamily="34" charset="-120"/>
                </a:rPr>
                <a:t>aiutano</a:t>
              </a:r>
              <a:endParaRPr lang="en-US" sz="1100" dirty="0"/>
            </a:p>
          </p:txBody>
        </p:sp>
      </p:grpSp>
    </p:spTree>
    <p:extLst>
      <p:ext uri="{BB962C8B-B14F-4D97-AF65-F5344CB8AC3E}">
        <p14:creationId xmlns:p14="http://schemas.microsoft.com/office/powerpoint/2010/main" val="2686310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A71BB1F-6615-0607-CFC8-082ECBC5A3F0}"/>
              </a:ext>
            </a:extLst>
          </p:cNvPr>
          <p:cNvSpPr>
            <a:spLocks noGrp="1"/>
          </p:cNvSpPr>
          <p:nvPr>
            <p:ph type="title"/>
          </p:nvPr>
        </p:nvSpPr>
        <p:spPr/>
        <p:txBody>
          <a:bodyPr/>
          <a:lstStyle/>
          <a:p>
            <a:r>
              <a:rPr lang="it-IT" dirty="0"/>
              <a:t>Inciso: Copilot Studio</a:t>
            </a:r>
          </a:p>
        </p:txBody>
      </p:sp>
      <p:sp>
        <p:nvSpPr>
          <p:cNvPr id="6" name="Content Placeholder 5">
            <a:extLst>
              <a:ext uri="{FF2B5EF4-FFF2-40B4-BE49-F238E27FC236}">
                <a16:creationId xmlns:a16="http://schemas.microsoft.com/office/drawing/2014/main" id="{9F7D5987-1A87-0D4B-C885-497CF0378038}"/>
              </a:ext>
            </a:extLst>
          </p:cNvPr>
          <p:cNvSpPr>
            <a:spLocks noGrp="1"/>
          </p:cNvSpPr>
          <p:nvPr>
            <p:ph idx="1"/>
          </p:nvPr>
        </p:nvSpPr>
        <p:spPr/>
        <p:txBody>
          <a:bodyPr>
            <a:normAutofit lnSpcReduction="10000"/>
          </a:bodyPr>
          <a:lstStyle/>
          <a:p>
            <a:r>
              <a:rPr lang="it-IT" dirty="0"/>
              <a:t>Non sono contrario al low-code</a:t>
            </a:r>
          </a:p>
          <a:p>
            <a:pPr lvl="1"/>
            <a:r>
              <a:rPr lang="it-IT" dirty="0"/>
              <a:t>Ma deve essere vero Low-Code</a:t>
            </a:r>
          </a:p>
          <a:p>
            <a:r>
              <a:rPr lang="it-IT" dirty="0"/>
              <a:t>Power Apps, a partire dalle mitiche Model Apps, basate su Canvas Apps, non lo sono più</a:t>
            </a:r>
          </a:p>
          <a:p>
            <a:pPr lvl="1"/>
            <a:r>
              <a:rPr lang="it-IT" dirty="0"/>
              <a:t>Adesso in Fabric ci sono pure le Fabric Apps che sono praticamente le nuove Apps di PowerApps appoggiate alla capacity di Fabric</a:t>
            </a:r>
          </a:p>
          <a:p>
            <a:r>
              <a:rPr lang="it-IT" dirty="0"/>
              <a:t>Copilot Studio è veramente una gran cosa</a:t>
            </a:r>
          </a:p>
          <a:p>
            <a:pPr lvl="1"/>
            <a:r>
              <a:rPr lang="it-IT" dirty="0"/>
              <a:t>«scrivere codice con un prompt»</a:t>
            </a:r>
          </a:p>
          <a:p>
            <a:pPr lvl="1"/>
            <a:r>
              <a:rPr lang="it-IT" dirty="0"/>
              <a:t>Il flow che amiamo con le Logic Apps e Power Automate (per non dire NodeRed, dato che io lavoro nell’IoT)</a:t>
            </a:r>
          </a:p>
          <a:p>
            <a:r>
              <a:rPr lang="it-IT" dirty="0"/>
              <a:t>Come dire: Low Code si, forse Power Apps no, workflow...yes...</a:t>
            </a:r>
          </a:p>
        </p:txBody>
      </p:sp>
    </p:spTree>
    <p:extLst>
      <p:ext uri="{BB962C8B-B14F-4D97-AF65-F5344CB8AC3E}">
        <p14:creationId xmlns:p14="http://schemas.microsoft.com/office/powerpoint/2010/main" val="19760051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E3E68-8BFB-D169-6E28-3FF348D7CB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CFB69D-8EDB-814E-B7C6-6A9C4C8FA0CC}"/>
              </a:ext>
            </a:extLst>
          </p:cNvPr>
          <p:cNvSpPr>
            <a:spLocks noGrp="1"/>
          </p:cNvSpPr>
          <p:nvPr>
            <p:ph type="title"/>
          </p:nvPr>
        </p:nvSpPr>
        <p:spPr/>
        <p:txBody>
          <a:bodyPr/>
          <a:lstStyle/>
          <a:p>
            <a:r>
              <a:rPr dirty="0"/>
              <a:t>DEMO</a:t>
            </a:r>
          </a:p>
        </p:txBody>
      </p:sp>
    </p:spTree>
    <p:extLst>
      <p:ext uri="{BB962C8B-B14F-4D97-AF65-F5344CB8AC3E}">
        <p14:creationId xmlns:p14="http://schemas.microsoft.com/office/powerpoint/2010/main" val="34322934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E126F-80E0-4657-9E2A-E54564DCE5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3A6E3A-18E6-1F97-4236-166B4DE0BD1F}"/>
              </a:ext>
            </a:extLst>
          </p:cNvPr>
          <p:cNvSpPr>
            <a:spLocks noGrp="1"/>
          </p:cNvSpPr>
          <p:nvPr>
            <p:ph type="title"/>
          </p:nvPr>
        </p:nvSpPr>
        <p:spPr/>
        <p:txBody>
          <a:bodyPr/>
          <a:lstStyle/>
          <a:p>
            <a:r>
              <a:rPr lang="it-IT" dirty="0"/>
              <a:t>Il ruolo della GenAI e di 365</a:t>
            </a:r>
          </a:p>
        </p:txBody>
      </p:sp>
      <p:sp>
        <p:nvSpPr>
          <p:cNvPr id="4" name="Text Placeholder 3">
            <a:extLst>
              <a:ext uri="{FF2B5EF4-FFF2-40B4-BE49-F238E27FC236}">
                <a16:creationId xmlns:a16="http://schemas.microsoft.com/office/drawing/2014/main" id="{FC79388C-1A85-134E-5D4A-66CF83B50A25}"/>
              </a:ext>
            </a:extLst>
          </p:cNvPr>
          <p:cNvSpPr>
            <a:spLocks noGrp="1"/>
          </p:cNvSpPr>
          <p:nvPr>
            <p:ph type="body" idx="1"/>
          </p:nvPr>
        </p:nvSpPr>
        <p:spPr/>
        <p:txBody>
          <a:bodyPr/>
          <a:lstStyle/>
          <a:p>
            <a:endParaRPr lang="it-IT"/>
          </a:p>
        </p:txBody>
      </p:sp>
    </p:spTree>
    <p:extLst>
      <p:ext uri="{BB962C8B-B14F-4D97-AF65-F5344CB8AC3E}">
        <p14:creationId xmlns:p14="http://schemas.microsoft.com/office/powerpoint/2010/main" val="36736219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09600" y="60960"/>
            <a:ext cx="10972800" cy="1219200"/>
          </a:xfrm>
          <a:prstGeom prst="rect">
            <a:avLst/>
          </a:prstGeom>
          <a:noFill/>
          <a:ln/>
        </p:spPr>
        <p:txBody>
          <a:bodyPr wrap="square" lIns="0" tIns="0" rIns="0" bIns="0" rtlCol="0" anchor="ctr"/>
          <a:lstStyle/>
          <a:p>
            <a:endParaRPr lang="en-US" sz="3467" dirty="0"/>
          </a:p>
        </p:txBody>
      </p:sp>
      <p:sp>
        <p:nvSpPr>
          <p:cNvPr id="5" name="Text 2"/>
          <p:cNvSpPr/>
          <p:nvPr/>
        </p:nvSpPr>
        <p:spPr>
          <a:xfrm>
            <a:off x="477837" y="2001241"/>
            <a:ext cx="10972800" cy="1097280"/>
          </a:xfrm>
          <a:prstGeom prst="rect">
            <a:avLst/>
          </a:prstGeom>
          <a:noFill/>
          <a:ln/>
        </p:spPr>
        <p:txBody>
          <a:bodyPr wrap="square" rtlCol="0" anchor="ctr"/>
          <a:lstStyle/>
          <a:p>
            <a:pPr algn="ctr"/>
            <a:r>
              <a:rPr lang="en-US" sz="2133" dirty="0" err="1">
                <a:solidFill>
                  <a:srgbClr val="C00000"/>
                </a:solidFill>
                <a:latin typeface="Calibri" pitchFamily="34" charset="0"/>
                <a:ea typeface="Calibri" pitchFamily="34" charset="-122"/>
                <a:cs typeface="Calibri" pitchFamily="34" charset="-120"/>
              </a:rPr>
              <a:t>Personale</a:t>
            </a:r>
            <a:r>
              <a:rPr lang="en-US" sz="2133" dirty="0">
                <a:solidFill>
                  <a:srgbClr val="C00000"/>
                </a:solidFill>
                <a:latin typeface="Calibri" pitchFamily="34" charset="0"/>
                <a:ea typeface="Calibri" pitchFamily="34" charset="-122"/>
                <a:cs typeface="Calibri" pitchFamily="34" charset="-120"/>
              </a:rPr>
              <a:t> </a:t>
            </a:r>
            <a:r>
              <a:rPr lang="en-US" sz="2133" dirty="0" err="1">
                <a:solidFill>
                  <a:srgbClr val="C00000"/>
                </a:solidFill>
                <a:latin typeface="Calibri" pitchFamily="34" charset="0"/>
                <a:ea typeface="Calibri" pitchFamily="34" charset="-122"/>
                <a:cs typeface="Calibri" pitchFamily="34" charset="-120"/>
              </a:rPr>
              <a:t>contributo</a:t>
            </a:r>
            <a:r>
              <a:rPr lang="en-US" sz="2133" dirty="0">
                <a:solidFill>
                  <a:srgbClr val="C00000"/>
                </a:solidFill>
                <a:latin typeface="Calibri" pitchFamily="34" charset="0"/>
                <a:ea typeface="Calibri" pitchFamily="34" charset="-122"/>
                <a:cs typeface="Calibri" pitchFamily="34" charset="-120"/>
              </a:rPr>
              <a:t>:</a:t>
            </a:r>
            <a:br>
              <a:rPr lang="en-US" sz="2133" dirty="0">
                <a:solidFill>
                  <a:srgbClr val="C00000"/>
                </a:solidFill>
                <a:latin typeface="Calibri" pitchFamily="34" charset="0"/>
                <a:ea typeface="Calibri" pitchFamily="34" charset="-122"/>
                <a:cs typeface="Calibri" pitchFamily="34" charset="-120"/>
              </a:rPr>
            </a:br>
            <a:r>
              <a:rPr lang="en-US" sz="2133" dirty="0">
                <a:solidFill>
                  <a:srgbClr val="C00000"/>
                </a:solidFill>
                <a:latin typeface="Calibri" pitchFamily="34" charset="0"/>
                <a:ea typeface="Calibri" pitchFamily="34" charset="-122"/>
                <a:cs typeface="Calibri" pitchFamily="34" charset="-120"/>
              </a:rPr>
              <a:t>mi </a:t>
            </a:r>
            <a:r>
              <a:rPr lang="en-US" sz="2133" dirty="0" err="1">
                <a:solidFill>
                  <a:srgbClr val="C00000"/>
                </a:solidFill>
                <a:latin typeface="Calibri" pitchFamily="34" charset="0"/>
                <a:ea typeface="Calibri" pitchFamily="34" charset="-122"/>
                <a:cs typeface="Calibri" pitchFamily="34" charset="-120"/>
              </a:rPr>
              <a:t>trovo</a:t>
            </a:r>
            <a:r>
              <a:rPr lang="en-US" sz="2133" dirty="0">
                <a:solidFill>
                  <a:srgbClr val="C00000"/>
                </a:solidFill>
                <a:latin typeface="Calibri" pitchFamily="34" charset="0"/>
                <a:ea typeface="Calibri" pitchFamily="34" charset="-122"/>
                <a:cs typeface="Calibri" pitchFamily="34" charset="-120"/>
              </a:rPr>
              <a:t> </a:t>
            </a:r>
            <a:r>
              <a:rPr lang="en-US" sz="2133" dirty="0" err="1">
                <a:solidFill>
                  <a:srgbClr val="C00000"/>
                </a:solidFill>
                <a:latin typeface="Calibri" pitchFamily="34" charset="0"/>
                <a:ea typeface="Calibri" pitchFamily="34" charset="-122"/>
                <a:cs typeface="Calibri" pitchFamily="34" charset="-120"/>
              </a:rPr>
              <a:t>benissimo</a:t>
            </a:r>
            <a:r>
              <a:rPr lang="en-US" sz="2133" dirty="0">
                <a:solidFill>
                  <a:srgbClr val="C00000"/>
                </a:solidFill>
                <a:latin typeface="Calibri" pitchFamily="34" charset="0"/>
                <a:ea typeface="Calibri" pitchFamily="34" charset="-122"/>
                <a:cs typeface="Calibri" pitchFamily="34" charset="-120"/>
              </a:rPr>
              <a:t> a </a:t>
            </a:r>
            <a:r>
              <a:rPr lang="en-US" sz="2133" dirty="0" err="1">
                <a:solidFill>
                  <a:srgbClr val="C00000"/>
                </a:solidFill>
                <a:latin typeface="Calibri" pitchFamily="34" charset="0"/>
                <a:ea typeface="Calibri" pitchFamily="34" charset="-122"/>
                <a:cs typeface="Calibri" pitchFamily="34" charset="-120"/>
              </a:rPr>
              <a:t>chattare</a:t>
            </a:r>
            <a:br>
              <a:rPr lang="en-US" sz="2133" dirty="0">
                <a:solidFill>
                  <a:srgbClr val="C00000"/>
                </a:solidFill>
                <a:latin typeface="Calibri" pitchFamily="34" charset="0"/>
                <a:ea typeface="Calibri" pitchFamily="34" charset="-122"/>
                <a:cs typeface="Calibri" pitchFamily="34" charset="-120"/>
              </a:rPr>
            </a:br>
            <a:r>
              <a:rPr lang="en-US" sz="2133" dirty="0" err="1">
                <a:solidFill>
                  <a:srgbClr val="C00000"/>
                </a:solidFill>
                <a:latin typeface="Calibri" pitchFamily="34" charset="0"/>
                <a:ea typeface="Calibri" pitchFamily="34" charset="-122"/>
                <a:cs typeface="Calibri" pitchFamily="34" charset="-120"/>
              </a:rPr>
              <a:t>almeno</a:t>
            </a:r>
            <a:r>
              <a:rPr lang="en-US" sz="2133" dirty="0">
                <a:solidFill>
                  <a:srgbClr val="C00000"/>
                </a:solidFill>
                <a:latin typeface="Calibri" pitchFamily="34" charset="0"/>
                <a:ea typeface="Calibri" pitchFamily="34" charset="-122"/>
                <a:cs typeface="Calibri" pitchFamily="34" charset="-120"/>
              </a:rPr>
              <a:t> </a:t>
            </a:r>
            <a:r>
              <a:rPr lang="en-US" sz="2133" dirty="0" err="1">
                <a:solidFill>
                  <a:srgbClr val="C00000"/>
                </a:solidFill>
                <a:latin typeface="Calibri" pitchFamily="34" charset="0"/>
                <a:ea typeface="Calibri" pitchFamily="34" charset="-122"/>
                <a:cs typeface="Calibri" pitchFamily="34" charset="-120"/>
              </a:rPr>
              <a:t>così</a:t>
            </a:r>
            <a:r>
              <a:rPr lang="en-US" sz="2133" dirty="0">
                <a:solidFill>
                  <a:srgbClr val="C00000"/>
                </a:solidFill>
                <a:latin typeface="Calibri" pitchFamily="34" charset="0"/>
                <a:ea typeface="Calibri" pitchFamily="34" charset="-122"/>
                <a:cs typeface="Calibri" pitchFamily="34" charset="-120"/>
              </a:rPr>
              <a:t> </a:t>
            </a:r>
            <a:r>
              <a:rPr lang="en-US" sz="2133" dirty="0" err="1">
                <a:solidFill>
                  <a:srgbClr val="C00000"/>
                </a:solidFill>
                <a:latin typeface="Calibri" pitchFamily="34" charset="0"/>
                <a:ea typeface="Calibri" pitchFamily="34" charset="-122"/>
                <a:cs typeface="Calibri" pitchFamily="34" charset="-120"/>
              </a:rPr>
              <a:t>faccio</a:t>
            </a:r>
            <a:r>
              <a:rPr lang="en-US" sz="2133" dirty="0">
                <a:solidFill>
                  <a:srgbClr val="C00000"/>
                </a:solidFill>
                <a:latin typeface="Calibri" pitchFamily="34" charset="0"/>
                <a:ea typeface="Calibri" pitchFamily="34" charset="-122"/>
                <a:cs typeface="Calibri" pitchFamily="34" charset="-120"/>
              </a:rPr>
              <a:t> (e </a:t>
            </a:r>
            <a:r>
              <a:rPr lang="en-US" sz="2133" dirty="0" err="1">
                <a:solidFill>
                  <a:srgbClr val="C00000"/>
                </a:solidFill>
                <a:latin typeface="Calibri" pitchFamily="34" charset="0"/>
                <a:ea typeface="Calibri" pitchFamily="34" charset="-122"/>
                <a:cs typeface="Calibri" pitchFamily="34" charset="-120"/>
              </a:rPr>
              <a:t>giustifico</a:t>
            </a:r>
            <a:r>
              <a:rPr lang="en-US" sz="2133" dirty="0">
                <a:solidFill>
                  <a:srgbClr val="C00000"/>
                </a:solidFill>
                <a:latin typeface="Calibri" pitchFamily="34" charset="0"/>
                <a:ea typeface="Calibri" pitchFamily="34" charset="-122"/>
                <a:cs typeface="Calibri" pitchFamily="34" charset="-120"/>
              </a:rPr>
              <a:t>) il </a:t>
            </a:r>
            <a:r>
              <a:rPr lang="en-US" sz="2133" dirty="0" err="1">
                <a:solidFill>
                  <a:srgbClr val="C00000"/>
                </a:solidFill>
                <a:latin typeface="Calibri" pitchFamily="34" charset="0"/>
                <a:ea typeface="Calibri" pitchFamily="34" charset="-122"/>
                <a:cs typeface="Calibri" pitchFamily="34" charset="-120"/>
              </a:rPr>
              <a:t>mio</a:t>
            </a:r>
            <a:r>
              <a:rPr lang="en-US" sz="2133" dirty="0">
                <a:solidFill>
                  <a:srgbClr val="C00000"/>
                </a:solidFill>
                <a:latin typeface="Calibri" pitchFamily="34" charset="0"/>
                <a:ea typeface="Calibri" pitchFamily="34" charset="-122"/>
                <a:cs typeface="Calibri" pitchFamily="34" charset="-120"/>
              </a:rPr>
              <a:t> </a:t>
            </a:r>
            <a:r>
              <a:rPr lang="en-US" sz="2133" dirty="0" err="1">
                <a:solidFill>
                  <a:srgbClr val="C00000"/>
                </a:solidFill>
                <a:latin typeface="Calibri" pitchFamily="34" charset="0"/>
                <a:ea typeface="Calibri" pitchFamily="34" charset="-122"/>
                <a:cs typeface="Calibri" pitchFamily="34" charset="-120"/>
              </a:rPr>
              <a:t>lavoro</a:t>
            </a:r>
            <a:endParaRPr lang="en-US" sz="2133" dirty="0">
              <a:solidFill>
                <a:srgbClr val="C00000"/>
              </a:solidFill>
            </a:endParaRPr>
          </a:p>
          <a:p>
            <a:pPr algn="ctr"/>
            <a:r>
              <a:rPr lang="en-US" sz="2133" dirty="0">
                <a:solidFill>
                  <a:srgbClr val="C00000"/>
                </a:solidFill>
                <a:latin typeface="Calibri" pitchFamily="34" charset="0"/>
                <a:ea typeface="Calibri" pitchFamily="34" charset="-122"/>
                <a:cs typeface="Calibri" pitchFamily="34" charset="-120"/>
              </a:rPr>
              <a:t>e </a:t>
            </a:r>
            <a:r>
              <a:rPr lang="en-US" sz="2133" dirty="0" err="1">
                <a:solidFill>
                  <a:srgbClr val="C00000"/>
                </a:solidFill>
                <a:latin typeface="Calibri" pitchFamily="34" charset="0"/>
                <a:ea typeface="Calibri" pitchFamily="34" charset="-122"/>
                <a:cs typeface="Calibri" pitchFamily="34" charset="-120"/>
              </a:rPr>
              <a:t>miglioro</a:t>
            </a:r>
            <a:r>
              <a:rPr lang="en-US" sz="2133" dirty="0">
                <a:solidFill>
                  <a:srgbClr val="C00000"/>
                </a:solidFill>
                <a:latin typeface="Calibri" pitchFamily="34" charset="0"/>
                <a:ea typeface="Calibri" pitchFamily="34" charset="-122"/>
                <a:cs typeface="Calibri" pitchFamily="34" charset="-120"/>
              </a:rPr>
              <a:t> </a:t>
            </a:r>
            <a:r>
              <a:rPr lang="en-US" sz="2133" dirty="0" err="1">
                <a:solidFill>
                  <a:srgbClr val="C00000"/>
                </a:solidFill>
                <a:latin typeface="Calibri" pitchFamily="34" charset="0"/>
                <a:ea typeface="Calibri" pitchFamily="34" charset="-122"/>
                <a:cs typeface="Calibri" pitchFamily="34" charset="-120"/>
              </a:rPr>
              <a:t>comunque</a:t>
            </a:r>
            <a:r>
              <a:rPr lang="en-US" sz="2133" dirty="0">
                <a:solidFill>
                  <a:srgbClr val="C00000"/>
                </a:solidFill>
                <a:latin typeface="Calibri" pitchFamily="34" charset="0"/>
                <a:ea typeface="Calibri" pitchFamily="34" charset="-122"/>
                <a:cs typeface="Calibri" pitchFamily="34" charset="-120"/>
              </a:rPr>
              <a:t> le </a:t>
            </a:r>
            <a:r>
              <a:rPr lang="en-US" sz="2133" dirty="0" err="1">
                <a:solidFill>
                  <a:srgbClr val="C00000"/>
                </a:solidFill>
                <a:latin typeface="Calibri" pitchFamily="34" charset="0"/>
                <a:ea typeface="Calibri" pitchFamily="34" charset="-122"/>
                <a:cs typeface="Calibri" pitchFamily="34" charset="-120"/>
              </a:rPr>
              <a:t>mie</a:t>
            </a:r>
            <a:r>
              <a:rPr lang="en-US" sz="2133" dirty="0">
                <a:solidFill>
                  <a:srgbClr val="C00000"/>
                </a:solidFill>
                <a:latin typeface="Calibri" pitchFamily="34" charset="0"/>
                <a:ea typeface="Calibri" pitchFamily="34" charset="-122"/>
                <a:cs typeface="Calibri" pitchFamily="34" charset="-120"/>
              </a:rPr>
              <a:t> </a:t>
            </a:r>
            <a:r>
              <a:rPr lang="en-US" sz="2133" dirty="0" err="1">
                <a:solidFill>
                  <a:srgbClr val="C00000"/>
                </a:solidFill>
                <a:latin typeface="Calibri" pitchFamily="34" charset="0"/>
                <a:ea typeface="Calibri" pitchFamily="34" charset="-122"/>
                <a:cs typeface="Calibri" pitchFamily="34" charset="-120"/>
              </a:rPr>
              <a:t>prestazioni</a:t>
            </a:r>
            <a:endParaRPr lang="en-US" sz="2133" dirty="0">
              <a:solidFill>
                <a:srgbClr val="C00000"/>
              </a:solidFill>
            </a:endParaRPr>
          </a:p>
        </p:txBody>
      </p:sp>
      <p:sp>
        <p:nvSpPr>
          <p:cNvPr id="6" name="Text 3"/>
          <p:cNvSpPr/>
          <p:nvPr/>
        </p:nvSpPr>
        <p:spPr>
          <a:xfrm>
            <a:off x="609600" y="2743200"/>
            <a:ext cx="10972800" cy="4876800"/>
          </a:xfrm>
          <a:prstGeom prst="rect">
            <a:avLst/>
          </a:prstGeom>
          <a:noFill/>
          <a:ln/>
        </p:spPr>
        <p:txBody>
          <a:bodyPr wrap="square" rtlCol="0" anchor="t"/>
          <a:lstStyle/>
          <a:p>
            <a:pPr marL="457189" indent="-457189">
              <a:spcAft>
                <a:spcPts val="533"/>
              </a:spcAft>
              <a:buSzPct val="100000"/>
              <a:buChar char="•"/>
            </a:pPr>
            <a:endParaRPr lang="en-US" sz="1867" dirty="0"/>
          </a:p>
        </p:txBody>
      </p:sp>
      <p:sp>
        <p:nvSpPr>
          <p:cNvPr id="4" name="Title 3">
            <a:extLst>
              <a:ext uri="{FF2B5EF4-FFF2-40B4-BE49-F238E27FC236}">
                <a16:creationId xmlns:a16="http://schemas.microsoft.com/office/drawing/2014/main" id="{717EDE9C-B814-2276-7A1E-E6CF3ED880F7}"/>
              </a:ext>
            </a:extLst>
          </p:cNvPr>
          <p:cNvSpPr>
            <a:spLocks noGrp="1"/>
          </p:cNvSpPr>
          <p:nvPr>
            <p:ph type="title"/>
          </p:nvPr>
        </p:nvSpPr>
        <p:spPr>
          <a:xfrm>
            <a:off x="838200" y="365125"/>
            <a:ext cx="10515600" cy="1325563"/>
          </a:xfrm>
        </p:spPr>
        <p:txBody>
          <a:bodyPr/>
          <a:lstStyle/>
          <a:p>
            <a:r>
              <a:rPr lang="en-US" dirty="0"/>
              <a:t>Cit. </a:t>
            </a:r>
            <a:r>
              <a:rPr lang="en-US" dirty="0" err="1"/>
              <a:t>usare</a:t>
            </a:r>
            <a:r>
              <a:rPr lang="en-US" dirty="0"/>
              <a:t> </a:t>
            </a:r>
            <a:r>
              <a:rPr lang="en-US" dirty="0" err="1"/>
              <a:t>l’AI</a:t>
            </a:r>
            <a:r>
              <a:rPr lang="en-US" dirty="0"/>
              <a:t> come chat è come </a:t>
            </a:r>
            <a:r>
              <a:rPr lang="en-US" dirty="0" err="1"/>
              <a:t>usare</a:t>
            </a:r>
            <a:r>
              <a:rPr lang="en-US" dirty="0"/>
              <a:t> un fax</a:t>
            </a:r>
          </a:p>
        </p:txBody>
      </p:sp>
      <p:sp>
        <p:nvSpPr>
          <p:cNvPr id="11" name="Text Placeholder 10">
            <a:extLst>
              <a:ext uri="{FF2B5EF4-FFF2-40B4-BE49-F238E27FC236}">
                <a16:creationId xmlns:a16="http://schemas.microsoft.com/office/drawing/2014/main" id="{2B99E2B0-7592-4587-B8C1-6F27A619D312}"/>
              </a:ext>
            </a:extLst>
          </p:cNvPr>
          <p:cNvSpPr>
            <a:spLocks noGrp="1"/>
          </p:cNvSpPr>
          <p:nvPr>
            <p:ph idx="1"/>
          </p:nvPr>
        </p:nvSpPr>
        <p:spPr>
          <a:xfrm>
            <a:off x="838200" y="3324226"/>
            <a:ext cx="10515600" cy="2862262"/>
          </a:xfrm>
        </p:spPr>
        <p:txBody>
          <a:bodyPr>
            <a:normAutofit fontScale="55000" lnSpcReduction="20000"/>
          </a:bodyPr>
          <a:lstStyle/>
          <a:p>
            <a:r>
              <a:rPr lang="en-US" dirty="0"/>
              <a:t>Siamo </a:t>
            </a:r>
            <a:r>
              <a:rPr lang="en-US" dirty="0" err="1"/>
              <a:t>agli</a:t>
            </a:r>
            <a:r>
              <a:rPr lang="en-US" dirty="0"/>
              <a:t> </a:t>
            </a:r>
            <a:r>
              <a:rPr lang="en-US" dirty="0" err="1"/>
              <a:t>inizi</a:t>
            </a:r>
            <a:r>
              <a:rPr lang="en-US" dirty="0"/>
              <a:t>: </a:t>
            </a:r>
            <a:r>
              <a:rPr lang="en-US" dirty="0" err="1"/>
              <a:t>l'agenticità</a:t>
            </a:r>
            <a:r>
              <a:rPr lang="en-US" dirty="0"/>
              <a:t> è </a:t>
            </a:r>
            <a:r>
              <a:rPr lang="en-US" dirty="0" err="1"/>
              <a:t>potente</a:t>
            </a:r>
            <a:r>
              <a:rPr lang="en-US" dirty="0"/>
              <a:t> ma non è </a:t>
            </a:r>
            <a:r>
              <a:rPr lang="en-US" dirty="0" err="1"/>
              <a:t>l'unico</a:t>
            </a:r>
            <a:r>
              <a:rPr lang="en-US" dirty="0"/>
              <a:t> modo di </a:t>
            </a:r>
            <a:r>
              <a:rPr lang="en-US" dirty="0" err="1"/>
              <a:t>portare</a:t>
            </a:r>
            <a:r>
              <a:rPr lang="en-US" dirty="0"/>
              <a:t> </a:t>
            </a:r>
            <a:r>
              <a:rPr lang="en-US" dirty="0" err="1"/>
              <a:t>valore</a:t>
            </a:r>
            <a:endParaRPr lang="en-US" dirty="0"/>
          </a:p>
          <a:p>
            <a:pPr lvl="1"/>
            <a:r>
              <a:rPr lang="en-US" dirty="0"/>
              <a:t>Non è </a:t>
            </a:r>
            <a:r>
              <a:rPr lang="en-US" dirty="0" err="1"/>
              <a:t>necessario</a:t>
            </a:r>
            <a:r>
              <a:rPr lang="en-US" dirty="0"/>
              <a:t> </a:t>
            </a:r>
            <a:r>
              <a:rPr lang="en-US" dirty="0" err="1"/>
              <a:t>delegare</a:t>
            </a:r>
            <a:r>
              <a:rPr lang="en-US" dirty="0"/>
              <a:t> </a:t>
            </a:r>
            <a:r>
              <a:rPr lang="en-US" dirty="0" err="1"/>
              <a:t>tutto</a:t>
            </a:r>
            <a:r>
              <a:rPr lang="en-US" dirty="0"/>
              <a:t> per </a:t>
            </a:r>
            <a:r>
              <a:rPr lang="en-US" dirty="0" err="1"/>
              <a:t>trarre</a:t>
            </a:r>
            <a:r>
              <a:rPr lang="en-US" dirty="0"/>
              <a:t> </a:t>
            </a:r>
            <a:r>
              <a:rPr lang="en-US" dirty="0" err="1"/>
              <a:t>beneficio</a:t>
            </a:r>
            <a:r>
              <a:rPr lang="en-US" dirty="0"/>
              <a:t> </a:t>
            </a:r>
            <a:r>
              <a:rPr lang="en-US" dirty="0" err="1"/>
              <a:t>dalla</a:t>
            </a:r>
            <a:r>
              <a:rPr lang="en-US" dirty="0"/>
              <a:t> GenAI</a:t>
            </a:r>
          </a:p>
          <a:p>
            <a:r>
              <a:rPr lang="en-US" dirty="0" err="1"/>
              <a:t>L'obiettivo</a:t>
            </a:r>
            <a:r>
              <a:rPr lang="en-US" dirty="0"/>
              <a:t> non è non </a:t>
            </a:r>
            <a:r>
              <a:rPr lang="en-US" dirty="0" err="1"/>
              <a:t>lavorare</a:t>
            </a:r>
            <a:r>
              <a:rPr lang="en-US" dirty="0"/>
              <a:t> </a:t>
            </a:r>
            <a:r>
              <a:rPr lang="en-US" dirty="0" err="1"/>
              <a:t>meno</a:t>
            </a:r>
            <a:r>
              <a:rPr lang="en-US" dirty="0"/>
              <a:t>, ma </a:t>
            </a:r>
            <a:r>
              <a:rPr lang="en-US" dirty="0" err="1"/>
              <a:t>lavorare</a:t>
            </a:r>
            <a:r>
              <a:rPr lang="en-US" dirty="0"/>
              <a:t> </a:t>
            </a:r>
            <a:r>
              <a:rPr lang="en-US" dirty="0" err="1"/>
              <a:t>meglio</a:t>
            </a:r>
            <a:endParaRPr lang="en-US" dirty="0"/>
          </a:p>
          <a:p>
            <a:r>
              <a:rPr lang="en-US" dirty="0"/>
              <a:t>La </a:t>
            </a:r>
            <a:r>
              <a:rPr lang="en-US" dirty="0" err="1"/>
              <a:t>velocità</a:t>
            </a:r>
            <a:r>
              <a:rPr lang="en-US" dirty="0"/>
              <a:t> è </a:t>
            </a:r>
            <a:r>
              <a:rPr lang="en-US" dirty="0" err="1"/>
              <a:t>una</a:t>
            </a:r>
            <a:r>
              <a:rPr lang="en-US" dirty="0"/>
              <a:t> </a:t>
            </a:r>
            <a:r>
              <a:rPr lang="en-US" dirty="0" err="1"/>
              <a:t>conseguenza</a:t>
            </a:r>
            <a:endParaRPr lang="en-US" dirty="0"/>
          </a:p>
          <a:p>
            <a:r>
              <a:rPr lang="en-US" dirty="0"/>
              <a:t>La GenAI </a:t>
            </a:r>
            <a:r>
              <a:rPr lang="en-US" dirty="0" err="1"/>
              <a:t>che</a:t>
            </a:r>
            <a:r>
              <a:rPr lang="en-US" dirty="0"/>
              <a:t> </a:t>
            </a:r>
            <a:r>
              <a:rPr lang="en-US" dirty="0" err="1"/>
              <a:t>coadiuva</a:t>
            </a:r>
            <a:r>
              <a:rPr lang="en-US" dirty="0"/>
              <a:t> il nostro </a:t>
            </a:r>
            <a:r>
              <a:rPr lang="en-US" dirty="0" err="1"/>
              <a:t>lavoro</a:t>
            </a:r>
            <a:r>
              <a:rPr lang="en-US" dirty="0"/>
              <a:t> è </a:t>
            </a:r>
            <a:r>
              <a:rPr lang="en-US" dirty="0" err="1"/>
              <a:t>già</a:t>
            </a:r>
            <a:r>
              <a:rPr lang="en-US" dirty="0"/>
              <a:t> un </a:t>
            </a:r>
            <a:r>
              <a:rPr lang="en-US" dirty="0" err="1"/>
              <a:t>salto</a:t>
            </a:r>
            <a:r>
              <a:rPr lang="en-US" dirty="0"/>
              <a:t> di </a:t>
            </a:r>
            <a:r>
              <a:rPr lang="en-US" dirty="0" err="1"/>
              <a:t>produttività</a:t>
            </a:r>
            <a:r>
              <a:rPr lang="en-US" dirty="0"/>
              <a:t> </a:t>
            </a:r>
            <a:r>
              <a:rPr lang="en-US" dirty="0" err="1"/>
              <a:t>enorme</a:t>
            </a:r>
            <a:r>
              <a:rPr lang="en-US" dirty="0"/>
              <a:t>:</a:t>
            </a:r>
          </a:p>
          <a:p>
            <a:r>
              <a:rPr lang="en-US" dirty="0"/>
              <a:t>Code review</a:t>
            </a:r>
          </a:p>
          <a:p>
            <a:r>
              <a:rPr lang="en-US" dirty="0"/>
              <a:t>Code generator</a:t>
            </a:r>
          </a:p>
          <a:p>
            <a:r>
              <a:rPr lang="en-US" dirty="0"/>
              <a:t>Code refactoring</a:t>
            </a:r>
          </a:p>
          <a:p>
            <a:r>
              <a:rPr lang="en-US" dirty="0"/>
              <a:t>È </a:t>
            </a:r>
            <a:r>
              <a:rPr lang="en-US" dirty="0" err="1"/>
              <a:t>importante</a:t>
            </a:r>
            <a:r>
              <a:rPr lang="en-US" dirty="0"/>
              <a:t> </a:t>
            </a:r>
            <a:r>
              <a:rPr lang="en-US" dirty="0" err="1"/>
              <a:t>comprendere</a:t>
            </a:r>
            <a:r>
              <a:rPr lang="en-US" dirty="0"/>
              <a:t> </a:t>
            </a:r>
            <a:r>
              <a:rPr lang="en-US" dirty="0" err="1"/>
              <a:t>che</a:t>
            </a:r>
            <a:r>
              <a:rPr lang="en-US" dirty="0"/>
              <a:t>  la </a:t>
            </a:r>
            <a:r>
              <a:rPr lang="en-US" dirty="0" err="1"/>
              <a:t>direzione</a:t>
            </a:r>
            <a:r>
              <a:rPr lang="en-US" dirty="0"/>
              <a:t> è </a:t>
            </a:r>
            <a:r>
              <a:rPr lang="en-US" dirty="0" err="1"/>
              <a:t>tracciata</a:t>
            </a:r>
            <a:r>
              <a:rPr lang="en-US" dirty="0"/>
              <a:t>:</a:t>
            </a:r>
          </a:p>
          <a:p>
            <a:pPr lvl="1"/>
            <a:r>
              <a:rPr lang="en-US" dirty="0" err="1"/>
              <a:t>Guardarlo</a:t>
            </a:r>
            <a:r>
              <a:rPr lang="en-US" dirty="0"/>
              <a:t> con spirito </a:t>
            </a:r>
            <a:r>
              <a:rPr lang="en-US" dirty="0" err="1"/>
              <a:t>costruttivo</a:t>
            </a:r>
            <a:r>
              <a:rPr lang="en-US" dirty="0"/>
              <a:t> è </a:t>
            </a:r>
            <a:r>
              <a:rPr lang="en-US" dirty="0" err="1"/>
              <a:t>una</a:t>
            </a:r>
            <a:r>
              <a:rPr lang="en-US" dirty="0"/>
              <a:t> </a:t>
            </a:r>
            <a:r>
              <a:rPr lang="en-US" dirty="0" err="1"/>
              <a:t>scelta</a:t>
            </a:r>
            <a:r>
              <a:rPr lang="en-US" dirty="0"/>
              <a:t> </a:t>
            </a:r>
            <a:r>
              <a:rPr lang="en-US" dirty="0" err="1"/>
              <a:t>razionale</a:t>
            </a:r>
            <a:r>
              <a:rPr lang="en-US" dirty="0"/>
              <a:t> ed </a:t>
            </a:r>
            <a:r>
              <a:rPr lang="en-US" dirty="0" err="1"/>
              <a:t>oculata</a:t>
            </a:r>
            <a:endParaRPr lang="en-US" dirty="0"/>
          </a:p>
          <a:p>
            <a:endParaRPr lang="it-IT" dirty="0"/>
          </a:p>
        </p:txBody>
      </p:sp>
      <p:sp>
        <p:nvSpPr>
          <p:cNvPr id="16" name="TextBox 15">
            <a:extLst>
              <a:ext uri="{FF2B5EF4-FFF2-40B4-BE49-F238E27FC236}">
                <a16:creationId xmlns:a16="http://schemas.microsoft.com/office/drawing/2014/main" id="{01C7E0EC-B771-4E43-2EF2-C2185AA44A8A}"/>
              </a:ext>
            </a:extLst>
          </p:cNvPr>
          <p:cNvSpPr txBox="1"/>
          <p:nvPr/>
        </p:nvSpPr>
        <p:spPr>
          <a:xfrm>
            <a:off x="496888" y="1317535"/>
            <a:ext cx="11217275" cy="646331"/>
          </a:xfrm>
          <a:prstGeom prst="rect">
            <a:avLst/>
          </a:prstGeom>
          <a:noFill/>
        </p:spPr>
        <p:txBody>
          <a:bodyPr wrap="square">
            <a:spAutoFit/>
          </a:bodyPr>
          <a:lstStyle/>
          <a:p>
            <a:r>
              <a:rPr lang="en-US" dirty="0">
                <a:solidFill>
                  <a:srgbClr val="CE744C"/>
                </a:solidFill>
              </a:rPr>
              <a:t>«Se </a:t>
            </a:r>
            <a:r>
              <a:rPr lang="en-US" dirty="0" err="1">
                <a:solidFill>
                  <a:srgbClr val="CE744C"/>
                </a:solidFill>
              </a:rPr>
              <a:t>usi</a:t>
            </a:r>
            <a:r>
              <a:rPr lang="en-US" dirty="0">
                <a:solidFill>
                  <a:srgbClr val="CE744C"/>
                </a:solidFill>
              </a:rPr>
              <a:t> </a:t>
            </a:r>
            <a:r>
              <a:rPr lang="en-US" dirty="0" err="1">
                <a:solidFill>
                  <a:srgbClr val="CE744C"/>
                </a:solidFill>
              </a:rPr>
              <a:t>l'intelligenza</a:t>
            </a:r>
            <a:r>
              <a:rPr lang="en-US" dirty="0">
                <a:solidFill>
                  <a:srgbClr val="CE744C"/>
                </a:solidFill>
              </a:rPr>
              <a:t> </a:t>
            </a:r>
            <a:r>
              <a:rPr lang="en-US" dirty="0" err="1">
                <a:solidFill>
                  <a:srgbClr val="CE744C"/>
                </a:solidFill>
              </a:rPr>
              <a:t>artificiale</a:t>
            </a:r>
            <a:r>
              <a:rPr lang="en-US" dirty="0">
                <a:solidFill>
                  <a:srgbClr val="CE744C"/>
                </a:solidFill>
              </a:rPr>
              <a:t> come </a:t>
            </a:r>
            <a:r>
              <a:rPr lang="en-US" dirty="0" err="1">
                <a:solidFill>
                  <a:srgbClr val="CE744C"/>
                </a:solidFill>
              </a:rPr>
              <a:t>una</a:t>
            </a:r>
            <a:r>
              <a:rPr lang="en-US" dirty="0">
                <a:solidFill>
                  <a:srgbClr val="CE744C"/>
                </a:solidFill>
              </a:rPr>
              <a:t> chat — </a:t>
            </a:r>
            <a:r>
              <a:rPr lang="en-US" dirty="0" err="1">
                <a:solidFill>
                  <a:srgbClr val="CE744C"/>
                </a:solidFill>
              </a:rPr>
              <a:t>chiedi</a:t>
            </a:r>
            <a:r>
              <a:rPr lang="en-US" dirty="0">
                <a:solidFill>
                  <a:srgbClr val="CE744C"/>
                </a:solidFill>
              </a:rPr>
              <a:t>, </a:t>
            </a:r>
            <a:r>
              <a:rPr lang="en-US" dirty="0" err="1">
                <a:solidFill>
                  <a:srgbClr val="CE744C"/>
                </a:solidFill>
              </a:rPr>
              <a:t>lui</a:t>
            </a:r>
            <a:r>
              <a:rPr lang="en-US" dirty="0">
                <a:solidFill>
                  <a:srgbClr val="CE744C"/>
                </a:solidFill>
              </a:rPr>
              <a:t> </a:t>
            </a:r>
            <a:r>
              <a:rPr lang="en-US" dirty="0" err="1">
                <a:solidFill>
                  <a:srgbClr val="CE744C"/>
                </a:solidFill>
              </a:rPr>
              <a:t>risponde</a:t>
            </a:r>
            <a:r>
              <a:rPr lang="en-US" dirty="0">
                <a:solidFill>
                  <a:srgbClr val="CE744C"/>
                </a:solidFill>
              </a:rPr>
              <a:t> — </a:t>
            </a:r>
            <a:r>
              <a:rPr lang="en-US" dirty="0" err="1">
                <a:solidFill>
                  <a:srgbClr val="CE744C"/>
                </a:solidFill>
              </a:rPr>
              <a:t>stai</a:t>
            </a:r>
            <a:r>
              <a:rPr lang="en-US" dirty="0">
                <a:solidFill>
                  <a:srgbClr val="CE744C"/>
                </a:solidFill>
              </a:rPr>
              <a:t> </a:t>
            </a:r>
            <a:r>
              <a:rPr lang="en-US" dirty="0" err="1">
                <a:solidFill>
                  <a:srgbClr val="CE744C"/>
                </a:solidFill>
              </a:rPr>
              <a:t>usando</a:t>
            </a:r>
            <a:r>
              <a:rPr lang="en-US" dirty="0">
                <a:solidFill>
                  <a:srgbClr val="CE744C"/>
                </a:solidFill>
              </a:rPr>
              <a:t> un fax.</a:t>
            </a:r>
          </a:p>
          <a:p>
            <a:r>
              <a:rPr lang="en-US" dirty="0">
                <a:solidFill>
                  <a:srgbClr val="CE744C"/>
                </a:solidFill>
              </a:rPr>
              <a:t>Chi non è </a:t>
            </a:r>
            <a:r>
              <a:rPr lang="en-US" dirty="0" err="1">
                <a:solidFill>
                  <a:srgbClr val="CE744C"/>
                </a:solidFill>
              </a:rPr>
              <a:t>agentico</a:t>
            </a:r>
            <a:r>
              <a:rPr lang="en-US" dirty="0">
                <a:solidFill>
                  <a:srgbClr val="CE744C"/>
                </a:solidFill>
              </a:rPr>
              <a:t> è </a:t>
            </a:r>
            <a:r>
              <a:rPr lang="en-US" dirty="0" err="1">
                <a:solidFill>
                  <a:srgbClr val="CE744C"/>
                </a:solidFill>
              </a:rPr>
              <a:t>già</a:t>
            </a:r>
            <a:r>
              <a:rPr lang="en-US" dirty="0">
                <a:solidFill>
                  <a:srgbClr val="CE744C"/>
                </a:solidFill>
              </a:rPr>
              <a:t> </a:t>
            </a:r>
            <a:r>
              <a:rPr lang="en-US" dirty="0" err="1">
                <a:solidFill>
                  <a:srgbClr val="CE744C"/>
                </a:solidFill>
              </a:rPr>
              <a:t>indietro</a:t>
            </a:r>
            <a:r>
              <a:rPr lang="en-US" dirty="0">
                <a:solidFill>
                  <a:srgbClr val="CE744C"/>
                </a:solidFill>
              </a:rPr>
              <a:t>.»</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subTnLst>
                                    <p:animClr clrSpc="rgb" dir="cw">
                                      <p:cBhvr override="childStyle">
                                        <p:cTn dur="1" fill="hold" display="0" masterRel="nextClick" afterEffect="1"/>
                                        <p:tgtEl>
                                          <p:spTgt spid="16"/>
                                        </p:tgtEl>
                                        <p:attrNameLst>
                                          <p:attrName>ppt_c</p:attrName>
                                        </p:attrNameLst>
                                      </p:cBhvr>
                                      <p:to>
                                        <a:schemeClr val="tx1"/>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subTnLst>
                                    <p:animClr clrSpc="rgb" dir="cw">
                                      <p:cBhvr override="childStyle">
                                        <p:cTn dur="1" fill="hold" display="0" masterRel="nextClick" afterEffect="1"/>
                                        <p:tgtEl>
                                          <p:spTgt spid="5"/>
                                        </p:tgtEl>
                                        <p:attrNameLst>
                                          <p:attrName>ppt_c</p:attrName>
                                        </p:attrNameLst>
                                      </p:cBhvr>
                                      <p:to>
                                        <a:schemeClr val="tx1"/>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1">
                                            <p:txEl>
                                              <p:pRg st="0" end="0"/>
                                            </p:txEl>
                                          </p:spTgt>
                                        </p:tgtEl>
                                        <p:attrNameLst>
                                          <p:attrName>ppt_c</p:attrName>
                                        </p:attrNameLst>
                                      </p:cBhvr>
                                      <p:to>
                                        <a:schemeClr val="tx1"/>
                                      </p:to>
                                    </p:animClr>
                                  </p:subTnLst>
                                </p:cTn>
                              </p:par>
                              <p:par>
                                <p:cTn id="15" presetID="1" presetClass="entr" presetSubtype="0" fill="hold" grpId="0" nodeType="withEffect">
                                  <p:stCondLst>
                                    <p:cond delay="0"/>
                                  </p:stCondLst>
                                  <p:childTnLst>
                                    <p:set>
                                      <p:cBhvr>
                                        <p:cTn id="16" dur="1" fill="hold">
                                          <p:stCondLst>
                                            <p:cond delay="0"/>
                                          </p:stCondLst>
                                        </p:cTn>
                                        <p:tgtEl>
                                          <p:spTgt spid="11">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1">
                                            <p:txEl>
                                              <p:pRg st="1" end="1"/>
                                            </p:txEl>
                                          </p:spTgt>
                                        </p:tgtEl>
                                        <p:attrNameLst>
                                          <p:attrName>ppt_c</p:attrName>
                                        </p:attrNameLst>
                                      </p:cBhvr>
                                      <p:to>
                                        <a:schemeClr val="tx1"/>
                                      </p:to>
                                    </p:animClr>
                                  </p:sub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11">
                                            <p:txEl>
                                              <p:pRg st="2" end="2"/>
                                            </p:txEl>
                                          </p:spTgt>
                                        </p:tgtEl>
                                        <p:attrNameLst>
                                          <p:attrName>ppt_c</p:attrName>
                                        </p:attrNameLst>
                                      </p:cBhvr>
                                      <p:to>
                                        <a:schemeClr val="tx1"/>
                                      </p:to>
                                    </p:animClr>
                                  </p:sub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11">
                                            <p:txEl>
                                              <p:pRg st="3" end="3"/>
                                            </p:txEl>
                                          </p:spTgt>
                                        </p:tgtEl>
                                        <p:attrNameLst>
                                          <p:attrName>ppt_c</p:attrName>
                                        </p:attrNameLst>
                                      </p:cBhvr>
                                      <p:to>
                                        <a:schemeClr val="tx1"/>
                                      </p:to>
                                    </p:animClr>
                                  </p:sub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11">
                                            <p:txEl>
                                              <p:pRg st="4" end="4"/>
                                            </p:txEl>
                                          </p:spTgt>
                                        </p:tgtEl>
                                        <p:attrNameLst>
                                          <p:attrName>ppt_c</p:attrName>
                                        </p:attrNameLst>
                                      </p:cBhvr>
                                      <p:to>
                                        <a:schemeClr val="tx1"/>
                                      </p:to>
                                    </p:animClr>
                                  </p:sub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11">
                                            <p:txEl>
                                              <p:pRg st="5" end="5"/>
                                            </p:txEl>
                                          </p:spTgt>
                                        </p:tgtEl>
                                        <p:attrNameLst>
                                          <p:attrName>ppt_c</p:attrName>
                                        </p:attrNameLst>
                                      </p:cBhvr>
                                      <p:to>
                                        <a:schemeClr val="tx1"/>
                                      </p:to>
                                    </p:animClr>
                                  </p:sub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1">
                                            <p:txEl>
                                              <p:pRg st="6" end="6"/>
                                            </p:txEl>
                                          </p:spTgt>
                                        </p:tgtEl>
                                        <p:attrNameLst>
                                          <p:attrName>style.visibility</p:attrName>
                                        </p:attrNameLst>
                                      </p:cBhvr>
                                      <p:to>
                                        <p:strVal val="visible"/>
                                      </p:to>
                                    </p:set>
                                  </p:childTnLst>
                                  <p:subTnLst>
                                    <p:animClr clrSpc="rgb" dir="cw">
                                      <p:cBhvr override="childStyle">
                                        <p:cTn dur="1" fill="hold" display="0" masterRel="nextClick" afterEffect="1"/>
                                        <p:tgtEl>
                                          <p:spTgt spid="11">
                                            <p:txEl>
                                              <p:pRg st="6" end="6"/>
                                            </p:txEl>
                                          </p:spTgt>
                                        </p:tgtEl>
                                        <p:attrNameLst>
                                          <p:attrName>ppt_c</p:attrName>
                                        </p:attrNameLst>
                                      </p:cBhvr>
                                      <p:to>
                                        <a:schemeClr val="tx1"/>
                                      </p:to>
                                    </p:animClr>
                                  </p:sub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1">
                                            <p:txEl>
                                              <p:pRg st="7" end="7"/>
                                            </p:txEl>
                                          </p:spTgt>
                                        </p:tgtEl>
                                        <p:attrNameLst>
                                          <p:attrName>style.visibility</p:attrName>
                                        </p:attrNameLst>
                                      </p:cBhvr>
                                      <p:to>
                                        <p:strVal val="visible"/>
                                      </p:to>
                                    </p:set>
                                  </p:childTnLst>
                                  <p:subTnLst>
                                    <p:animClr clrSpc="rgb" dir="cw">
                                      <p:cBhvr override="childStyle">
                                        <p:cTn dur="1" fill="hold" display="0" masterRel="nextClick" afterEffect="1"/>
                                        <p:tgtEl>
                                          <p:spTgt spid="11">
                                            <p:txEl>
                                              <p:pRg st="7" end="7"/>
                                            </p:txEl>
                                          </p:spTgt>
                                        </p:tgtEl>
                                        <p:attrNameLst>
                                          <p:attrName>ppt_c</p:attrName>
                                        </p:attrNameLst>
                                      </p:cBhvr>
                                      <p:to>
                                        <a:schemeClr val="tx1"/>
                                      </p:to>
                                    </p:animClr>
                                  </p:sub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1">
                                            <p:txEl>
                                              <p:pRg st="8" end="8"/>
                                            </p:txEl>
                                          </p:spTgt>
                                        </p:tgtEl>
                                        <p:attrNameLst>
                                          <p:attrName>style.visibility</p:attrName>
                                        </p:attrNameLst>
                                      </p:cBhvr>
                                      <p:to>
                                        <p:strVal val="visible"/>
                                      </p:to>
                                    </p:set>
                                  </p:childTnLst>
                                  <p:subTnLst>
                                    <p:animClr clrSpc="rgb" dir="cw">
                                      <p:cBhvr override="childStyle">
                                        <p:cTn dur="1" fill="hold" display="0" masterRel="nextClick" afterEffect="1"/>
                                        <p:tgtEl>
                                          <p:spTgt spid="11">
                                            <p:txEl>
                                              <p:pRg st="8" end="8"/>
                                            </p:txEl>
                                          </p:spTgt>
                                        </p:tgtEl>
                                        <p:attrNameLst>
                                          <p:attrName>ppt_c</p:attrName>
                                        </p:attrNameLst>
                                      </p:cBhvr>
                                      <p:to>
                                        <a:schemeClr val="tx1"/>
                                      </p:to>
                                    </p:animClr>
                                  </p:subTnLst>
                                </p:cTn>
                              </p:par>
                              <p:par>
                                <p:cTn id="45" presetID="1" presetClass="entr" presetSubtype="0" fill="hold" grpId="0" nodeType="withEffect">
                                  <p:stCondLst>
                                    <p:cond delay="0"/>
                                  </p:stCondLst>
                                  <p:childTnLst>
                                    <p:set>
                                      <p:cBhvr>
                                        <p:cTn id="46" dur="1" fill="hold">
                                          <p:stCondLst>
                                            <p:cond delay="0"/>
                                          </p:stCondLst>
                                        </p:cTn>
                                        <p:tgtEl>
                                          <p:spTgt spid="11">
                                            <p:txEl>
                                              <p:pRg st="9" end="9"/>
                                            </p:txEl>
                                          </p:spTgt>
                                        </p:tgtEl>
                                        <p:attrNameLst>
                                          <p:attrName>style.visibility</p:attrName>
                                        </p:attrNameLst>
                                      </p:cBhvr>
                                      <p:to>
                                        <p:strVal val="visible"/>
                                      </p:to>
                                    </p:set>
                                  </p:childTnLst>
                                  <p:subTnLst>
                                    <p:animClr clrSpc="rgb" dir="cw">
                                      <p:cBhvr override="childStyle">
                                        <p:cTn dur="1" fill="hold" display="0" masterRel="nextClick" afterEffect="1"/>
                                        <p:tgtEl>
                                          <p:spTgt spid="11">
                                            <p:txEl>
                                              <p:pRg st="9" end="9"/>
                                            </p:txEl>
                                          </p:spTgt>
                                        </p:tgtEl>
                                        <p:attrNameLst>
                                          <p:attrName>ppt_c</p:attrName>
                                        </p:attrNameLst>
                                      </p:cBhvr>
                                      <p:to>
                                        <a:schemeClr val="tx1"/>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uiExpand="1" build="p"/>
      <p:bldP spid="1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EF515-88F3-B868-840E-F5FE17C255B6}"/>
              </a:ext>
            </a:extLst>
          </p:cNvPr>
          <p:cNvSpPr>
            <a:spLocks noGrp="1"/>
          </p:cNvSpPr>
          <p:nvPr>
            <p:ph type="title"/>
          </p:nvPr>
        </p:nvSpPr>
        <p:spPr>
          <a:xfrm>
            <a:off x="838200" y="365125"/>
            <a:ext cx="10515600" cy="1325563"/>
          </a:xfrm>
        </p:spPr>
        <p:txBody>
          <a:bodyPr>
            <a:normAutofit fontScale="90000"/>
          </a:bodyPr>
          <a:lstStyle/>
          <a:p>
            <a:r>
              <a:rPr lang="en-US" dirty="0"/>
              <a:t>GenAI: il </a:t>
            </a:r>
            <a:r>
              <a:rPr lang="en-US" dirty="0" err="1"/>
              <a:t>mito</a:t>
            </a:r>
            <a:r>
              <a:rPr lang="en-US" dirty="0"/>
              <a:t> della </a:t>
            </a:r>
            <a:r>
              <a:rPr lang="en-US" dirty="0" err="1"/>
              <a:t>customizzazione</a:t>
            </a:r>
            <a:r>
              <a:rPr lang="en-US" dirty="0"/>
              <a:t> </a:t>
            </a:r>
            <a:r>
              <a:rPr lang="en-US" dirty="0" err="1"/>
              <a:t>ritorna</a:t>
            </a:r>
            <a:r>
              <a:rPr lang="en-US" dirty="0"/>
              <a:t> </a:t>
            </a:r>
            <a:r>
              <a:rPr lang="en-US" dirty="0" err="1"/>
              <a:t>realtà</a:t>
            </a:r>
            <a:r>
              <a:rPr lang="en-US" dirty="0"/>
              <a:t>?</a:t>
            </a:r>
            <a:br>
              <a:rPr lang="en-US" dirty="0"/>
            </a:br>
            <a:endParaRPr lang="it-IT" dirty="0"/>
          </a:p>
        </p:txBody>
      </p:sp>
      <p:sp>
        <p:nvSpPr>
          <p:cNvPr id="3" name="Text Placeholder 2">
            <a:extLst>
              <a:ext uri="{FF2B5EF4-FFF2-40B4-BE49-F238E27FC236}">
                <a16:creationId xmlns:a16="http://schemas.microsoft.com/office/drawing/2014/main" id="{F61FDA1B-227B-14E5-F4E5-DDA164E5F324}"/>
              </a:ext>
            </a:extLst>
          </p:cNvPr>
          <p:cNvSpPr>
            <a:spLocks noGrp="1"/>
          </p:cNvSpPr>
          <p:nvPr>
            <p:ph idx="1"/>
          </p:nvPr>
        </p:nvSpPr>
        <p:spPr>
          <a:xfrm>
            <a:off x="838200" y="1825625"/>
            <a:ext cx="10515600" cy="4351338"/>
          </a:xfrm>
        </p:spPr>
        <p:txBody>
          <a:bodyPr>
            <a:normAutofit fontScale="85000" lnSpcReduction="20000"/>
          </a:bodyPr>
          <a:lstStyle/>
          <a:p>
            <a:r>
              <a:rPr lang="en-US" dirty="0"/>
              <a:t>La </a:t>
            </a:r>
            <a:r>
              <a:rPr lang="en-US" dirty="0" err="1"/>
              <a:t>capacità</a:t>
            </a:r>
            <a:r>
              <a:rPr lang="en-US" dirty="0"/>
              <a:t> di Code Generation (il Vibe Coding) </a:t>
            </a:r>
            <a:r>
              <a:rPr lang="en-US" dirty="0" err="1"/>
              <a:t>permetterebbe</a:t>
            </a:r>
            <a:r>
              <a:rPr lang="en-US" dirty="0"/>
              <a:t> di </a:t>
            </a:r>
            <a:r>
              <a:rPr lang="en-US" dirty="0" err="1"/>
              <a:t>tornare</a:t>
            </a:r>
            <a:r>
              <a:rPr lang="en-US" dirty="0"/>
              <a:t> ad uno </a:t>
            </a:r>
            <a:r>
              <a:rPr lang="en-US" dirty="0" err="1"/>
              <a:t>sviluppo</a:t>
            </a:r>
            <a:r>
              <a:rPr lang="en-US" dirty="0"/>
              <a:t> </a:t>
            </a:r>
            <a:r>
              <a:rPr lang="en-US" dirty="0" err="1"/>
              <a:t>sostenibile</a:t>
            </a:r>
            <a:r>
              <a:rPr lang="en-US" dirty="0"/>
              <a:t> di un </a:t>
            </a:r>
            <a:r>
              <a:rPr lang="en-US" dirty="0" err="1"/>
              <a:t>applicativo</a:t>
            </a:r>
            <a:r>
              <a:rPr lang="en-US" dirty="0"/>
              <a:t> custom per un </a:t>
            </a:r>
            <a:r>
              <a:rPr lang="en-US" dirty="0" err="1"/>
              <a:t>cliente</a:t>
            </a:r>
            <a:endParaRPr lang="en-US" dirty="0"/>
          </a:p>
          <a:p>
            <a:r>
              <a:rPr lang="en-US" dirty="0"/>
              <a:t>La GenAI </a:t>
            </a:r>
            <a:r>
              <a:rPr lang="en-US" dirty="0" err="1"/>
              <a:t>può</a:t>
            </a:r>
            <a:r>
              <a:rPr lang="en-US" dirty="0"/>
              <a:t> </a:t>
            </a:r>
            <a:r>
              <a:rPr lang="en-US" dirty="0" err="1"/>
              <a:t>abbattere</a:t>
            </a:r>
            <a:r>
              <a:rPr lang="en-US" dirty="0"/>
              <a:t> </a:t>
            </a:r>
            <a:r>
              <a:rPr lang="en-US" dirty="0" err="1"/>
              <a:t>diversi</a:t>
            </a:r>
            <a:r>
              <a:rPr lang="en-US" dirty="0"/>
              <a:t> </a:t>
            </a:r>
            <a:r>
              <a:rPr lang="en-US" dirty="0" err="1"/>
              <a:t>costi</a:t>
            </a:r>
            <a:endParaRPr lang="en-US" dirty="0"/>
          </a:p>
          <a:p>
            <a:pPr lvl="1"/>
            <a:r>
              <a:rPr lang="en-US" dirty="0"/>
              <a:t>il </a:t>
            </a:r>
            <a:r>
              <a:rPr lang="en-US" dirty="0" err="1"/>
              <a:t>costo</a:t>
            </a:r>
            <a:r>
              <a:rPr lang="en-US" dirty="0"/>
              <a:t> di </a:t>
            </a:r>
            <a:r>
              <a:rPr lang="en-US" dirty="0" err="1"/>
              <a:t>sviluppo</a:t>
            </a:r>
            <a:r>
              <a:rPr lang="en-US" dirty="0"/>
              <a:t> delle UI — il </a:t>
            </a:r>
            <a:r>
              <a:rPr lang="en-US" dirty="0" err="1"/>
              <a:t>collo</a:t>
            </a:r>
            <a:r>
              <a:rPr lang="en-US" dirty="0"/>
              <a:t> di </a:t>
            </a:r>
            <a:r>
              <a:rPr lang="en-US" dirty="0" err="1"/>
              <a:t>bottiglia</a:t>
            </a:r>
            <a:r>
              <a:rPr lang="en-US" dirty="0"/>
              <a:t> storico - HTML5 + CSS3 + JavaScript </a:t>
            </a:r>
            <a:r>
              <a:rPr lang="en-US" dirty="0" err="1"/>
              <a:t>sono</a:t>
            </a:r>
            <a:r>
              <a:rPr lang="en-US" dirty="0"/>
              <a:t> </a:t>
            </a:r>
            <a:r>
              <a:rPr lang="en-US" dirty="0" err="1"/>
              <a:t>già</a:t>
            </a:r>
            <a:r>
              <a:rPr lang="en-US" dirty="0"/>
              <a:t> </a:t>
            </a:r>
            <a:r>
              <a:rPr lang="en-US" dirty="0" err="1"/>
              <a:t>potentissimi</a:t>
            </a:r>
            <a:r>
              <a:rPr lang="en-US" dirty="0"/>
              <a:t> — </a:t>
            </a:r>
            <a:r>
              <a:rPr lang="en-US" dirty="0" err="1"/>
              <a:t>mancava</a:t>
            </a:r>
            <a:r>
              <a:rPr lang="en-US" dirty="0"/>
              <a:t> solo la </a:t>
            </a:r>
            <a:r>
              <a:rPr lang="en-US" dirty="0" err="1"/>
              <a:t>velocità</a:t>
            </a:r>
            <a:r>
              <a:rPr lang="en-US" dirty="0"/>
              <a:t> di </a:t>
            </a:r>
            <a:r>
              <a:rPr lang="en-US" dirty="0" err="1"/>
              <a:t>sviluppo</a:t>
            </a:r>
            <a:r>
              <a:rPr lang="en-US" dirty="0"/>
              <a:t> UI</a:t>
            </a:r>
          </a:p>
          <a:p>
            <a:pPr lvl="1"/>
            <a:r>
              <a:rPr lang="en-US" dirty="0"/>
              <a:t>API come “Backend for Frontend” a </a:t>
            </a:r>
            <a:r>
              <a:rPr lang="en-US" dirty="0" err="1"/>
              <a:t>partire</a:t>
            </a:r>
            <a:r>
              <a:rPr lang="en-US" dirty="0"/>
              <a:t> da </a:t>
            </a:r>
            <a:r>
              <a:rPr lang="en-US" dirty="0" err="1"/>
              <a:t>metadati</a:t>
            </a:r>
            <a:endParaRPr lang="en-US" dirty="0"/>
          </a:p>
          <a:p>
            <a:r>
              <a:rPr lang="en-US" dirty="0"/>
              <a:t>Per </a:t>
            </a:r>
            <a:r>
              <a:rPr lang="en-US" dirty="0" err="1"/>
              <a:t>una</a:t>
            </a:r>
            <a:r>
              <a:rPr lang="en-US" dirty="0"/>
              <a:t> Azienda, lo </a:t>
            </a:r>
            <a:r>
              <a:rPr lang="en-US" dirty="0" err="1"/>
              <a:t>sviluppo</a:t>
            </a:r>
            <a:r>
              <a:rPr lang="en-US" dirty="0"/>
              <a:t> custom non </a:t>
            </a:r>
            <a:r>
              <a:rPr lang="en-US" dirty="0" err="1"/>
              <a:t>dovrebbe</a:t>
            </a:r>
            <a:r>
              <a:rPr lang="en-US" dirty="0"/>
              <a:t> </a:t>
            </a:r>
            <a:r>
              <a:rPr lang="en-US" dirty="0" err="1"/>
              <a:t>comunque</a:t>
            </a:r>
            <a:r>
              <a:rPr lang="en-US" dirty="0"/>
              <a:t> </a:t>
            </a:r>
            <a:r>
              <a:rPr lang="en-US" dirty="0" err="1"/>
              <a:t>mai</a:t>
            </a:r>
            <a:r>
              <a:rPr lang="en-US" dirty="0"/>
              <a:t> </a:t>
            </a:r>
            <a:r>
              <a:rPr lang="en-US" dirty="0" err="1"/>
              <a:t>essere</a:t>
            </a:r>
            <a:r>
              <a:rPr lang="en-US" dirty="0"/>
              <a:t> “</a:t>
            </a:r>
            <a:r>
              <a:rPr lang="en-US" dirty="0" err="1"/>
              <a:t>casuale</a:t>
            </a:r>
            <a:r>
              <a:rPr lang="en-US" dirty="0"/>
              <a:t>” ma orientate ad un </a:t>
            </a:r>
            <a:r>
              <a:rPr lang="en-US" dirty="0" err="1"/>
              <a:t>filone</a:t>
            </a:r>
            <a:r>
              <a:rPr lang="en-US" dirty="0"/>
              <a:t> di </a:t>
            </a:r>
            <a:r>
              <a:rPr lang="en-US" dirty="0" err="1"/>
              <a:t>specializzazione</a:t>
            </a:r>
            <a:endParaRPr lang="en-US" dirty="0"/>
          </a:p>
          <a:p>
            <a:r>
              <a:rPr lang="en-US" dirty="0" err="1"/>
              <a:t>Approccio</a:t>
            </a:r>
            <a:r>
              <a:rPr lang="en-US" dirty="0"/>
              <a:t> di </a:t>
            </a:r>
            <a:r>
              <a:rPr lang="en-US" dirty="0" err="1"/>
              <a:t>prodotto</a:t>
            </a:r>
            <a:r>
              <a:rPr lang="en-US" dirty="0"/>
              <a:t>: ogni </a:t>
            </a:r>
            <a:r>
              <a:rPr lang="en-US" dirty="0" err="1"/>
              <a:t>commessa</a:t>
            </a:r>
            <a:r>
              <a:rPr lang="en-US" dirty="0"/>
              <a:t> fa </a:t>
            </a:r>
            <a:r>
              <a:rPr lang="en-US" dirty="0" err="1"/>
              <a:t>maturare</a:t>
            </a:r>
            <a:r>
              <a:rPr lang="en-US" dirty="0"/>
              <a:t> il </a:t>
            </a:r>
            <a:r>
              <a:rPr lang="en-US" dirty="0" err="1"/>
              <a:t>prodotto</a:t>
            </a:r>
            <a:endParaRPr lang="en-US" dirty="0"/>
          </a:p>
          <a:p>
            <a:pPr lvl="1"/>
            <a:r>
              <a:rPr lang="en-US" dirty="0"/>
              <a:t>Non </a:t>
            </a:r>
            <a:r>
              <a:rPr lang="en-US" dirty="0" err="1"/>
              <a:t>si</a:t>
            </a:r>
            <a:r>
              <a:rPr lang="en-US" dirty="0"/>
              <a:t> </a:t>
            </a:r>
            <a:r>
              <a:rPr lang="en-US" dirty="0" err="1"/>
              <a:t>reinventa</a:t>
            </a:r>
            <a:r>
              <a:rPr lang="en-US" dirty="0"/>
              <a:t> </a:t>
            </a:r>
            <a:r>
              <a:rPr lang="en-US" dirty="0" err="1"/>
              <a:t>tutto</a:t>
            </a:r>
            <a:r>
              <a:rPr lang="en-US" dirty="0"/>
              <a:t> da zero: </a:t>
            </a:r>
            <a:r>
              <a:rPr lang="en-US" dirty="0" err="1"/>
              <a:t>si</a:t>
            </a:r>
            <a:r>
              <a:rPr lang="en-US" dirty="0"/>
              <a:t> </a:t>
            </a:r>
            <a:r>
              <a:rPr lang="en-US" dirty="0" err="1"/>
              <a:t>generalizza</a:t>
            </a:r>
            <a:r>
              <a:rPr lang="en-US" dirty="0"/>
              <a:t> man mano</a:t>
            </a:r>
          </a:p>
          <a:p>
            <a:pPr lvl="1"/>
            <a:r>
              <a:rPr lang="en-US" dirty="0"/>
              <a:t>Con il code review e il code refactoring </a:t>
            </a:r>
            <a:r>
              <a:rPr lang="en-US" dirty="0" err="1"/>
              <a:t>si</a:t>
            </a:r>
            <a:r>
              <a:rPr lang="en-US" dirty="0"/>
              <a:t> </a:t>
            </a:r>
            <a:r>
              <a:rPr lang="en-US" dirty="0" err="1"/>
              <a:t>creano</a:t>
            </a:r>
            <a:r>
              <a:rPr lang="en-US" dirty="0"/>
              <a:t> e </a:t>
            </a:r>
            <a:r>
              <a:rPr lang="en-US" dirty="0" err="1"/>
              <a:t>si</a:t>
            </a:r>
            <a:r>
              <a:rPr lang="en-US" dirty="0"/>
              <a:t> </a:t>
            </a:r>
            <a:r>
              <a:rPr lang="en-US" dirty="0" err="1"/>
              <a:t>stabilizzano</a:t>
            </a:r>
            <a:r>
              <a:rPr lang="en-US" dirty="0"/>
              <a:t> le </a:t>
            </a:r>
            <a:r>
              <a:rPr lang="en-US" dirty="0" err="1"/>
              <a:t>porte</a:t>
            </a:r>
            <a:r>
              <a:rPr lang="en-US" dirty="0"/>
              <a:t> di </a:t>
            </a:r>
            <a:r>
              <a:rPr lang="en-US" dirty="0" err="1"/>
              <a:t>personalizzazione</a:t>
            </a:r>
            <a:endParaRPr lang="en-US" dirty="0"/>
          </a:p>
          <a:p>
            <a:pPr lvl="1"/>
            <a:r>
              <a:rPr lang="en-US" dirty="0"/>
              <a:t>Prompt:</a:t>
            </a:r>
            <a:r>
              <a:rPr lang="it-IT" dirty="0"/>
              <a:t> importantissimo, ma…</a:t>
            </a:r>
          </a:p>
          <a:p>
            <a:pPr lvl="1"/>
            <a:r>
              <a:rPr lang="it-IT" dirty="0"/>
              <a:t>Il codice stesso diventa una specifica in cui modelli aggiornati stanno diventando efficientissimi</a:t>
            </a:r>
            <a:endParaRPr lang="en-US" dirty="0"/>
          </a:p>
        </p:txBody>
      </p:sp>
    </p:spTree>
    <p:extLst>
      <p:ext uri="{BB962C8B-B14F-4D97-AF65-F5344CB8AC3E}">
        <p14:creationId xmlns:p14="http://schemas.microsoft.com/office/powerpoint/2010/main" val="258153597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0" end="0"/>
                                            </p:txEl>
                                          </p:spTgt>
                                        </p:tgtEl>
                                        <p:attrNameLst>
                                          <p:attrName>ppt_c</p:attrName>
                                        </p:attrNameLst>
                                      </p:cBhvr>
                                      <p:to>
                                        <a:schemeClr val="tx1"/>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1" end="1"/>
                                            </p:txEl>
                                          </p:spTgt>
                                        </p:tgtEl>
                                        <p:attrNameLst>
                                          <p:attrName>ppt_c</p:attrName>
                                        </p:attrNameLst>
                                      </p:cBhvr>
                                      <p:to>
                                        <a:schemeClr val="tx1"/>
                                      </p:to>
                                    </p:animClr>
                                  </p:sub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2" end="2"/>
                                            </p:txEl>
                                          </p:spTgt>
                                        </p:tgtEl>
                                        <p:attrNameLst>
                                          <p:attrName>ppt_c</p:attrName>
                                        </p:attrNameLst>
                                      </p:cBhvr>
                                      <p:to>
                                        <a:schemeClr val="tx1"/>
                                      </p:to>
                                    </p:animClr>
                                  </p:sub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3" end="3"/>
                                            </p:txEl>
                                          </p:spTgt>
                                        </p:tgtEl>
                                        <p:attrNameLst>
                                          <p:attrName>ppt_c</p:attrName>
                                        </p:attrNameLst>
                                      </p:cBhvr>
                                      <p:to>
                                        <a:schemeClr val="tx1"/>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4" end="4"/>
                                            </p:txEl>
                                          </p:spTgt>
                                        </p:tgtEl>
                                        <p:attrNameLst>
                                          <p:attrName>ppt_c</p:attrName>
                                        </p:attrNameLst>
                                      </p:cBhvr>
                                      <p:to>
                                        <a:schemeClr val="tx1"/>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5" end="5"/>
                                            </p:txEl>
                                          </p:spTgt>
                                        </p:tgtEl>
                                        <p:attrNameLst>
                                          <p:attrName>ppt_c</p:attrName>
                                        </p:attrNameLst>
                                      </p:cBhvr>
                                      <p:to>
                                        <a:schemeClr val="tx1"/>
                                      </p:to>
                                    </p:animClr>
                                  </p:sub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6" end="6"/>
                                            </p:txEl>
                                          </p:spTgt>
                                        </p:tgtEl>
                                        <p:attrNameLst>
                                          <p:attrName>ppt_c</p:attrName>
                                        </p:attrNameLst>
                                      </p:cBhvr>
                                      <p:to>
                                        <a:schemeClr val="tx1"/>
                                      </p:to>
                                    </p:animClr>
                                  </p:sub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7" end="7"/>
                                            </p:txEl>
                                          </p:spTgt>
                                        </p:tgtEl>
                                        <p:attrNameLst>
                                          <p:attrName>ppt_c</p:attrName>
                                        </p:attrNameLst>
                                      </p:cBhvr>
                                      <p:to>
                                        <a:schemeClr val="tx1"/>
                                      </p:to>
                                    </p:animClr>
                                  </p:sub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8" end="8"/>
                                            </p:txEl>
                                          </p:spTgt>
                                        </p:tgtEl>
                                        <p:attrNameLst>
                                          <p:attrName>ppt_c</p:attrName>
                                        </p:attrNameLst>
                                      </p:cBhvr>
                                      <p:to>
                                        <a:schemeClr val="tx1"/>
                                      </p:to>
                                    </p:animClr>
                                  </p:sub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9" end="9"/>
                                            </p:txEl>
                                          </p:spTgt>
                                        </p:tgtEl>
                                        <p:attrNameLst>
                                          <p:attrName>ppt_c</p:attrName>
                                        </p:attrNameLst>
                                      </p:cBhvr>
                                      <p:to>
                                        <a:schemeClr val="tx1"/>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DB823-8E65-CE08-D3B2-126823CE3AEA}"/>
              </a:ext>
            </a:extLst>
          </p:cNvPr>
          <p:cNvSpPr>
            <a:spLocks noGrp="1"/>
          </p:cNvSpPr>
          <p:nvPr>
            <p:ph type="title"/>
          </p:nvPr>
        </p:nvSpPr>
        <p:spPr>
          <a:xfrm>
            <a:off x="838200" y="365125"/>
            <a:ext cx="10515600" cy="1325563"/>
          </a:xfrm>
        </p:spPr>
        <p:txBody>
          <a:bodyPr/>
          <a:lstStyle/>
          <a:p>
            <a:r>
              <a:rPr lang="en-US" dirty="0"/>
              <a:t>La </a:t>
            </a:r>
            <a:r>
              <a:rPr lang="en-US" dirty="0" err="1"/>
              <a:t>responsabilità</a:t>
            </a:r>
            <a:r>
              <a:rPr lang="en-US" dirty="0"/>
              <a:t> del </a:t>
            </a:r>
            <a:r>
              <a:rPr lang="en-US" dirty="0" err="1"/>
              <a:t>codice</a:t>
            </a:r>
            <a:r>
              <a:rPr lang="en-US" dirty="0"/>
              <a:t> verso il </a:t>
            </a:r>
            <a:r>
              <a:rPr lang="en-US" dirty="0" err="1"/>
              <a:t>cliente</a:t>
            </a:r>
            <a:endParaRPr lang="it-IT" dirty="0"/>
          </a:p>
        </p:txBody>
      </p:sp>
      <p:sp>
        <p:nvSpPr>
          <p:cNvPr id="3" name="Text Placeholder 2">
            <a:extLst>
              <a:ext uri="{FF2B5EF4-FFF2-40B4-BE49-F238E27FC236}">
                <a16:creationId xmlns:a16="http://schemas.microsoft.com/office/drawing/2014/main" id="{00502A1F-9DD5-37EB-1BE0-1CF3B01E6A53}"/>
              </a:ext>
            </a:extLst>
          </p:cNvPr>
          <p:cNvSpPr>
            <a:spLocks noGrp="1"/>
          </p:cNvSpPr>
          <p:nvPr>
            <p:ph idx="1"/>
          </p:nvPr>
        </p:nvSpPr>
        <p:spPr>
          <a:xfrm>
            <a:off x="838200" y="4053255"/>
            <a:ext cx="10515600" cy="2123707"/>
          </a:xfrm>
        </p:spPr>
        <p:txBody>
          <a:bodyPr>
            <a:normAutofit fontScale="85000" lnSpcReduction="20000"/>
          </a:bodyPr>
          <a:lstStyle/>
          <a:p>
            <a:r>
              <a:rPr lang="en-US" dirty="0"/>
              <a:t>I prompt </a:t>
            </a:r>
            <a:r>
              <a:rPr lang="en-US" dirty="0" err="1"/>
              <a:t>specificano</a:t>
            </a:r>
            <a:r>
              <a:rPr lang="en-US" dirty="0"/>
              <a:t> </a:t>
            </a:r>
            <a:r>
              <a:rPr lang="en-US" dirty="0" err="1"/>
              <a:t>i</a:t>
            </a:r>
            <a:r>
              <a:rPr lang="en-US" dirty="0"/>
              <a:t> </a:t>
            </a:r>
            <a:r>
              <a:rPr lang="en-US" dirty="0" err="1"/>
              <a:t>requisiti</a:t>
            </a:r>
            <a:r>
              <a:rPr lang="en-US" dirty="0"/>
              <a:t>: se </a:t>
            </a:r>
            <a:r>
              <a:rPr lang="en-US" dirty="0" err="1"/>
              <a:t>i</a:t>
            </a:r>
            <a:r>
              <a:rPr lang="en-US" dirty="0"/>
              <a:t> </a:t>
            </a:r>
            <a:r>
              <a:rPr lang="en-US" dirty="0" err="1"/>
              <a:t>requisiti</a:t>
            </a:r>
            <a:r>
              <a:rPr lang="en-US" dirty="0"/>
              <a:t> </a:t>
            </a:r>
            <a:r>
              <a:rPr lang="en-US" dirty="0" err="1"/>
              <a:t>sono</a:t>
            </a:r>
            <a:r>
              <a:rPr lang="en-US" dirty="0"/>
              <a:t> </a:t>
            </a:r>
            <a:r>
              <a:rPr lang="en-US" dirty="0" err="1"/>
              <a:t>vaghi</a:t>
            </a:r>
            <a:r>
              <a:rPr lang="en-US" dirty="0"/>
              <a:t>, il </a:t>
            </a:r>
            <a:r>
              <a:rPr lang="en-US" dirty="0" err="1"/>
              <a:t>risultato</a:t>
            </a:r>
            <a:r>
              <a:rPr lang="en-US" dirty="0"/>
              <a:t> è </a:t>
            </a:r>
            <a:r>
              <a:rPr lang="en-US" dirty="0" err="1"/>
              <a:t>vago</a:t>
            </a:r>
            <a:r>
              <a:rPr lang="en-US" dirty="0"/>
              <a:t> — </a:t>
            </a:r>
            <a:r>
              <a:rPr lang="en-US" dirty="0" err="1"/>
              <a:t>esattamente</a:t>
            </a:r>
            <a:r>
              <a:rPr lang="en-US" dirty="0"/>
              <a:t> come con un junior developer</a:t>
            </a:r>
          </a:p>
          <a:p>
            <a:r>
              <a:rPr lang="en-US" dirty="0"/>
              <a:t>La </a:t>
            </a:r>
            <a:r>
              <a:rPr lang="en-US" dirty="0" err="1"/>
              <a:t>capacità</a:t>
            </a:r>
            <a:r>
              <a:rPr lang="en-US" dirty="0"/>
              <a:t> </a:t>
            </a:r>
            <a:r>
              <a:rPr lang="en-US" dirty="0" err="1"/>
              <a:t>esecutiva</a:t>
            </a:r>
            <a:r>
              <a:rPr lang="en-US" dirty="0"/>
              <a:t> della GenAI è </a:t>
            </a:r>
            <a:r>
              <a:rPr lang="en-US" dirty="0" err="1"/>
              <a:t>ordini</a:t>
            </a:r>
            <a:r>
              <a:rPr lang="en-US" dirty="0"/>
              <a:t> di grandezza </a:t>
            </a:r>
            <a:r>
              <a:rPr lang="en-US" dirty="0" err="1"/>
              <a:t>superiore</a:t>
            </a:r>
            <a:r>
              <a:rPr lang="en-US" dirty="0"/>
              <a:t> a </a:t>
            </a:r>
            <a:r>
              <a:rPr lang="en-US" dirty="0" err="1"/>
              <a:t>quella</a:t>
            </a:r>
            <a:r>
              <a:rPr lang="en-US" dirty="0"/>
              <a:t> di un junior (e rispetto alla </a:t>
            </a:r>
            <a:r>
              <a:rPr lang="en-US" dirty="0" err="1"/>
              <a:t>tua</a:t>
            </a:r>
            <a:r>
              <a:rPr lang="en-US" dirty="0"/>
              <a:t>)</a:t>
            </a:r>
          </a:p>
          <a:p>
            <a:r>
              <a:rPr lang="en-US" dirty="0"/>
              <a:t>La </a:t>
            </a:r>
            <a:r>
              <a:rPr lang="en-US" dirty="0" err="1"/>
              <a:t>direzione</a:t>
            </a:r>
            <a:r>
              <a:rPr lang="en-US" dirty="0"/>
              <a:t> la </a:t>
            </a:r>
            <a:r>
              <a:rPr lang="en-US" dirty="0" err="1"/>
              <a:t>dai</a:t>
            </a:r>
            <a:r>
              <a:rPr lang="en-US" dirty="0"/>
              <a:t> </a:t>
            </a:r>
            <a:r>
              <a:rPr lang="en-US" dirty="0" err="1"/>
              <a:t>tu</a:t>
            </a:r>
            <a:endParaRPr lang="en-US" dirty="0"/>
          </a:p>
          <a:p>
            <a:r>
              <a:rPr lang="en-US" dirty="0"/>
              <a:t>La </a:t>
            </a:r>
            <a:r>
              <a:rPr lang="en-US" dirty="0" err="1"/>
              <a:t>pigrizia</a:t>
            </a:r>
            <a:r>
              <a:rPr lang="en-US" dirty="0"/>
              <a:t> </a:t>
            </a:r>
            <a:r>
              <a:rPr lang="en-US" dirty="0" err="1"/>
              <a:t>nel</a:t>
            </a:r>
            <a:r>
              <a:rPr lang="en-US" dirty="0"/>
              <a:t> </a:t>
            </a:r>
            <a:r>
              <a:rPr lang="en-US" dirty="0" err="1"/>
              <a:t>controllo</a:t>
            </a:r>
            <a:r>
              <a:rPr lang="en-US" dirty="0"/>
              <a:t> è </a:t>
            </a:r>
            <a:r>
              <a:rPr lang="en-US" dirty="0" err="1"/>
              <a:t>una</a:t>
            </a:r>
            <a:r>
              <a:rPr lang="en-US" dirty="0"/>
              <a:t> </a:t>
            </a:r>
            <a:r>
              <a:rPr lang="en-US" dirty="0" err="1"/>
              <a:t>responsabilità</a:t>
            </a:r>
            <a:r>
              <a:rPr lang="en-US" dirty="0"/>
              <a:t> del developer, non della GenAI</a:t>
            </a:r>
          </a:p>
        </p:txBody>
      </p:sp>
      <p:sp>
        <p:nvSpPr>
          <p:cNvPr id="10" name="TextBox 9">
            <a:extLst>
              <a:ext uri="{FF2B5EF4-FFF2-40B4-BE49-F238E27FC236}">
                <a16:creationId xmlns:a16="http://schemas.microsoft.com/office/drawing/2014/main" id="{BBE964EA-E267-B6C9-28BE-8CCE11821A1C}"/>
              </a:ext>
            </a:extLst>
          </p:cNvPr>
          <p:cNvSpPr txBox="1"/>
          <p:nvPr/>
        </p:nvSpPr>
        <p:spPr>
          <a:xfrm>
            <a:off x="420597" y="1406575"/>
            <a:ext cx="11217275" cy="646331"/>
          </a:xfrm>
          <a:prstGeom prst="rect">
            <a:avLst/>
          </a:prstGeom>
          <a:noFill/>
        </p:spPr>
        <p:txBody>
          <a:bodyPr wrap="square">
            <a:spAutoFit/>
          </a:bodyPr>
          <a:lstStyle/>
          <a:p>
            <a:pPr marL="0" indent="0" algn="ctr">
              <a:buNone/>
            </a:pPr>
            <a:r>
              <a:rPr lang="en-US" sz="1800" dirty="0">
                <a:solidFill>
                  <a:srgbClr val="C00000"/>
                </a:solidFill>
                <a:latin typeface="Calibri" pitchFamily="34" charset="0"/>
                <a:ea typeface="Calibri" pitchFamily="34" charset="-122"/>
                <a:cs typeface="Calibri" pitchFamily="34" charset="-120"/>
              </a:rPr>
              <a:t>La GenAI </a:t>
            </a:r>
            <a:r>
              <a:rPr lang="en-US" sz="1800" dirty="0" err="1">
                <a:solidFill>
                  <a:srgbClr val="C00000"/>
                </a:solidFill>
                <a:latin typeface="Calibri" pitchFamily="34" charset="0"/>
                <a:ea typeface="Calibri" pitchFamily="34" charset="-122"/>
                <a:cs typeface="Calibri" pitchFamily="34" charset="-120"/>
              </a:rPr>
              <a:t>sta</a:t>
            </a:r>
            <a:r>
              <a:rPr lang="en-US" sz="1800" dirty="0">
                <a:solidFill>
                  <a:srgbClr val="C00000"/>
                </a:solidFill>
                <a:latin typeface="Calibri" pitchFamily="34" charset="0"/>
                <a:ea typeface="Calibri" pitchFamily="34" charset="-122"/>
                <a:cs typeface="Calibri" pitchFamily="34" charset="-120"/>
              </a:rPr>
              <a:t> </a:t>
            </a:r>
            <a:r>
              <a:rPr lang="en-US" sz="1800" dirty="0" err="1">
                <a:solidFill>
                  <a:srgbClr val="C00000"/>
                </a:solidFill>
                <a:latin typeface="Calibri" pitchFamily="34" charset="0"/>
                <a:ea typeface="Calibri" pitchFamily="34" charset="-122"/>
                <a:cs typeface="Calibri" pitchFamily="34" charset="-120"/>
              </a:rPr>
              <a:t>mettendo</a:t>
            </a:r>
            <a:r>
              <a:rPr lang="en-US" sz="1800" dirty="0">
                <a:solidFill>
                  <a:srgbClr val="C00000"/>
                </a:solidFill>
                <a:latin typeface="Calibri" pitchFamily="34" charset="0"/>
                <a:ea typeface="Calibri" pitchFamily="34" charset="-122"/>
                <a:cs typeface="Calibri" pitchFamily="34" charset="-120"/>
              </a:rPr>
              <a:t> in </a:t>
            </a:r>
            <a:r>
              <a:rPr lang="en-US" sz="1800" dirty="0" err="1">
                <a:solidFill>
                  <a:srgbClr val="C00000"/>
                </a:solidFill>
                <a:latin typeface="Calibri" pitchFamily="34" charset="0"/>
                <a:ea typeface="Calibri" pitchFamily="34" charset="-122"/>
                <a:cs typeface="Calibri" pitchFamily="34" charset="-120"/>
              </a:rPr>
              <a:t>evidenza</a:t>
            </a:r>
            <a:r>
              <a:rPr lang="en-US" sz="1800" dirty="0">
                <a:solidFill>
                  <a:srgbClr val="C00000"/>
                </a:solidFill>
                <a:latin typeface="Calibri" pitchFamily="34" charset="0"/>
                <a:ea typeface="Calibri" pitchFamily="34" charset="-122"/>
                <a:cs typeface="Calibri" pitchFamily="34" charset="-120"/>
              </a:rPr>
              <a:t> la nostra </a:t>
            </a:r>
            <a:r>
              <a:rPr lang="en-US" sz="1800" dirty="0" err="1">
                <a:solidFill>
                  <a:srgbClr val="C00000"/>
                </a:solidFill>
                <a:latin typeface="Calibri" pitchFamily="34" charset="0"/>
                <a:ea typeface="Calibri" pitchFamily="34" charset="-122"/>
                <a:cs typeface="Calibri" pitchFamily="34" charset="-120"/>
              </a:rPr>
              <a:t>incapacità</a:t>
            </a:r>
            <a:r>
              <a:rPr lang="en-US" sz="1800" dirty="0">
                <a:solidFill>
                  <a:srgbClr val="C00000"/>
                </a:solidFill>
                <a:latin typeface="Calibri" pitchFamily="34" charset="0"/>
                <a:ea typeface="Calibri" pitchFamily="34" charset="-122"/>
                <a:cs typeface="Calibri" pitchFamily="34" charset="-120"/>
              </a:rPr>
              <a:t> a dare </a:t>
            </a:r>
            <a:r>
              <a:rPr lang="en-US" sz="1800" dirty="0" err="1">
                <a:solidFill>
                  <a:srgbClr val="C00000"/>
                </a:solidFill>
                <a:latin typeface="Calibri" pitchFamily="34" charset="0"/>
                <a:ea typeface="Calibri" pitchFamily="34" charset="-122"/>
                <a:cs typeface="Calibri" pitchFamily="34" charset="-120"/>
              </a:rPr>
              <a:t>i</a:t>
            </a:r>
            <a:r>
              <a:rPr lang="en-US" sz="1800" dirty="0">
                <a:solidFill>
                  <a:srgbClr val="C00000"/>
                </a:solidFill>
                <a:latin typeface="Calibri" pitchFamily="34" charset="0"/>
                <a:ea typeface="Calibri" pitchFamily="34" charset="-122"/>
                <a:cs typeface="Calibri" pitchFamily="34" charset="-120"/>
              </a:rPr>
              <a:t> </a:t>
            </a:r>
            <a:r>
              <a:rPr lang="en-US" sz="1800" dirty="0" err="1">
                <a:solidFill>
                  <a:srgbClr val="C00000"/>
                </a:solidFill>
                <a:latin typeface="Calibri" pitchFamily="34" charset="0"/>
                <a:ea typeface="Calibri" pitchFamily="34" charset="-122"/>
                <a:cs typeface="Calibri" pitchFamily="34" charset="-120"/>
              </a:rPr>
              <a:t>requisiti</a:t>
            </a:r>
            <a:r>
              <a:rPr lang="en-US" sz="1800" dirty="0">
                <a:solidFill>
                  <a:srgbClr val="C00000"/>
                </a:solidFill>
                <a:latin typeface="Calibri" pitchFamily="34" charset="0"/>
                <a:ea typeface="Calibri" pitchFamily="34" charset="-122"/>
                <a:cs typeface="Calibri" pitchFamily="34" charset="-120"/>
              </a:rPr>
              <a:t>.</a:t>
            </a:r>
            <a:endParaRPr lang="en-US" sz="1800" dirty="0">
              <a:solidFill>
                <a:srgbClr val="C00000"/>
              </a:solidFill>
            </a:endParaRPr>
          </a:p>
          <a:p>
            <a:pPr marL="0" indent="0" algn="ctr">
              <a:buNone/>
            </a:pPr>
            <a:r>
              <a:rPr lang="en-US" sz="1800" dirty="0">
                <a:solidFill>
                  <a:srgbClr val="C00000"/>
                </a:solidFill>
                <a:latin typeface="Calibri" pitchFamily="34" charset="0"/>
                <a:ea typeface="Calibri" pitchFamily="34" charset="-122"/>
                <a:cs typeface="Calibri" pitchFamily="34" charset="-120"/>
              </a:rPr>
              <a:t>Una analogia: come il cloud ha </a:t>
            </a:r>
            <a:r>
              <a:rPr lang="en-US" sz="1800" dirty="0" err="1">
                <a:solidFill>
                  <a:srgbClr val="C00000"/>
                </a:solidFill>
                <a:latin typeface="Calibri" pitchFamily="34" charset="0"/>
                <a:ea typeface="Calibri" pitchFamily="34" charset="-122"/>
                <a:cs typeface="Calibri" pitchFamily="34" charset="-120"/>
              </a:rPr>
              <a:t>messo</a:t>
            </a:r>
            <a:r>
              <a:rPr lang="en-US" sz="1800" dirty="0">
                <a:solidFill>
                  <a:srgbClr val="C00000"/>
                </a:solidFill>
                <a:latin typeface="Calibri" pitchFamily="34" charset="0"/>
                <a:ea typeface="Calibri" pitchFamily="34" charset="-122"/>
                <a:cs typeface="Calibri" pitchFamily="34" charset="-120"/>
              </a:rPr>
              <a:t> in </a:t>
            </a:r>
            <a:r>
              <a:rPr lang="en-US" sz="1800" dirty="0" err="1">
                <a:solidFill>
                  <a:srgbClr val="C00000"/>
                </a:solidFill>
                <a:latin typeface="Calibri" pitchFamily="34" charset="0"/>
                <a:ea typeface="Calibri" pitchFamily="34" charset="-122"/>
                <a:cs typeface="Calibri" pitchFamily="34" charset="-120"/>
              </a:rPr>
              <a:t>evidenza</a:t>
            </a:r>
            <a:r>
              <a:rPr lang="en-US" sz="1800" dirty="0">
                <a:solidFill>
                  <a:srgbClr val="C00000"/>
                </a:solidFill>
                <a:latin typeface="Calibri" pitchFamily="34" charset="0"/>
                <a:ea typeface="Calibri" pitchFamily="34" charset="-122"/>
                <a:cs typeface="Calibri" pitchFamily="34" charset="-120"/>
              </a:rPr>
              <a:t> </a:t>
            </a:r>
            <a:r>
              <a:rPr lang="en-US" sz="1800" dirty="0" err="1">
                <a:solidFill>
                  <a:srgbClr val="C00000"/>
                </a:solidFill>
                <a:latin typeface="Calibri" pitchFamily="34" charset="0"/>
                <a:ea typeface="Calibri" pitchFamily="34" charset="-122"/>
                <a:cs typeface="Calibri" pitchFamily="34" charset="-120"/>
              </a:rPr>
              <a:t>i</a:t>
            </a:r>
            <a:r>
              <a:rPr lang="en-US" sz="1800" dirty="0">
                <a:solidFill>
                  <a:srgbClr val="C00000"/>
                </a:solidFill>
                <a:latin typeface="Calibri" pitchFamily="34" charset="0"/>
                <a:ea typeface="Calibri" pitchFamily="34" charset="-122"/>
                <a:cs typeface="Calibri" pitchFamily="34" charset="-120"/>
              </a:rPr>
              <a:t> </a:t>
            </a:r>
            <a:r>
              <a:rPr lang="en-US" sz="1800" dirty="0" err="1">
                <a:solidFill>
                  <a:srgbClr val="C00000"/>
                </a:solidFill>
                <a:latin typeface="Calibri" pitchFamily="34" charset="0"/>
                <a:ea typeface="Calibri" pitchFamily="34" charset="-122"/>
                <a:cs typeface="Calibri" pitchFamily="34" charset="-120"/>
              </a:rPr>
              <a:t>costi</a:t>
            </a:r>
            <a:r>
              <a:rPr lang="en-US" sz="1800" dirty="0">
                <a:solidFill>
                  <a:srgbClr val="C00000"/>
                </a:solidFill>
                <a:latin typeface="Calibri" pitchFamily="34" charset="0"/>
                <a:ea typeface="Calibri" pitchFamily="34" charset="-122"/>
                <a:cs typeface="Calibri" pitchFamily="34" charset="-120"/>
              </a:rPr>
              <a:t> </a:t>
            </a:r>
            <a:r>
              <a:rPr lang="en-US" sz="1800" dirty="0" err="1">
                <a:solidFill>
                  <a:srgbClr val="C00000"/>
                </a:solidFill>
                <a:latin typeface="Calibri" pitchFamily="34" charset="0"/>
                <a:ea typeface="Calibri" pitchFamily="34" charset="-122"/>
                <a:cs typeface="Calibri" pitchFamily="34" charset="-120"/>
              </a:rPr>
              <a:t>nascosti</a:t>
            </a:r>
            <a:r>
              <a:rPr lang="en-US" sz="1800" dirty="0">
                <a:solidFill>
                  <a:srgbClr val="C00000"/>
                </a:solidFill>
                <a:latin typeface="Calibri" pitchFamily="34" charset="0"/>
                <a:ea typeface="Calibri" pitchFamily="34" charset="-122"/>
                <a:cs typeface="Calibri" pitchFamily="34" charset="-120"/>
              </a:rPr>
              <a:t>.</a:t>
            </a:r>
            <a:endParaRPr lang="en-US" sz="1800" dirty="0">
              <a:solidFill>
                <a:srgbClr val="C00000"/>
              </a:solidFill>
            </a:endParaRPr>
          </a:p>
        </p:txBody>
      </p:sp>
      <p:grpSp>
        <p:nvGrpSpPr>
          <p:cNvPr id="15" name="Group 14">
            <a:extLst>
              <a:ext uri="{FF2B5EF4-FFF2-40B4-BE49-F238E27FC236}">
                <a16:creationId xmlns:a16="http://schemas.microsoft.com/office/drawing/2014/main" id="{672B4ADB-D70B-8934-990D-0EAF45C2E246}"/>
              </a:ext>
            </a:extLst>
          </p:cNvPr>
          <p:cNvGrpSpPr/>
          <p:nvPr/>
        </p:nvGrpSpPr>
        <p:grpSpPr>
          <a:xfrm>
            <a:off x="1169043" y="2367281"/>
            <a:ext cx="4627963" cy="1371600"/>
            <a:chOff x="1169043" y="1706880"/>
            <a:chExt cx="4627963" cy="1371600"/>
          </a:xfrm>
        </p:grpSpPr>
        <p:sp>
          <p:nvSpPr>
            <p:cNvPr id="11" name="Shape 2">
              <a:extLst>
                <a:ext uri="{FF2B5EF4-FFF2-40B4-BE49-F238E27FC236}">
                  <a16:creationId xmlns:a16="http://schemas.microsoft.com/office/drawing/2014/main" id="{76D1A792-D74F-E173-8042-67A4579116F1}"/>
                </a:ext>
              </a:extLst>
            </p:cNvPr>
            <p:cNvSpPr/>
            <p:nvPr/>
          </p:nvSpPr>
          <p:spPr>
            <a:xfrm>
              <a:off x="1169043" y="1706880"/>
              <a:ext cx="4627963" cy="1371600"/>
            </a:xfrm>
            <a:prstGeom prst="rect">
              <a:avLst/>
            </a:prstGeom>
            <a:solidFill>
              <a:srgbClr val="293D4D"/>
            </a:solidFill>
            <a:ln w="12700">
              <a:noFill/>
              <a:prstDash val="solid"/>
            </a:ln>
          </p:spPr>
          <p:txBody>
            <a:bodyPr/>
            <a:lstStyle/>
            <a:p>
              <a:endParaRPr lang="it-IT"/>
            </a:p>
          </p:txBody>
        </p:sp>
        <p:sp>
          <p:nvSpPr>
            <p:cNvPr id="12" name="Text 3">
              <a:extLst>
                <a:ext uri="{FF2B5EF4-FFF2-40B4-BE49-F238E27FC236}">
                  <a16:creationId xmlns:a16="http://schemas.microsoft.com/office/drawing/2014/main" id="{BE49833B-4F89-E292-3E77-F28AFE6246C7}"/>
                </a:ext>
              </a:extLst>
            </p:cNvPr>
            <p:cNvSpPr/>
            <p:nvPr/>
          </p:nvSpPr>
          <p:spPr>
            <a:xfrm>
              <a:off x="1354764" y="1752600"/>
              <a:ext cx="4305082" cy="1280160"/>
            </a:xfrm>
            <a:prstGeom prst="rect">
              <a:avLst/>
            </a:prstGeom>
            <a:noFill/>
            <a:ln>
              <a:noFill/>
            </a:ln>
          </p:spPr>
          <p:txBody>
            <a:bodyPr wrap="square" rtlCol="0" anchor="ctr"/>
            <a:lstStyle/>
            <a:p>
              <a:pPr marL="0" indent="0">
                <a:buNone/>
              </a:pPr>
              <a:r>
                <a:rPr lang="en-US" sz="1600" dirty="0">
                  <a:solidFill>
                    <a:srgbClr val="C38F89"/>
                  </a:solidFill>
                  <a:latin typeface="Calibri" pitchFamily="34" charset="0"/>
                  <a:ea typeface="Calibri" pitchFamily="34" charset="-122"/>
                  <a:cs typeface="Calibri" pitchFamily="34" charset="-120"/>
                </a:rPr>
                <a:t>I prompt </a:t>
              </a:r>
              <a:r>
                <a:rPr lang="en-US" sz="1600" dirty="0" err="1">
                  <a:solidFill>
                    <a:srgbClr val="C38F89"/>
                  </a:solidFill>
                  <a:latin typeface="Calibri" pitchFamily="34" charset="0"/>
                  <a:ea typeface="Calibri" pitchFamily="34" charset="-122"/>
                  <a:cs typeface="Calibri" pitchFamily="34" charset="-120"/>
                </a:rPr>
                <a:t>sono</a:t>
              </a:r>
              <a:r>
                <a:rPr lang="en-US" sz="1600" dirty="0">
                  <a:solidFill>
                    <a:srgbClr val="C38F89"/>
                  </a:solidFill>
                  <a:latin typeface="Calibri" pitchFamily="34" charset="0"/>
                  <a:ea typeface="Calibri" pitchFamily="34" charset="-122"/>
                  <a:cs typeface="Calibri" pitchFamily="34" charset="-120"/>
                </a:rPr>
                <a:t> </a:t>
              </a:r>
              <a:r>
                <a:rPr lang="en-US" sz="1600" dirty="0" err="1">
                  <a:solidFill>
                    <a:srgbClr val="C38F89"/>
                  </a:solidFill>
                  <a:latin typeface="Calibri" pitchFamily="34" charset="0"/>
                  <a:ea typeface="Calibri" pitchFamily="34" charset="-122"/>
                  <a:cs typeface="Calibri" pitchFamily="34" charset="-120"/>
                </a:rPr>
                <a:t>sostanzialmente</a:t>
              </a:r>
              <a:r>
                <a:rPr lang="en-US" sz="1600" dirty="0">
                  <a:solidFill>
                    <a:srgbClr val="C38F89"/>
                  </a:solidFill>
                  <a:latin typeface="Calibri" pitchFamily="34" charset="0"/>
                  <a:ea typeface="Calibri" pitchFamily="34" charset="-122"/>
                  <a:cs typeface="Calibri" pitchFamily="34" charset="-120"/>
                </a:rPr>
                <a:t> </a:t>
              </a:r>
              <a:r>
                <a:rPr lang="en-US" sz="1600" dirty="0" err="1">
                  <a:solidFill>
                    <a:srgbClr val="C38F89"/>
                  </a:solidFill>
                  <a:latin typeface="Calibri" pitchFamily="34" charset="0"/>
                  <a:ea typeface="Calibri" pitchFamily="34" charset="-122"/>
                  <a:cs typeface="Calibri" pitchFamily="34" charset="-120"/>
                </a:rPr>
                <a:t>una</a:t>
              </a:r>
              <a:r>
                <a:rPr lang="en-US" sz="1600" dirty="0">
                  <a:solidFill>
                    <a:srgbClr val="C38F89"/>
                  </a:solidFill>
                  <a:latin typeface="Calibri" pitchFamily="34" charset="0"/>
                  <a:ea typeface="Calibri" pitchFamily="34" charset="-122"/>
                  <a:cs typeface="Calibri" pitchFamily="34" charset="-120"/>
                </a:rPr>
                <a:t> forma di </a:t>
              </a:r>
              <a:r>
                <a:rPr lang="en-US" sz="1600" dirty="0" err="1">
                  <a:solidFill>
                    <a:srgbClr val="C38F89"/>
                  </a:solidFill>
                  <a:latin typeface="Calibri" pitchFamily="34" charset="0"/>
                  <a:ea typeface="Calibri" pitchFamily="34" charset="-122"/>
                  <a:cs typeface="Calibri" pitchFamily="34" charset="-120"/>
                </a:rPr>
                <a:t>definizione</a:t>
              </a:r>
              <a:r>
                <a:rPr lang="en-US" sz="1600" dirty="0">
                  <a:solidFill>
                    <a:srgbClr val="C38F89"/>
                  </a:solidFill>
                  <a:latin typeface="Calibri" pitchFamily="34" charset="0"/>
                  <a:ea typeface="Calibri" pitchFamily="34" charset="-122"/>
                  <a:cs typeface="Calibri" pitchFamily="34" charset="-120"/>
                </a:rPr>
                <a:t> dei requisiti. </a:t>
              </a:r>
              <a:br>
                <a:rPr lang="en-US" sz="1600" dirty="0">
                  <a:solidFill>
                    <a:srgbClr val="C38F89"/>
                  </a:solidFill>
                  <a:latin typeface="Calibri" pitchFamily="34" charset="0"/>
                  <a:ea typeface="Calibri" pitchFamily="34" charset="-122"/>
                  <a:cs typeface="Calibri" pitchFamily="34" charset="-120"/>
                </a:rPr>
              </a:br>
              <a:r>
                <a:rPr lang="en-US" sz="1600" dirty="0">
                  <a:solidFill>
                    <a:srgbClr val="C38F89"/>
                  </a:solidFill>
                  <a:latin typeface="Calibri" pitchFamily="34" charset="0"/>
                  <a:ea typeface="Calibri" pitchFamily="34" charset="-122"/>
                  <a:cs typeface="Calibri" pitchFamily="34" charset="-120"/>
                </a:rPr>
                <a:t>Come siamo </a:t>
              </a:r>
              <a:r>
                <a:rPr lang="en-US" sz="1600" dirty="0" err="1">
                  <a:solidFill>
                    <a:srgbClr val="C38F89"/>
                  </a:solidFill>
                  <a:latin typeface="Calibri" pitchFamily="34" charset="0"/>
                  <a:ea typeface="Calibri" pitchFamily="34" charset="-122"/>
                  <a:cs typeface="Calibri" pitchFamily="34" charset="-120"/>
                </a:rPr>
                <a:t>manchevoli</a:t>
              </a:r>
              <a:r>
                <a:rPr lang="en-US" sz="1600" dirty="0">
                  <a:solidFill>
                    <a:srgbClr val="C38F89"/>
                  </a:solidFill>
                  <a:latin typeface="Calibri" pitchFamily="34" charset="0"/>
                  <a:ea typeface="Calibri" pitchFamily="34" charset="-122"/>
                  <a:cs typeface="Calibri" pitchFamily="34" charset="-120"/>
                </a:rPr>
                <a:t> di </a:t>
              </a:r>
              <a:r>
                <a:rPr lang="en-US" sz="1600" dirty="0" err="1">
                  <a:solidFill>
                    <a:srgbClr val="C38F89"/>
                  </a:solidFill>
                  <a:latin typeface="Calibri" pitchFamily="34" charset="0"/>
                  <a:ea typeface="Calibri" pitchFamily="34" charset="-122"/>
                  <a:cs typeface="Calibri" pitchFamily="34" charset="-120"/>
                </a:rPr>
                <a:t>requisiti</a:t>
              </a:r>
              <a:r>
                <a:rPr lang="en-US" sz="1600" dirty="0">
                  <a:solidFill>
                    <a:srgbClr val="C38F89"/>
                  </a:solidFill>
                  <a:latin typeface="Calibri" pitchFamily="34" charset="0"/>
                  <a:ea typeface="Calibri" pitchFamily="34" charset="-122"/>
                  <a:cs typeface="Calibri" pitchFamily="34" charset="-120"/>
                </a:rPr>
                <a:t> </a:t>
              </a:r>
              <a:r>
                <a:rPr lang="en-US" sz="1600" dirty="0" err="1">
                  <a:solidFill>
                    <a:srgbClr val="C38F89"/>
                  </a:solidFill>
                  <a:latin typeface="Calibri" pitchFamily="34" charset="0"/>
                  <a:ea typeface="Calibri" pitchFamily="34" charset="-122"/>
                  <a:cs typeface="Calibri" pitchFamily="34" charset="-120"/>
                </a:rPr>
                <a:t>nei</a:t>
              </a:r>
              <a:r>
                <a:rPr lang="en-US" sz="1600" dirty="0">
                  <a:solidFill>
                    <a:srgbClr val="C38F89"/>
                  </a:solidFill>
                  <a:latin typeface="Calibri" pitchFamily="34" charset="0"/>
                  <a:ea typeface="Calibri" pitchFamily="34" charset="-122"/>
                  <a:cs typeface="Calibri" pitchFamily="34" charset="-120"/>
                </a:rPr>
                <a:t> progetti, così siamo manchevoli nei confronti della GenAI.</a:t>
              </a:r>
              <a:endParaRPr lang="en-US" sz="1600" dirty="0">
                <a:solidFill>
                  <a:srgbClr val="C38F89"/>
                </a:solidFill>
              </a:endParaRPr>
            </a:p>
          </p:txBody>
        </p:sp>
      </p:grpSp>
      <p:grpSp>
        <p:nvGrpSpPr>
          <p:cNvPr id="16" name="Group 15">
            <a:extLst>
              <a:ext uri="{FF2B5EF4-FFF2-40B4-BE49-F238E27FC236}">
                <a16:creationId xmlns:a16="http://schemas.microsoft.com/office/drawing/2014/main" id="{2F510AD4-674A-7393-6E03-B4D5839F3D54}"/>
              </a:ext>
            </a:extLst>
          </p:cNvPr>
          <p:cNvGrpSpPr/>
          <p:nvPr/>
        </p:nvGrpSpPr>
        <p:grpSpPr>
          <a:xfrm>
            <a:off x="6162766" y="2367281"/>
            <a:ext cx="5006804" cy="1371600"/>
            <a:chOff x="6162766" y="1706880"/>
            <a:chExt cx="5006804" cy="1371600"/>
          </a:xfrm>
        </p:grpSpPr>
        <p:sp>
          <p:nvSpPr>
            <p:cNvPr id="13" name="Shape 4">
              <a:extLst>
                <a:ext uri="{FF2B5EF4-FFF2-40B4-BE49-F238E27FC236}">
                  <a16:creationId xmlns:a16="http://schemas.microsoft.com/office/drawing/2014/main" id="{1A1FEBFE-9561-51CB-193B-C80492EF0847}"/>
                </a:ext>
              </a:extLst>
            </p:cNvPr>
            <p:cNvSpPr/>
            <p:nvPr/>
          </p:nvSpPr>
          <p:spPr>
            <a:xfrm>
              <a:off x="6162766" y="1706880"/>
              <a:ext cx="5006804" cy="1371600"/>
            </a:xfrm>
            <a:prstGeom prst="rect">
              <a:avLst/>
            </a:prstGeom>
            <a:solidFill>
              <a:srgbClr val="293D4D"/>
            </a:solidFill>
            <a:ln w="12700">
              <a:noFill/>
              <a:prstDash val="solid"/>
            </a:ln>
          </p:spPr>
          <p:txBody>
            <a:bodyPr/>
            <a:lstStyle/>
            <a:p>
              <a:endParaRPr lang="it-IT"/>
            </a:p>
          </p:txBody>
        </p:sp>
        <p:sp>
          <p:nvSpPr>
            <p:cNvPr id="14" name="Text 5">
              <a:extLst>
                <a:ext uri="{FF2B5EF4-FFF2-40B4-BE49-F238E27FC236}">
                  <a16:creationId xmlns:a16="http://schemas.microsoft.com/office/drawing/2014/main" id="{414557E1-8826-6270-8CA7-78D00095562B}"/>
                </a:ext>
              </a:extLst>
            </p:cNvPr>
            <p:cNvSpPr/>
            <p:nvPr/>
          </p:nvSpPr>
          <p:spPr>
            <a:xfrm>
              <a:off x="6299926" y="1752600"/>
              <a:ext cx="4657492" cy="1280160"/>
            </a:xfrm>
            <a:prstGeom prst="rect">
              <a:avLst/>
            </a:prstGeom>
            <a:noFill/>
            <a:ln>
              <a:noFill/>
            </a:ln>
          </p:spPr>
          <p:txBody>
            <a:bodyPr wrap="square" rtlCol="0" anchor="ctr"/>
            <a:lstStyle/>
            <a:p>
              <a:r>
                <a:rPr lang="en-US" sz="1600" i="1" dirty="0">
                  <a:solidFill>
                    <a:srgbClr val="E37F29"/>
                  </a:solidFill>
                  <a:latin typeface="Calibri" pitchFamily="34" charset="0"/>
                  <a:ea typeface="Calibri" pitchFamily="34" charset="-122"/>
                  <a:cs typeface="Calibri" pitchFamily="34" charset="-120"/>
                </a:rPr>
                <a:t>Se </a:t>
              </a:r>
              <a:r>
                <a:rPr lang="en-US" sz="1600" i="1" dirty="0" err="1">
                  <a:solidFill>
                    <a:srgbClr val="E37F29"/>
                  </a:solidFill>
                  <a:latin typeface="Calibri" pitchFamily="34" charset="0"/>
                  <a:ea typeface="Calibri" pitchFamily="34" charset="-122"/>
                  <a:cs typeface="Calibri" pitchFamily="34" charset="-120"/>
                </a:rPr>
                <a:t>sono</a:t>
              </a:r>
              <a:r>
                <a:rPr lang="en-US" sz="1600" i="1" dirty="0">
                  <a:solidFill>
                    <a:srgbClr val="E37F29"/>
                  </a:solidFill>
                  <a:latin typeface="Calibri" pitchFamily="34" charset="0"/>
                  <a:ea typeface="Calibri" pitchFamily="34" charset="-122"/>
                  <a:cs typeface="Calibri" pitchFamily="34" charset="-120"/>
                </a:rPr>
                <a:t> </a:t>
              </a:r>
              <a:r>
                <a:rPr lang="en-US" sz="1600" i="1" dirty="0" err="1">
                  <a:solidFill>
                    <a:srgbClr val="E37F29"/>
                  </a:solidFill>
                  <a:latin typeface="Calibri" pitchFamily="34" charset="0"/>
                  <a:ea typeface="Calibri" pitchFamily="34" charset="-122"/>
                  <a:cs typeface="Calibri" pitchFamily="34" charset="-120"/>
                </a:rPr>
                <a:t>pigro</a:t>
              </a:r>
              <a:r>
                <a:rPr lang="en-US" sz="1600" i="1" dirty="0">
                  <a:solidFill>
                    <a:srgbClr val="E37F29"/>
                  </a:solidFill>
                  <a:latin typeface="Calibri" pitchFamily="34" charset="0"/>
                  <a:ea typeface="Calibri" pitchFamily="34" charset="-122"/>
                  <a:cs typeface="Calibri" pitchFamily="34" charset="-120"/>
                </a:rPr>
                <a:t> a non </a:t>
              </a:r>
              <a:r>
                <a:rPr lang="en-US" sz="1600" i="1" dirty="0" err="1">
                  <a:solidFill>
                    <a:srgbClr val="E37F29"/>
                  </a:solidFill>
                  <a:latin typeface="Calibri" pitchFamily="34" charset="0"/>
                  <a:ea typeface="Calibri" pitchFamily="34" charset="-122"/>
                  <a:cs typeface="Calibri" pitchFamily="34" charset="-120"/>
                </a:rPr>
                <a:t>controllare</a:t>
              </a:r>
              <a:r>
                <a:rPr lang="en-US" sz="1600" i="1" dirty="0">
                  <a:solidFill>
                    <a:srgbClr val="E37F29"/>
                  </a:solidFill>
                  <a:latin typeface="Calibri" pitchFamily="34" charset="0"/>
                  <a:ea typeface="Calibri" pitchFamily="34" charset="-122"/>
                  <a:cs typeface="Calibri" pitchFamily="34" charset="-120"/>
                </a:rPr>
                <a:t> </a:t>
              </a:r>
              <a:r>
                <a:rPr lang="en-US" sz="1600" i="1" dirty="0" err="1">
                  <a:solidFill>
                    <a:srgbClr val="E37F29"/>
                  </a:solidFill>
                  <a:latin typeface="Calibri" pitchFamily="34" charset="0"/>
                  <a:ea typeface="Calibri" pitchFamily="34" charset="-122"/>
                  <a:cs typeface="Calibri" pitchFamily="34" charset="-120"/>
                </a:rPr>
                <a:t>riga</a:t>
              </a:r>
              <a:r>
                <a:rPr lang="en-US" sz="1600" i="1" dirty="0">
                  <a:solidFill>
                    <a:srgbClr val="E37F29"/>
                  </a:solidFill>
                  <a:latin typeface="Calibri" pitchFamily="34" charset="0"/>
                  <a:ea typeface="Calibri" pitchFamily="34" charset="-122"/>
                  <a:cs typeface="Calibri" pitchFamily="34" charset="-120"/>
                </a:rPr>
                <a:t> per </a:t>
              </a:r>
              <a:r>
                <a:rPr lang="en-US" sz="1600" i="1" dirty="0" err="1">
                  <a:solidFill>
                    <a:srgbClr val="E37F29"/>
                  </a:solidFill>
                  <a:latin typeface="Calibri" pitchFamily="34" charset="0"/>
                  <a:ea typeface="Calibri" pitchFamily="34" charset="-122"/>
                  <a:cs typeface="Calibri" pitchFamily="34" charset="-120"/>
                </a:rPr>
                <a:t>riga</a:t>
              </a:r>
              <a:r>
                <a:rPr lang="en-US" sz="1600" i="1" dirty="0">
                  <a:solidFill>
                    <a:srgbClr val="E37F29"/>
                  </a:solidFill>
                  <a:latin typeface="Calibri" pitchFamily="34" charset="0"/>
                  <a:ea typeface="Calibri" pitchFamily="34" charset="-122"/>
                  <a:cs typeface="Calibri" pitchFamily="34" charset="-120"/>
                </a:rPr>
                <a:t> </a:t>
              </a:r>
              <a:r>
                <a:rPr lang="en-US" sz="1600" i="1" dirty="0" err="1">
                  <a:solidFill>
                    <a:srgbClr val="E37F29"/>
                  </a:solidFill>
                  <a:latin typeface="Calibri" pitchFamily="34" charset="0"/>
                  <a:ea typeface="Calibri" pitchFamily="34" charset="-122"/>
                  <a:cs typeface="Calibri" pitchFamily="34" charset="-120"/>
                </a:rPr>
                <a:t>quello</a:t>
              </a:r>
              <a:r>
                <a:rPr lang="en-US" sz="1600" i="1" dirty="0">
                  <a:solidFill>
                    <a:srgbClr val="E37F29"/>
                  </a:solidFill>
                  <a:latin typeface="Calibri" pitchFamily="34" charset="0"/>
                  <a:ea typeface="Calibri" pitchFamily="34" charset="-122"/>
                  <a:cs typeface="Calibri" pitchFamily="34" charset="-120"/>
                </a:rPr>
                <a:t> </a:t>
              </a:r>
              <a:r>
                <a:rPr lang="en-US" sz="1600" i="1" dirty="0" err="1">
                  <a:solidFill>
                    <a:srgbClr val="E37F29"/>
                  </a:solidFill>
                  <a:latin typeface="Calibri" pitchFamily="34" charset="0"/>
                  <a:ea typeface="Calibri" pitchFamily="34" charset="-122"/>
                  <a:cs typeface="Calibri" pitchFamily="34" charset="-120"/>
                </a:rPr>
                <a:t>che</a:t>
              </a:r>
              <a:r>
                <a:rPr lang="en-US" sz="1600" i="1" dirty="0">
                  <a:solidFill>
                    <a:srgbClr val="E37F29"/>
                  </a:solidFill>
                  <a:latin typeface="Calibri" pitchFamily="34" charset="0"/>
                  <a:ea typeface="Calibri" pitchFamily="34" charset="-122"/>
                  <a:cs typeface="Calibri" pitchFamily="34" charset="-120"/>
                </a:rPr>
                <a:t> ha </a:t>
              </a:r>
              <a:r>
                <a:rPr lang="en-US" sz="1600" i="1" dirty="0" err="1">
                  <a:solidFill>
                    <a:srgbClr val="E37F29"/>
                  </a:solidFill>
                  <a:latin typeface="Calibri" pitchFamily="34" charset="0"/>
                  <a:ea typeface="Calibri" pitchFamily="34" charset="-122"/>
                  <a:cs typeface="Calibri" pitchFamily="34" charset="-120"/>
                </a:rPr>
                <a:t>fatto</a:t>
              </a:r>
              <a:r>
                <a:rPr lang="en-US" sz="1600" i="1" dirty="0">
                  <a:solidFill>
                    <a:srgbClr val="E37F29"/>
                  </a:solidFill>
                  <a:latin typeface="Calibri" pitchFamily="34" charset="0"/>
                  <a:ea typeface="Calibri" pitchFamily="34" charset="-122"/>
                  <a:cs typeface="Calibri" pitchFamily="34" charset="-120"/>
                </a:rPr>
                <a:t>, è </a:t>
              </a:r>
              <a:r>
                <a:rPr lang="en-US" sz="1600" i="1" dirty="0" err="1">
                  <a:solidFill>
                    <a:srgbClr val="E37F29"/>
                  </a:solidFill>
                  <a:latin typeface="Calibri" pitchFamily="34" charset="0"/>
                  <a:ea typeface="Calibri" pitchFamily="34" charset="-122"/>
                  <a:cs typeface="Calibri" pitchFamily="34" charset="-120"/>
                </a:rPr>
                <a:t>una</a:t>
              </a:r>
              <a:r>
                <a:rPr lang="en-US" sz="1600" i="1" dirty="0">
                  <a:solidFill>
                    <a:srgbClr val="E37F29"/>
                  </a:solidFill>
                  <a:latin typeface="Calibri" pitchFamily="34" charset="0"/>
                  <a:ea typeface="Calibri" pitchFamily="34" charset="-122"/>
                  <a:cs typeface="Calibri" pitchFamily="34" charset="-120"/>
                </a:rPr>
                <a:t> </a:t>
              </a:r>
              <a:r>
                <a:rPr lang="en-US" sz="1600" i="1" dirty="0" err="1">
                  <a:solidFill>
                    <a:srgbClr val="E37F29"/>
                  </a:solidFill>
                  <a:latin typeface="Calibri" pitchFamily="34" charset="0"/>
                  <a:ea typeface="Calibri" pitchFamily="34" charset="-122"/>
                  <a:cs typeface="Calibri" pitchFamily="34" charset="-120"/>
                </a:rPr>
                <a:t>responsabilità</a:t>
              </a:r>
              <a:r>
                <a:rPr lang="en-US" sz="1600" i="1" dirty="0">
                  <a:solidFill>
                    <a:srgbClr val="E37F29"/>
                  </a:solidFill>
                  <a:latin typeface="Calibri" pitchFamily="34" charset="0"/>
                  <a:ea typeface="Calibri" pitchFamily="34" charset="-122"/>
                  <a:cs typeface="Calibri" pitchFamily="34" charset="-120"/>
                </a:rPr>
                <a:t> mia.</a:t>
              </a:r>
              <a:endParaRPr lang="en-US" sz="1600" dirty="0">
                <a:solidFill>
                  <a:srgbClr val="E37F29"/>
                </a:solidFill>
              </a:endParaRPr>
            </a:p>
          </p:txBody>
        </p:sp>
      </p:grpSp>
    </p:spTree>
    <p:extLst>
      <p:ext uri="{BB962C8B-B14F-4D97-AF65-F5344CB8AC3E}">
        <p14:creationId xmlns:p14="http://schemas.microsoft.com/office/powerpoint/2010/main" val="412786191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0" end="0"/>
                                            </p:txEl>
                                          </p:spTgt>
                                        </p:tgtEl>
                                        <p:attrNameLst>
                                          <p:attrName>ppt_c</p:attrName>
                                        </p:attrNameLst>
                                      </p:cBhvr>
                                      <p:to>
                                        <a:schemeClr val="tx1"/>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1" end="1"/>
                                            </p:txEl>
                                          </p:spTgt>
                                        </p:tgtEl>
                                        <p:attrNameLst>
                                          <p:attrName>ppt_c</p:attrName>
                                        </p:attrNameLst>
                                      </p:cBhvr>
                                      <p:to>
                                        <a:schemeClr val="tx1"/>
                                      </p:to>
                                    </p:animClr>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2" end="2"/>
                                            </p:txEl>
                                          </p:spTgt>
                                        </p:tgtEl>
                                        <p:attrNameLst>
                                          <p:attrName>ppt_c</p:attrName>
                                        </p:attrNameLst>
                                      </p:cBhvr>
                                      <p:to>
                                        <a:schemeClr val="tx1"/>
                                      </p:to>
                                    </p:animClr>
                                  </p:sub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3" end="3"/>
                                            </p:txEl>
                                          </p:spTgt>
                                        </p:tgtEl>
                                        <p:attrNameLst>
                                          <p:attrName>ppt_c</p:attrName>
                                        </p:attrNameLst>
                                      </p:cBhvr>
                                      <p:to>
                                        <a:schemeClr val="tx1"/>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4B5E2-F962-22EF-A562-A3B3AF44C73C}"/>
              </a:ext>
            </a:extLst>
          </p:cNvPr>
          <p:cNvSpPr>
            <a:spLocks noGrp="1"/>
          </p:cNvSpPr>
          <p:nvPr>
            <p:ph type="title"/>
          </p:nvPr>
        </p:nvSpPr>
        <p:spPr>
          <a:xfrm>
            <a:off x="838200" y="365125"/>
            <a:ext cx="10515600" cy="1325563"/>
          </a:xfrm>
        </p:spPr>
        <p:txBody>
          <a:bodyPr>
            <a:normAutofit fontScale="90000"/>
          </a:bodyPr>
          <a:lstStyle/>
          <a:p>
            <a:r>
              <a:rPr lang="en-US" dirty="0" err="1"/>
              <a:t>Qualità</a:t>
            </a:r>
            <a:r>
              <a:rPr lang="en-US" dirty="0"/>
              <a:t> </a:t>
            </a:r>
            <a:r>
              <a:rPr lang="en-US" dirty="0" err="1"/>
              <a:t>dell’implementazione</a:t>
            </a:r>
            <a:r>
              <a:rPr lang="en-US" dirty="0"/>
              <a:t>: </a:t>
            </a:r>
            <a:r>
              <a:rPr lang="en-US" dirty="0" err="1"/>
              <a:t>contratti</a:t>
            </a:r>
            <a:r>
              <a:rPr lang="en-US" dirty="0"/>
              <a:t> e </a:t>
            </a:r>
            <a:r>
              <a:rPr lang="en-US" dirty="0" err="1"/>
              <a:t>interfacce</a:t>
            </a:r>
            <a:br>
              <a:rPr lang="en-US" dirty="0"/>
            </a:br>
            <a:endParaRPr lang="it-IT" dirty="0"/>
          </a:p>
        </p:txBody>
      </p:sp>
      <p:sp>
        <p:nvSpPr>
          <p:cNvPr id="5" name="Text Placeholder 4">
            <a:extLst>
              <a:ext uri="{FF2B5EF4-FFF2-40B4-BE49-F238E27FC236}">
                <a16:creationId xmlns:a16="http://schemas.microsoft.com/office/drawing/2014/main" id="{B0DC6D21-EC67-9573-7F19-53520F90E2BD}"/>
              </a:ext>
            </a:extLst>
          </p:cNvPr>
          <p:cNvSpPr>
            <a:spLocks noGrp="1"/>
          </p:cNvSpPr>
          <p:nvPr>
            <p:ph idx="1"/>
          </p:nvPr>
        </p:nvSpPr>
        <p:spPr>
          <a:xfrm>
            <a:off x="838200" y="1825625"/>
            <a:ext cx="10515600" cy="4351338"/>
          </a:xfrm>
        </p:spPr>
        <p:txBody>
          <a:bodyPr>
            <a:normAutofit fontScale="77500" lnSpcReduction="20000"/>
          </a:bodyPr>
          <a:lstStyle/>
          <a:p>
            <a:r>
              <a:rPr lang="en-US" dirty="0" err="1"/>
              <a:t>Definire</a:t>
            </a:r>
            <a:r>
              <a:rPr lang="en-US" dirty="0"/>
              <a:t> un </a:t>
            </a:r>
            <a:r>
              <a:rPr lang="en-US" dirty="0" err="1"/>
              <a:t>contratto</a:t>
            </a:r>
            <a:r>
              <a:rPr lang="en-US" dirty="0"/>
              <a:t>, </a:t>
            </a:r>
            <a:r>
              <a:rPr lang="en-US" dirty="0" err="1"/>
              <a:t>ovvero</a:t>
            </a:r>
            <a:r>
              <a:rPr lang="en-US" dirty="0"/>
              <a:t> il </a:t>
            </a:r>
            <a:r>
              <a:rPr lang="en-US" dirty="0" err="1"/>
              <a:t>corretto</a:t>
            </a:r>
            <a:r>
              <a:rPr lang="en-US" dirty="0"/>
              <a:t> (dis)</a:t>
            </a:r>
            <a:r>
              <a:rPr lang="en-US" dirty="0" err="1"/>
              <a:t>accoppiamento</a:t>
            </a:r>
            <a:r>
              <a:rPr lang="en-US" dirty="0"/>
              <a:t> </a:t>
            </a:r>
            <a:r>
              <a:rPr lang="en-US" dirty="0" err="1"/>
              <a:t>tra</a:t>
            </a:r>
            <a:r>
              <a:rPr lang="en-US" dirty="0"/>
              <a:t> </a:t>
            </a:r>
            <a:r>
              <a:rPr lang="en-US" dirty="0" err="1"/>
              <a:t>produttore</a:t>
            </a:r>
            <a:r>
              <a:rPr lang="en-US" dirty="0"/>
              <a:t> e </a:t>
            </a:r>
            <a:r>
              <a:rPr lang="en-US" dirty="0" err="1"/>
              <a:t>consumatore</a:t>
            </a:r>
            <a:endParaRPr lang="en-US" dirty="0"/>
          </a:p>
          <a:p>
            <a:pPr lvl="1"/>
            <a:r>
              <a:rPr lang="en-US" dirty="0" err="1"/>
              <a:t>una</a:t>
            </a:r>
            <a:r>
              <a:rPr lang="en-US" dirty="0"/>
              <a:t> </a:t>
            </a:r>
            <a:r>
              <a:rPr lang="en-US" dirty="0" err="1"/>
              <a:t>interfaccia</a:t>
            </a:r>
            <a:r>
              <a:rPr lang="en-US" dirty="0"/>
              <a:t> in un </a:t>
            </a:r>
            <a:r>
              <a:rPr lang="en-US" dirty="0" err="1"/>
              <a:t>linguaggio</a:t>
            </a:r>
            <a:r>
              <a:rPr lang="en-US" dirty="0"/>
              <a:t> di </a:t>
            </a:r>
            <a:r>
              <a:rPr lang="en-US" dirty="0" err="1"/>
              <a:t>programmazione</a:t>
            </a:r>
            <a:r>
              <a:rPr lang="en-US" dirty="0"/>
              <a:t>, uno schema di </a:t>
            </a:r>
            <a:r>
              <a:rPr lang="en-US" dirty="0" err="1"/>
              <a:t>una</a:t>
            </a:r>
            <a:r>
              <a:rPr lang="en-US" dirty="0"/>
              <a:t> API, uno </a:t>
            </a:r>
            <a:r>
              <a:rPr lang="en-US" dirty="0" err="1"/>
              <a:t>modello</a:t>
            </a:r>
            <a:r>
              <a:rPr lang="en-US" dirty="0"/>
              <a:t> DB in SQL</a:t>
            </a:r>
          </a:p>
          <a:p>
            <a:r>
              <a:rPr lang="en-US" dirty="0" err="1"/>
              <a:t>Definisci</a:t>
            </a:r>
            <a:r>
              <a:rPr lang="en-US" dirty="0"/>
              <a:t> </a:t>
            </a:r>
            <a:r>
              <a:rPr lang="en-US" dirty="0" err="1"/>
              <a:t>interfacce</a:t>
            </a:r>
            <a:r>
              <a:rPr lang="en-US" dirty="0"/>
              <a:t> </a:t>
            </a:r>
            <a:r>
              <a:rPr lang="en-US" dirty="0" err="1"/>
              <a:t>chiare</a:t>
            </a:r>
            <a:r>
              <a:rPr lang="en-US" dirty="0"/>
              <a:t>: la GenAI </a:t>
            </a:r>
            <a:r>
              <a:rPr lang="en-US" dirty="0" err="1"/>
              <a:t>adatta</a:t>
            </a:r>
            <a:r>
              <a:rPr lang="en-US" dirty="0"/>
              <a:t> </a:t>
            </a:r>
            <a:r>
              <a:rPr lang="en-US" dirty="0" err="1"/>
              <a:t>tutto</a:t>
            </a:r>
            <a:r>
              <a:rPr lang="en-US" dirty="0"/>
              <a:t> il </a:t>
            </a:r>
            <a:r>
              <a:rPr lang="en-US" dirty="0" err="1"/>
              <a:t>codice</a:t>
            </a:r>
            <a:r>
              <a:rPr lang="en-US" dirty="0"/>
              <a:t> </a:t>
            </a:r>
            <a:r>
              <a:rPr lang="en-US" dirty="0" err="1"/>
              <a:t>generato</a:t>
            </a:r>
            <a:r>
              <a:rPr lang="en-US" dirty="0"/>
              <a:t> </a:t>
            </a:r>
            <a:r>
              <a:rPr lang="en-US" dirty="0" err="1"/>
              <a:t>automaticamento</a:t>
            </a:r>
            <a:endParaRPr lang="en-US" dirty="0"/>
          </a:p>
          <a:p>
            <a:pPr lvl="1"/>
            <a:r>
              <a:rPr lang="en-US" dirty="0"/>
              <a:t>integra il </a:t>
            </a:r>
            <a:r>
              <a:rPr lang="en-US" dirty="0" err="1"/>
              <a:t>codice</a:t>
            </a:r>
            <a:r>
              <a:rPr lang="en-US" dirty="0"/>
              <a:t> </a:t>
            </a:r>
            <a:r>
              <a:rPr lang="en-US" dirty="0" err="1"/>
              <a:t>scritto</a:t>
            </a:r>
            <a:r>
              <a:rPr lang="en-US" dirty="0"/>
              <a:t> come un requisite alla pari del prompt</a:t>
            </a:r>
          </a:p>
          <a:p>
            <a:r>
              <a:rPr lang="en-US" dirty="0"/>
              <a:t>La GenAI </a:t>
            </a:r>
            <a:r>
              <a:rPr lang="en-US" dirty="0" err="1"/>
              <a:t>determina</a:t>
            </a:r>
            <a:r>
              <a:rPr lang="en-US" dirty="0"/>
              <a:t> </a:t>
            </a:r>
            <a:r>
              <a:rPr lang="en-US" dirty="0" err="1"/>
              <a:t>statisticamente</a:t>
            </a:r>
            <a:r>
              <a:rPr lang="en-US" dirty="0"/>
              <a:t> </a:t>
            </a:r>
            <a:r>
              <a:rPr lang="en-US" dirty="0" err="1"/>
              <a:t>l’insieme</a:t>
            </a:r>
            <a:r>
              <a:rPr lang="en-US" dirty="0"/>
              <a:t> di token di </a:t>
            </a:r>
            <a:r>
              <a:rPr lang="en-US" dirty="0" err="1"/>
              <a:t>risposta</a:t>
            </a:r>
            <a:r>
              <a:rPr lang="en-US" dirty="0"/>
              <a:t>, </a:t>
            </a:r>
            <a:r>
              <a:rPr lang="en-US" dirty="0" err="1"/>
              <a:t>quindi</a:t>
            </a:r>
            <a:r>
              <a:rPr lang="en-US" dirty="0"/>
              <a:t> è </a:t>
            </a:r>
            <a:r>
              <a:rPr lang="en-US" dirty="0" err="1"/>
              <a:t>già</a:t>
            </a:r>
            <a:r>
              <a:rPr lang="en-US" dirty="0"/>
              <a:t> </a:t>
            </a:r>
            <a:r>
              <a:rPr lang="en-US" dirty="0" err="1"/>
              <a:t>nella</a:t>
            </a:r>
            <a:r>
              <a:rPr lang="en-US" dirty="0"/>
              <a:t> </a:t>
            </a:r>
            <a:r>
              <a:rPr lang="en-US" dirty="0" err="1"/>
              <a:t>cultura</a:t>
            </a:r>
            <a:r>
              <a:rPr lang="en-US" dirty="0"/>
              <a:t> del web</a:t>
            </a:r>
          </a:p>
          <a:p>
            <a:pPr lvl="1"/>
            <a:r>
              <a:rPr lang="en-US" dirty="0"/>
              <a:t>Se </a:t>
            </a:r>
            <a:r>
              <a:rPr lang="en-US" dirty="0" err="1"/>
              <a:t>viene</a:t>
            </a:r>
            <a:r>
              <a:rPr lang="en-US" dirty="0"/>
              <a:t> </a:t>
            </a:r>
            <a:r>
              <a:rPr lang="en-US" dirty="0" err="1"/>
              <a:t>specificata</a:t>
            </a:r>
            <a:r>
              <a:rPr lang="en-US" dirty="0"/>
              <a:t> </a:t>
            </a:r>
            <a:r>
              <a:rPr lang="en-US" dirty="0" err="1"/>
              <a:t>una</a:t>
            </a:r>
            <a:r>
              <a:rPr lang="en-US" dirty="0"/>
              <a:t> </a:t>
            </a:r>
            <a:r>
              <a:rPr lang="en-US" dirty="0" err="1"/>
              <a:t>interfaccia</a:t>
            </a:r>
            <a:r>
              <a:rPr lang="en-US" dirty="0"/>
              <a:t>, la GenAI </a:t>
            </a:r>
            <a:r>
              <a:rPr lang="en-US" dirty="0" err="1"/>
              <a:t>adatta</a:t>
            </a:r>
            <a:r>
              <a:rPr lang="en-US" dirty="0"/>
              <a:t> </a:t>
            </a:r>
            <a:r>
              <a:rPr lang="en-US" dirty="0" err="1"/>
              <a:t>tutto</a:t>
            </a:r>
            <a:r>
              <a:rPr lang="en-US" dirty="0"/>
              <a:t> il </a:t>
            </a:r>
            <a:r>
              <a:rPr lang="en-US" dirty="0" err="1"/>
              <a:t>codice</a:t>
            </a:r>
            <a:r>
              <a:rPr lang="en-US" dirty="0"/>
              <a:t> a </a:t>
            </a:r>
            <a:r>
              <a:rPr lang="en-US" dirty="0" err="1"/>
              <a:t>quell'interfaccia</a:t>
            </a:r>
            <a:r>
              <a:rPr lang="en-US" dirty="0"/>
              <a:t> (es. Façade della Gang of Four)</a:t>
            </a:r>
          </a:p>
          <a:p>
            <a:pPr lvl="1"/>
            <a:r>
              <a:rPr lang="en-US" dirty="0" err="1"/>
              <a:t>applicato</a:t>
            </a:r>
            <a:r>
              <a:rPr lang="en-US" dirty="0"/>
              <a:t> </a:t>
            </a:r>
            <a:r>
              <a:rPr lang="en-US" dirty="0" err="1"/>
              <a:t>statisticamente</a:t>
            </a:r>
            <a:r>
              <a:rPr lang="en-US" dirty="0"/>
              <a:t>: la GenAI “</a:t>
            </a:r>
            <a:r>
              <a:rPr lang="en-US" dirty="0" err="1"/>
              <a:t>conosce</a:t>
            </a:r>
            <a:r>
              <a:rPr lang="en-US" dirty="0"/>
              <a:t>” </a:t>
            </a:r>
            <a:r>
              <a:rPr lang="en-US" dirty="0" err="1"/>
              <a:t>i</a:t>
            </a:r>
            <a:r>
              <a:rPr lang="en-US" dirty="0"/>
              <a:t> </a:t>
            </a:r>
            <a:r>
              <a:rPr lang="en-US" dirty="0" err="1"/>
              <a:t>principi</a:t>
            </a:r>
            <a:r>
              <a:rPr lang="en-US" dirty="0"/>
              <a:t> e li </a:t>
            </a:r>
            <a:r>
              <a:rPr lang="en-US" dirty="0" err="1"/>
              <a:t>applica</a:t>
            </a:r>
            <a:r>
              <a:rPr lang="en-US" dirty="0"/>
              <a:t> (es. La Dependency Injection)</a:t>
            </a:r>
          </a:p>
          <a:p>
            <a:r>
              <a:rPr lang="en-US" dirty="0" err="1"/>
              <a:t>Quindi</a:t>
            </a:r>
            <a:r>
              <a:rPr lang="en-US" dirty="0"/>
              <a:t>:</a:t>
            </a:r>
          </a:p>
          <a:p>
            <a:pPr lvl="1"/>
            <a:r>
              <a:rPr lang="en-US" dirty="0"/>
              <a:t>Il developer </a:t>
            </a:r>
            <a:r>
              <a:rPr lang="en-US" dirty="0" err="1"/>
              <a:t>definisce</a:t>
            </a:r>
            <a:r>
              <a:rPr lang="en-US" dirty="0"/>
              <a:t>: </a:t>
            </a:r>
            <a:r>
              <a:rPr lang="en-US" dirty="0" err="1"/>
              <a:t>confini</a:t>
            </a:r>
            <a:r>
              <a:rPr lang="en-US" dirty="0"/>
              <a:t>, </a:t>
            </a:r>
            <a:r>
              <a:rPr lang="en-US" dirty="0" err="1"/>
              <a:t>interfacce</a:t>
            </a:r>
            <a:r>
              <a:rPr lang="en-US" dirty="0"/>
              <a:t>, </a:t>
            </a:r>
            <a:r>
              <a:rPr lang="en-US" dirty="0" err="1"/>
              <a:t>responsabilità</a:t>
            </a:r>
            <a:r>
              <a:rPr lang="en-US" dirty="0"/>
              <a:t>, </a:t>
            </a:r>
            <a:r>
              <a:rPr lang="en-US" dirty="0" err="1"/>
              <a:t>requisiti</a:t>
            </a:r>
            <a:endParaRPr lang="en-US" dirty="0"/>
          </a:p>
          <a:p>
            <a:pPr lvl="1"/>
            <a:r>
              <a:rPr lang="en-US" dirty="0"/>
              <a:t>La GenAI </a:t>
            </a:r>
            <a:r>
              <a:rPr lang="en-US" dirty="0" err="1"/>
              <a:t>esegue</a:t>
            </a:r>
            <a:r>
              <a:rPr lang="en-US" dirty="0"/>
              <a:t> </a:t>
            </a:r>
            <a:r>
              <a:rPr lang="en-US" dirty="0" err="1"/>
              <a:t>implementazione</a:t>
            </a:r>
            <a:r>
              <a:rPr lang="en-US" dirty="0"/>
              <a:t>, boilerplate, </a:t>
            </a:r>
            <a:r>
              <a:rPr lang="en-US" dirty="0" err="1"/>
              <a:t>maschere</a:t>
            </a:r>
            <a:r>
              <a:rPr lang="en-US" dirty="0"/>
              <a:t>, </a:t>
            </a:r>
            <a:r>
              <a:rPr lang="en-US" dirty="0" err="1"/>
              <a:t>adattamenti</a:t>
            </a:r>
            <a:endParaRPr lang="en-US" dirty="0"/>
          </a:p>
          <a:p>
            <a:r>
              <a:rPr lang="en-US" dirty="0" err="1"/>
              <a:t>Capacità</a:t>
            </a:r>
            <a:r>
              <a:rPr lang="en-US" dirty="0"/>
              <a:t> </a:t>
            </a:r>
            <a:r>
              <a:rPr lang="en-US" dirty="0" err="1"/>
              <a:t>esecutiva</a:t>
            </a:r>
            <a:r>
              <a:rPr lang="en-US" dirty="0"/>
              <a:t> della GenAI: </a:t>
            </a:r>
            <a:r>
              <a:rPr lang="en-US" dirty="0" err="1"/>
              <a:t>ordini</a:t>
            </a:r>
            <a:r>
              <a:rPr lang="en-US" dirty="0"/>
              <a:t> di grandezza </a:t>
            </a:r>
            <a:r>
              <a:rPr lang="en-US" dirty="0" err="1"/>
              <a:t>superiore</a:t>
            </a:r>
            <a:r>
              <a:rPr lang="en-US" dirty="0"/>
              <a:t> — ma </a:t>
            </a:r>
            <a:r>
              <a:rPr lang="en-US" dirty="0" err="1"/>
              <a:t>guidata</a:t>
            </a:r>
            <a:r>
              <a:rPr lang="en-US" dirty="0"/>
              <a:t> da </a:t>
            </a:r>
            <a:r>
              <a:rPr lang="en-US" dirty="0" err="1"/>
              <a:t>te</a:t>
            </a:r>
            <a:endParaRPr lang="en-US" dirty="0"/>
          </a:p>
          <a:p>
            <a:endParaRPr lang="it-IT" dirty="0"/>
          </a:p>
        </p:txBody>
      </p:sp>
    </p:spTree>
    <p:extLst>
      <p:ext uri="{BB962C8B-B14F-4D97-AF65-F5344CB8AC3E}">
        <p14:creationId xmlns:p14="http://schemas.microsoft.com/office/powerpoint/2010/main" val="295636323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0" end="0"/>
                                            </p:txEl>
                                          </p:spTgt>
                                        </p:tgtEl>
                                        <p:attrNameLst>
                                          <p:attrName>ppt_c</p:attrName>
                                        </p:attrNameLst>
                                      </p:cBhvr>
                                      <p:to>
                                        <a:schemeClr val="tx1"/>
                                      </p:to>
                                    </p:animClr>
                                  </p:sub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1" end="1"/>
                                            </p:txEl>
                                          </p:spTgt>
                                        </p:tgtEl>
                                        <p:attrNameLst>
                                          <p:attrName>ppt_c</p:attrName>
                                        </p:attrNameLst>
                                      </p:cBhvr>
                                      <p:to>
                                        <a:schemeClr val="tx1"/>
                                      </p:to>
                                    </p:animClr>
                                  </p:sub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2" end="2"/>
                                            </p:txEl>
                                          </p:spTgt>
                                        </p:tgtEl>
                                        <p:attrNameLst>
                                          <p:attrName>ppt_c</p:attrName>
                                        </p:attrNameLst>
                                      </p:cBhvr>
                                      <p:to>
                                        <a:schemeClr val="tx1"/>
                                      </p:to>
                                    </p:animClr>
                                  </p:subTnLst>
                                </p:cTn>
                              </p:par>
                              <p:par>
                                <p:cTn id="13" presetID="1" presetClass="entr" presetSubtype="0" fill="hold" grpId="0"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3" end="3"/>
                                            </p:txEl>
                                          </p:spTgt>
                                        </p:tgtEl>
                                        <p:attrNameLst>
                                          <p:attrName>ppt_c</p:attrName>
                                        </p:attrNameLst>
                                      </p:cBhvr>
                                      <p:to>
                                        <a:schemeClr val="tx1"/>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4" end="4"/>
                                            </p:txEl>
                                          </p:spTgt>
                                        </p:tgtEl>
                                        <p:attrNameLst>
                                          <p:attrName>ppt_c</p:attrName>
                                        </p:attrNameLst>
                                      </p:cBhvr>
                                      <p:to>
                                        <a:schemeClr val="tx1"/>
                                      </p:to>
                                    </p:animClr>
                                  </p:subTnLst>
                                </p:cTn>
                              </p:par>
                              <p:par>
                                <p:cTn id="19" presetID="1" presetClass="entr" presetSubtype="0" fill="hold" grpId="0" nodeType="with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5" end="5"/>
                                            </p:txEl>
                                          </p:spTgt>
                                        </p:tgtEl>
                                        <p:attrNameLst>
                                          <p:attrName>ppt_c</p:attrName>
                                        </p:attrNameLst>
                                      </p:cBhvr>
                                      <p:to>
                                        <a:schemeClr val="tx1"/>
                                      </p:to>
                                    </p:animClr>
                                  </p:subTnLst>
                                </p:cTn>
                              </p:par>
                              <p:par>
                                <p:cTn id="21" presetID="1" presetClass="entr" presetSubtype="0" fill="hold" grpId="0" nodeType="with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6" end="6"/>
                                            </p:txEl>
                                          </p:spTgt>
                                        </p:tgtEl>
                                        <p:attrNameLst>
                                          <p:attrName>ppt_c</p:attrName>
                                        </p:attrNameLst>
                                      </p:cBhvr>
                                      <p:to>
                                        <a:schemeClr val="tx1"/>
                                      </p:to>
                                    </p:animClr>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7" end="7"/>
                                            </p:txEl>
                                          </p:spTgt>
                                        </p:tgtEl>
                                        <p:attrNameLst>
                                          <p:attrName>ppt_c</p:attrName>
                                        </p:attrNameLst>
                                      </p:cBhvr>
                                      <p:to>
                                        <a:schemeClr val="tx1"/>
                                      </p:to>
                                    </p:animClr>
                                  </p:subTnLst>
                                </p:cTn>
                              </p:par>
                              <p:par>
                                <p:cTn id="27" presetID="1" presetClass="entr" presetSubtype="0" fill="hold" grpId="0" nodeType="withEffect">
                                  <p:stCondLst>
                                    <p:cond delay="0"/>
                                  </p:stCondLst>
                                  <p:childTnLst>
                                    <p:set>
                                      <p:cBhvr>
                                        <p:cTn id="28" dur="1" fill="hold">
                                          <p:stCondLst>
                                            <p:cond delay="0"/>
                                          </p:stCondLst>
                                        </p:cTn>
                                        <p:tgtEl>
                                          <p:spTgt spid="5">
                                            <p:txEl>
                                              <p:pRg st="8" end="8"/>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8" end="8"/>
                                            </p:txEl>
                                          </p:spTgt>
                                        </p:tgtEl>
                                        <p:attrNameLst>
                                          <p:attrName>ppt_c</p:attrName>
                                        </p:attrNameLst>
                                      </p:cBhvr>
                                      <p:to>
                                        <a:schemeClr val="tx1"/>
                                      </p:to>
                                    </p:animClr>
                                  </p:subTnLst>
                                </p:cTn>
                              </p:par>
                              <p:par>
                                <p:cTn id="29" presetID="1" presetClass="entr" presetSubtype="0" fill="hold" grpId="0" nodeType="withEffect">
                                  <p:stCondLst>
                                    <p:cond delay="0"/>
                                  </p:stCondLst>
                                  <p:childTnLst>
                                    <p:set>
                                      <p:cBhvr>
                                        <p:cTn id="30" dur="1" fill="hold">
                                          <p:stCondLst>
                                            <p:cond delay="0"/>
                                          </p:stCondLst>
                                        </p:cTn>
                                        <p:tgtEl>
                                          <p:spTgt spid="5">
                                            <p:txEl>
                                              <p:pRg st="9" end="9"/>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9" end="9"/>
                                            </p:txEl>
                                          </p:spTgt>
                                        </p:tgtEl>
                                        <p:attrNameLst>
                                          <p:attrName>ppt_c</p:attrName>
                                        </p:attrNameLst>
                                      </p:cBhvr>
                                      <p:to>
                                        <a:schemeClr val="tx1"/>
                                      </p:to>
                                    </p:animClr>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10" end="10"/>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10" end="10"/>
                                            </p:txEl>
                                          </p:spTgt>
                                        </p:tgtEl>
                                        <p:attrNameLst>
                                          <p:attrName>ppt_c</p:attrName>
                                        </p:attrNameLst>
                                      </p:cBhvr>
                                      <p:to>
                                        <a:schemeClr val="tx1"/>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D45BCA-35F1-8950-E99C-A163F730C027}"/>
              </a:ext>
            </a:extLst>
          </p:cNvPr>
          <p:cNvSpPr>
            <a:spLocks noGrp="1"/>
          </p:cNvSpPr>
          <p:nvPr>
            <p:ph type="title"/>
          </p:nvPr>
        </p:nvSpPr>
        <p:spPr>
          <a:xfrm>
            <a:off x="838200" y="365125"/>
            <a:ext cx="10515600" cy="1325563"/>
          </a:xfrm>
        </p:spPr>
        <p:txBody>
          <a:bodyPr/>
          <a:lstStyle/>
          <a:p>
            <a:r>
              <a:rPr lang="en-US" dirty="0" err="1"/>
              <a:t>Domanda</a:t>
            </a:r>
            <a:r>
              <a:rPr lang="en-US" dirty="0"/>
              <a:t>: non </a:t>
            </a:r>
            <a:r>
              <a:rPr lang="en-US" dirty="0" err="1"/>
              <a:t>c’è</a:t>
            </a:r>
            <a:r>
              <a:rPr lang="en-US" dirty="0"/>
              <a:t> un modo per </a:t>
            </a:r>
            <a:r>
              <a:rPr lang="en-US" dirty="0" err="1"/>
              <a:t>definire</a:t>
            </a:r>
            <a:r>
              <a:rPr lang="en-US" dirty="0"/>
              <a:t> </a:t>
            </a:r>
            <a:r>
              <a:rPr lang="en-US" dirty="0" err="1"/>
              <a:t>requisiti</a:t>
            </a:r>
            <a:r>
              <a:rPr lang="en-US" dirty="0"/>
              <a:t> in maniera </a:t>
            </a:r>
            <a:r>
              <a:rPr lang="en-US" dirty="0" err="1"/>
              <a:t>diversa</a:t>
            </a:r>
            <a:r>
              <a:rPr lang="en-US" dirty="0"/>
              <a:t>/</a:t>
            </a:r>
            <a:r>
              <a:rPr lang="en-US" dirty="0" err="1"/>
              <a:t>più</a:t>
            </a:r>
            <a:r>
              <a:rPr lang="en-US" dirty="0"/>
              <a:t> veloce?</a:t>
            </a:r>
          </a:p>
        </p:txBody>
      </p:sp>
      <p:sp>
        <p:nvSpPr>
          <p:cNvPr id="10" name="Text Placeholder 9">
            <a:extLst>
              <a:ext uri="{FF2B5EF4-FFF2-40B4-BE49-F238E27FC236}">
                <a16:creationId xmlns:a16="http://schemas.microsoft.com/office/drawing/2014/main" id="{42FDEDB0-0265-0799-12E9-FA460F26B998}"/>
              </a:ext>
            </a:extLst>
          </p:cNvPr>
          <p:cNvSpPr>
            <a:spLocks noGrp="1"/>
          </p:cNvSpPr>
          <p:nvPr>
            <p:ph idx="1"/>
          </p:nvPr>
        </p:nvSpPr>
        <p:spPr>
          <a:xfrm>
            <a:off x="838200" y="1825625"/>
            <a:ext cx="6324600" cy="4351338"/>
          </a:xfrm>
        </p:spPr>
        <p:txBody>
          <a:bodyPr>
            <a:normAutofit fontScale="70000" lnSpcReduction="20000"/>
          </a:bodyPr>
          <a:lstStyle/>
          <a:p>
            <a:r>
              <a:rPr lang="en-US" dirty="0" err="1"/>
              <a:t>Integrando</a:t>
            </a:r>
            <a:r>
              <a:rPr lang="en-US" dirty="0"/>
              <a:t> </a:t>
            </a:r>
            <a:r>
              <a:rPr lang="en-US" dirty="0" err="1"/>
              <a:t>soluzioni</a:t>
            </a:r>
            <a:r>
              <a:rPr lang="en-US" dirty="0"/>
              <a:t> </a:t>
            </a:r>
            <a:r>
              <a:rPr lang="en-US" dirty="0" err="1"/>
              <a:t>esistenti</a:t>
            </a:r>
            <a:r>
              <a:rPr lang="en-US" dirty="0"/>
              <a:t> in </a:t>
            </a:r>
            <a:r>
              <a:rPr lang="en-US" dirty="0" err="1"/>
              <a:t>modalità</a:t>
            </a:r>
            <a:r>
              <a:rPr lang="en-US" dirty="0"/>
              <a:t> SaaS (</a:t>
            </a:r>
            <a:r>
              <a:rPr lang="en-US" dirty="0" err="1"/>
              <a:t>mutuando</a:t>
            </a:r>
            <a:r>
              <a:rPr lang="en-US" dirty="0"/>
              <a:t> </a:t>
            </a:r>
            <a:r>
              <a:rPr lang="en-US" dirty="0" err="1"/>
              <a:t>l’approccio</a:t>
            </a:r>
            <a:r>
              <a:rPr lang="en-US" dirty="0"/>
              <a:t> dal Cloud)</a:t>
            </a:r>
          </a:p>
          <a:p>
            <a:pPr lvl="1"/>
            <a:r>
              <a:rPr lang="it-IT" dirty="0"/>
              <a:t>Più ci si sposta verso destra (SaaS), meno infrastruttura bisogna gestire.</a:t>
            </a:r>
          </a:p>
          <a:p>
            <a:pPr lvl="1"/>
            <a:r>
              <a:rPr lang="it-IT" dirty="0"/>
              <a:t>Cioè si parte da dx: se esiste un SaaS che risolve il problema, la prima domanda non dovrebbe essere "come lo sviluppiamo?", ma "perché dovremmo svilupparlo?«</a:t>
            </a:r>
          </a:p>
          <a:p>
            <a:r>
              <a:rPr lang="it-IT" dirty="0"/>
              <a:t>Il Low Code spesso nasce proprio da questa filosofia: "Non scrivere codice se puoi configurare.«</a:t>
            </a:r>
          </a:p>
          <a:p>
            <a:r>
              <a:rPr lang="it-IT" dirty="0"/>
              <a:t>La GenAI aggiunge un livello ulteriore:</a:t>
            </a:r>
          </a:p>
          <a:p>
            <a:pPr lvl="1"/>
            <a:r>
              <a:rPr lang="it-IT" dirty="0"/>
              <a:t>Non scrivere manualmente se puoi generare."</a:t>
            </a:r>
          </a:p>
          <a:p>
            <a:r>
              <a:rPr lang="it-IT" dirty="0"/>
              <a:t>La vera produttività non deriva dal produrre software più velocemente, ma dall'evitare di produrlo quando non è necessario.</a:t>
            </a:r>
          </a:p>
          <a:p>
            <a:r>
              <a:rPr lang="it-IT" dirty="0"/>
              <a:t>Serve davvero costruire un'applicazione o esiste già un servizio che risolve il problema?</a:t>
            </a:r>
          </a:p>
          <a:p>
            <a:endParaRPr lang="it-IT" dirty="0"/>
          </a:p>
        </p:txBody>
      </p:sp>
      <p:pic>
        <p:nvPicPr>
          <p:cNvPr id="13" name="Picture 12">
            <a:extLst>
              <a:ext uri="{FF2B5EF4-FFF2-40B4-BE49-F238E27FC236}">
                <a16:creationId xmlns:a16="http://schemas.microsoft.com/office/drawing/2014/main" id="{9B28D26E-DF80-7A97-540D-A371D52256AE}"/>
              </a:ext>
            </a:extLst>
          </p:cNvPr>
          <p:cNvPicPr>
            <a:picLocks noChangeAspect="1"/>
          </p:cNvPicPr>
          <p:nvPr/>
        </p:nvPicPr>
        <p:blipFill>
          <a:blip r:embed="rId2"/>
          <a:stretch>
            <a:fillRect/>
          </a:stretch>
        </p:blipFill>
        <p:spPr>
          <a:xfrm>
            <a:off x="7305675" y="2339913"/>
            <a:ext cx="4670566" cy="2178174"/>
          </a:xfrm>
          <a:prstGeom prst="rect">
            <a:avLst/>
          </a:prstGeom>
        </p:spPr>
      </p:pic>
    </p:spTree>
    <p:extLst>
      <p:ext uri="{BB962C8B-B14F-4D97-AF65-F5344CB8AC3E}">
        <p14:creationId xmlns:p14="http://schemas.microsoft.com/office/powerpoint/2010/main" val="365056632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0" end="0"/>
                                            </p:txEl>
                                          </p:spTgt>
                                        </p:tgtEl>
                                        <p:attrNameLst>
                                          <p:attrName>ppt_c</p:attrName>
                                        </p:attrNameLst>
                                      </p:cBhvr>
                                      <p:to>
                                        <a:schemeClr val="tx1"/>
                                      </p:to>
                                    </p:animClr>
                                  </p:subTnLst>
                                </p:cTn>
                              </p:par>
                              <p:par>
                                <p:cTn id="7" presetID="1" presetClass="entr" presetSubtype="0" fill="hold" grpId="0" nodeType="withEffect">
                                  <p:stCondLst>
                                    <p:cond delay="0"/>
                                  </p:stCondLst>
                                  <p:childTnLst>
                                    <p:set>
                                      <p:cBhvr>
                                        <p:cTn id="8" dur="1" fill="hold">
                                          <p:stCondLst>
                                            <p:cond delay="0"/>
                                          </p:stCondLst>
                                        </p:cTn>
                                        <p:tgtEl>
                                          <p:spTgt spid="10">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1" end="1"/>
                                            </p:txEl>
                                          </p:spTgt>
                                        </p:tgtEl>
                                        <p:attrNameLst>
                                          <p:attrName>ppt_c</p:attrName>
                                        </p:attrNameLst>
                                      </p:cBhvr>
                                      <p:to>
                                        <a:schemeClr val="tx1"/>
                                      </p:to>
                                    </p:animClr>
                                  </p:subTnLst>
                                </p:cTn>
                              </p:par>
                              <p:par>
                                <p:cTn id="9" presetID="1" presetClass="entr" presetSubtype="0" fill="hold" grpId="0" nodeType="with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2" end="2"/>
                                            </p:txEl>
                                          </p:spTgt>
                                        </p:tgtEl>
                                        <p:attrNameLst>
                                          <p:attrName>ppt_c</p:attrName>
                                        </p:attrNameLst>
                                      </p:cBhvr>
                                      <p:to>
                                        <a:schemeClr val="tx1"/>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3" end="3"/>
                                            </p:txEl>
                                          </p:spTgt>
                                        </p:tgtEl>
                                        <p:attrNameLst>
                                          <p:attrName>ppt_c</p:attrName>
                                        </p:attrNameLst>
                                      </p:cBhvr>
                                      <p:to>
                                        <a:schemeClr val="tx1"/>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4" end="4"/>
                                            </p:txEl>
                                          </p:spTgt>
                                        </p:tgtEl>
                                        <p:attrNameLst>
                                          <p:attrName>ppt_c</p:attrName>
                                        </p:attrNameLst>
                                      </p:cBhvr>
                                      <p:to>
                                        <a:schemeClr val="tx1"/>
                                      </p:to>
                                    </p:animClr>
                                  </p:subTnLst>
                                </p:cTn>
                              </p:par>
                              <p:par>
                                <p:cTn id="19" presetID="1" presetClass="entr" presetSubtype="0" fill="hold" grpId="0" nodeType="withEffect">
                                  <p:stCondLst>
                                    <p:cond delay="0"/>
                                  </p:stCondLst>
                                  <p:childTnLst>
                                    <p:set>
                                      <p:cBhvr>
                                        <p:cTn id="20" dur="1" fill="hold">
                                          <p:stCondLst>
                                            <p:cond delay="0"/>
                                          </p:stCondLst>
                                        </p:cTn>
                                        <p:tgtEl>
                                          <p:spTgt spid="10">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5" end="5"/>
                                            </p:txEl>
                                          </p:spTgt>
                                        </p:tgtEl>
                                        <p:attrNameLst>
                                          <p:attrName>ppt_c</p:attrName>
                                        </p:attrNameLst>
                                      </p:cBhvr>
                                      <p:to>
                                        <a:schemeClr val="tx1"/>
                                      </p:to>
                                    </p:animClr>
                                  </p:sub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xEl>
                                              <p:pRg st="6" end="6"/>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6" end="6"/>
                                            </p:txEl>
                                          </p:spTgt>
                                        </p:tgtEl>
                                        <p:attrNameLst>
                                          <p:attrName>ppt_c</p:attrName>
                                        </p:attrNameLst>
                                      </p:cBhvr>
                                      <p:to>
                                        <a:schemeClr val="tx1"/>
                                      </p:to>
                                    </p:animClr>
                                  </p:sub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xEl>
                                              <p:pRg st="7" end="7"/>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7" end="7"/>
                                            </p:txEl>
                                          </p:spTgt>
                                        </p:tgtEl>
                                        <p:attrNameLst>
                                          <p:attrName>ppt_c</p:attrName>
                                        </p:attrNameLst>
                                      </p:cBhvr>
                                      <p:to>
                                        <a:schemeClr val="tx1"/>
                                      </p:to>
                                    </p:animClr>
                                  </p:subTnLst>
                                </p:cTn>
                              </p:par>
                              <p:par>
                                <p:cTn id="29" presetID="1"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E2F01-0BB3-B88D-EFC7-AF82846A0458}"/>
              </a:ext>
            </a:extLst>
          </p:cNvPr>
          <p:cNvSpPr>
            <a:spLocks noGrp="1"/>
          </p:cNvSpPr>
          <p:nvPr>
            <p:ph type="title"/>
          </p:nvPr>
        </p:nvSpPr>
        <p:spPr>
          <a:xfrm>
            <a:off x="838200" y="365125"/>
            <a:ext cx="10515600" cy="1325563"/>
          </a:xfrm>
        </p:spPr>
        <p:txBody>
          <a:bodyPr>
            <a:normAutofit fontScale="90000"/>
          </a:bodyPr>
          <a:lstStyle/>
          <a:p>
            <a:r>
              <a:rPr lang="en-US" dirty="0"/>
              <a:t>Microsoft 365: il </a:t>
            </a:r>
            <a:r>
              <a:rPr lang="en-US" dirty="0" err="1"/>
              <a:t>pilastro</a:t>
            </a:r>
            <a:r>
              <a:rPr lang="en-US" dirty="0"/>
              <a:t> </a:t>
            </a:r>
            <a:r>
              <a:rPr lang="en-US" dirty="0" err="1"/>
              <a:t>sottovalutato</a:t>
            </a:r>
            <a:r>
              <a:rPr lang="en-US" dirty="0"/>
              <a:t> “</a:t>
            </a:r>
            <a:r>
              <a:rPr lang="en-US" dirty="0" err="1"/>
              <a:t>dai</a:t>
            </a:r>
            <a:r>
              <a:rPr lang="en-US" dirty="0"/>
              <a:t> dev” e dal business</a:t>
            </a:r>
            <a:br>
              <a:rPr lang="en-US" dirty="0"/>
            </a:br>
            <a:endParaRPr lang="it-IT" dirty="0"/>
          </a:p>
        </p:txBody>
      </p:sp>
      <p:sp>
        <p:nvSpPr>
          <p:cNvPr id="3" name="Text Placeholder 2">
            <a:extLst>
              <a:ext uri="{FF2B5EF4-FFF2-40B4-BE49-F238E27FC236}">
                <a16:creationId xmlns:a16="http://schemas.microsoft.com/office/drawing/2014/main" id="{7D9B9581-9AFA-5011-6541-958526B4AA0B}"/>
              </a:ext>
            </a:extLst>
          </p:cNvPr>
          <p:cNvSpPr>
            <a:spLocks noGrp="1"/>
          </p:cNvSpPr>
          <p:nvPr>
            <p:ph idx="1"/>
          </p:nvPr>
        </p:nvSpPr>
        <p:spPr>
          <a:xfrm>
            <a:off x="838200" y="1825625"/>
            <a:ext cx="10515600" cy="4351338"/>
          </a:xfrm>
        </p:spPr>
        <p:txBody>
          <a:bodyPr>
            <a:normAutofit fontScale="92500" lnSpcReduction="20000"/>
          </a:bodyPr>
          <a:lstStyle/>
          <a:p>
            <a:r>
              <a:rPr lang="en-US" dirty="0" err="1"/>
              <a:t>Constatazione</a:t>
            </a:r>
            <a:r>
              <a:rPr lang="en-US" dirty="0"/>
              <a:t> </a:t>
            </a:r>
            <a:r>
              <a:rPr lang="en-US" dirty="0" err="1"/>
              <a:t>personale</a:t>
            </a:r>
            <a:r>
              <a:rPr lang="en-US" dirty="0"/>
              <a:t>:</a:t>
            </a:r>
          </a:p>
          <a:p>
            <a:pPr lvl="1"/>
            <a:r>
              <a:rPr lang="en-US" dirty="0" err="1"/>
              <a:t>Commesse</a:t>
            </a:r>
            <a:r>
              <a:rPr lang="en-US" dirty="0"/>
              <a:t> 365 da </a:t>
            </a:r>
            <a:r>
              <a:rPr lang="en-US" dirty="0" err="1"/>
              <a:t>una</a:t>
            </a:r>
            <a:r>
              <a:rPr lang="en-US" dirty="0"/>
              <a:t> </a:t>
            </a:r>
            <a:r>
              <a:rPr lang="en-US" dirty="0" err="1"/>
              <a:t>parte</a:t>
            </a:r>
            <a:endParaRPr lang="en-US" dirty="0"/>
          </a:p>
          <a:p>
            <a:pPr lvl="1"/>
            <a:r>
              <a:rPr lang="en-US" dirty="0" err="1"/>
              <a:t>Sviluppi</a:t>
            </a:r>
            <a:r>
              <a:rPr lang="en-US" dirty="0"/>
              <a:t> </a:t>
            </a:r>
            <a:r>
              <a:rPr lang="en-US" dirty="0" err="1"/>
              <a:t>applicativi</a:t>
            </a:r>
            <a:r>
              <a:rPr lang="en-US" dirty="0"/>
              <a:t> </a:t>
            </a:r>
            <a:r>
              <a:rPr lang="en-US" dirty="0" err="1"/>
              <a:t>dall'altra</a:t>
            </a:r>
            <a:endParaRPr lang="en-US" dirty="0"/>
          </a:p>
          <a:p>
            <a:pPr lvl="1"/>
            <a:r>
              <a:rPr lang="en-US" dirty="0" err="1"/>
              <a:t>Intersezione</a:t>
            </a:r>
            <a:r>
              <a:rPr lang="en-US" dirty="0"/>
              <a:t> </a:t>
            </a:r>
            <a:r>
              <a:rPr lang="en-US" dirty="0" err="1"/>
              <a:t>reale</a:t>
            </a:r>
            <a:r>
              <a:rPr lang="en-US" dirty="0"/>
              <a:t>: quasi solo Entra ID (</a:t>
            </a:r>
            <a:r>
              <a:rPr lang="en-US" dirty="0" err="1"/>
              <a:t>autenticazione</a:t>
            </a:r>
            <a:r>
              <a:rPr lang="en-US" dirty="0"/>
              <a:t>)</a:t>
            </a:r>
          </a:p>
          <a:p>
            <a:r>
              <a:rPr lang="en-US" dirty="0"/>
              <a:t>365 è </a:t>
            </a:r>
            <a:r>
              <a:rPr lang="en-US" dirty="0" err="1"/>
              <a:t>un'infrastruttura</a:t>
            </a:r>
            <a:r>
              <a:rPr lang="en-US" dirty="0"/>
              <a:t> </a:t>
            </a:r>
            <a:r>
              <a:rPr lang="en-US" dirty="0" err="1"/>
              <a:t>fatta</a:t>
            </a:r>
            <a:r>
              <a:rPr lang="en-US" dirty="0"/>
              <a:t> di API:</a:t>
            </a:r>
          </a:p>
          <a:p>
            <a:pPr lvl="1"/>
            <a:r>
              <a:rPr lang="en-US" dirty="0" err="1"/>
              <a:t>Autenticazione</a:t>
            </a:r>
            <a:r>
              <a:rPr lang="en-US" dirty="0"/>
              <a:t> e </a:t>
            </a:r>
            <a:r>
              <a:rPr lang="en-US" dirty="0" err="1"/>
              <a:t>gestione</a:t>
            </a:r>
            <a:r>
              <a:rPr lang="en-US" dirty="0"/>
              <a:t> </a:t>
            </a:r>
            <a:r>
              <a:rPr lang="en-US" dirty="0" err="1"/>
              <a:t>utenti</a:t>
            </a:r>
            <a:r>
              <a:rPr lang="en-US" dirty="0"/>
              <a:t> (Entra ID)</a:t>
            </a:r>
          </a:p>
          <a:p>
            <a:pPr lvl="1"/>
            <a:r>
              <a:rPr lang="en-US" dirty="0"/>
              <a:t>Planning e </a:t>
            </a:r>
            <a:r>
              <a:rPr lang="en-US" dirty="0" err="1"/>
              <a:t>calendario</a:t>
            </a:r>
            <a:r>
              <a:rPr lang="en-US" dirty="0"/>
              <a:t> (Calendar API, Planner)</a:t>
            </a:r>
          </a:p>
          <a:p>
            <a:pPr lvl="1"/>
            <a:r>
              <a:rPr lang="en-US" dirty="0" err="1"/>
              <a:t>Archivio</a:t>
            </a:r>
            <a:r>
              <a:rPr lang="en-US" dirty="0"/>
              <a:t> </a:t>
            </a:r>
            <a:r>
              <a:rPr lang="en-US" dirty="0" err="1"/>
              <a:t>documenti</a:t>
            </a:r>
            <a:r>
              <a:rPr lang="en-US" dirty="0"/>
              <a:t> (SharePoint, OneDrive)</a:t>
            </a:r>
          </a:p>
          <a:p>
            <a:pPr lvl="1"/>
            <a:r>
              <a:rPr lang="en-US" dirty="0" err="1"/>
              <a:t>Notifiche</a:t>
            </a:r>
            <a:r>
              <a:rPr lang="en-US" dirty="0"/>
              <a:t> e </a:t>
            </a:r>
            <a:r>
              <a:rPr lang="en-US" dirty="0" err="1"/>
              <a:t>messaggistica</a:t>
            </a:r>
            <a:r>
              <a:rPr lang="en-US" dirty="0"/>
              <a:t> (Teams, Outlook)</a:t>
            </a:r>
          </a:p>
          <a:p>
            <a:r>
              <a:rPr lang="en-US" dirty="0" err="1"/>
              <a:t>Integrare</a:t>
            </a:r>
            <a:r>
              <a:rPr lang="en-US" dirty="0"/>
              <a:t> 365 </a:t>
            </a:r>
            <a:r>
              <a:rPr lang="en-US" dirty="0" err="1"/>
              <a:t>nativamente</a:t>
            </a:r>
            <a:r>
              <a:rPr lang="en-US" dirty="0"/>
              <a:t> è un </a:t>
            </a:r>
            <a:r>
              <a:rPr lang="en-US" dirty="0" err="1"/>
              <a:t>valore</a:t>
            </a:r>
            <a:r>
              <a:rPr lang="en-US" dirty="0"/>
              <a:t> </a:t>
            </a:r>
            <a:r>
              <a:rPr lang="en-US" dirty="0" err="1"/>
              <a:t>aggiunto</a:t>
            </a:r>
            <a:r>
              <a:rPr lang="en-US" dirty="0"/>
              <a:t> </a:t>
            </a:r>
            <a:r>
              <a:rPr lang="en-US" dirty="0" err="1"/>
              <a:t>concreto</a:t>
            </a:r>
            <a:r>
              <a:rPr lang="en-US" dirty="0"/>
              <a:t> — inutile </a:t>
            </a:r>
            <a:r>
              <a:rPr lang="en-US" dirty="0" err="1"/>
              <a:t>reinventare</a:t>
            </a:r>
            <a:r>
              <a:rPr lang="en-US" dirty="0"/>
              <a:t> </a:t>
            </a:r>
            <a:r>
              <a:rPr lang="en-US" dirty="0" err="1"/>
              <a:t>una</a:t>
            </a:r>
            <a:r>
              <a:rPr lang="en-US" dirty="0"/>
              <a:t> </a:t>
            </a:r>
            <a:r>
              <a:rPr lang="en-US" dirty="0" err="1"/>
              <a:t>funzionalità</a:t>
            </a:r>
            <a:r>
              <a:rPr lang="en-US" dirty="0"/>
              <a:t> </a:t>
            </a:r>
            <a:r>
              <a:rPr lang="en-US" dirty="0" err="1"/>
              <a:t>quando</a:t>
            </a:r>
            <a:r>
              <a:rPr lang="en-US" dirty="0"/>
              <a:t> 365 </a:t>
            </a:r>
            <a:r>
              <a:rPr lang="en-US" dirty="0" err="1"/>
              <a:t>ce</a:t>
            </a:r>
            <a:r>
              <a:rPr lang="en-US" dirty="0"/>
              <a:t> la </a:t>
            </a:r>
            <a:r>
              <a:rPr lang="en-US" dirty="0" err="1"/>
              <a:t>dà</a:t>
            </a:r>
            <a:r>
              <a:rPr lang="en-US" dirty="0"/>
              <a:t> </a:t>
            </a:r>
            <a:r>
              <a:rPr lang="en-US" dirty="0" err="1"/>
              <a:t>già</a:t>
            </a:r>
            <a:endParaRPr lang="en-US" dirty="0"/>
          </a:p>
          <a:p>
            <a:r>
              <a:rPr lang="en-US" dirty="0"/>
              <a:t>E </a:t>
            </a:r>
            <a:r>
              <a:rPr lang="en-US" dirty="0" err="1"/>
              <a:t>fornisce</a:t>
            </a:r>
            <a:r>
              <a:rPr lang="en-US" dirty="0"/>
              <a:t> </a:t>
            </a:r>
            <a:r>
              <a:rPr lang="en-US" dirty="0" err="1"/>
              <a:t>una</a:t>
            </a:r>
            <a:r>
              <a:rPr lang="en-US" dirty="0"/>
              <a:t> </a:t>
            </a:r>
            <a:r>
              <a:rPr lang="en-US" dirty="0" err="1"/>
              <a:t>implementazione</a:t>
            </a:r>
            <a:r>
              <a:rPr lang="en-US" dirty="0"/>
              <a:t> robusta </a:t>
            </a:r>
            <a:r>
              <a:rPr lang="en-US" dirty="0" err="1"/>
              <a:t>che</a:t>
            </a:r>
            <a:r>
              <a:rPr lang="en-US" dirty="0"/>
              <a:t> </a:t>
            </a:r>
            <a:r>
              <a:rPr lang="en-US" dirty="0" err="1"/>
              <a:t>ripaga</a:t>
            </a:r>
            <a:r>
              <a:rPr lang="en-US" dirty="0"/>
              <a:t> </a:t>
            </a:r>
            <a:r>
              <a:rPr lang="en-US" dirty="0" err="1"/>
              <a:t>ampiamente</a:t>
            </a:r>
            <a:r>
              <a:rPr lang="en-US" dirty="0"/>
              <a:t> </a:t>
            </a:r>
            <a:r>
              <a:rPr lang="en-US" dirty="0" err="1"/>
              <a:t>i</a:t>
            </a:r>
            <a:r>
              <a:rPr lang="en-US" dirty="0"/>
              <a:t> </a:t>
            </a:r>
            <a:r>
              <a:rPr lang="en-US" dirty="0" err="1"/>
              <a:t>costi</a:t>
            </a:r>
            <a:r>
              <a:rPr lang="en-US" dirty="0"/>
              <a:t> di </a:t>
            </a:r>
            <a:r>
              <a:rPr lang="en-US" dirty="0" err="1"/>
              <a:t>abbonamento</a:t>
            </a:r>
            <a:endParaRPr lang="en-US" dirty="0"/>
          </a:p>
        </p:txBody>
      </p:sp>
    </p:spTree>
    <p:extLst>
      <p:ext uri="{BB962C8B-B14F-4D97-AF65-F5344CB8AC3E}">
        <p14:creationId xmlns:p14="http://schemas.microsoft.com/office/powerpoint/2010/main" val="135509585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0" end="0"/>
                                            </p:txEl>
                                          </p:spTgt>
                                        </p:tgtEl>
                                        <p:attrNameLst>
                                          <p:attrName>ppt_c</p:attrName>
                                        </p:attrNameLst>
                                      </p:cBhvr>
                                      <p:to>
                                        <a:schemeClr val="tx1"/>
                                      </p:to>
                                    </p:animClr>
                                  </p:sub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1" end="1"/>
                                            </p:txEl>
                                          </p:spTgt>
                                        </p:tgtEl>
                                        <p:attrNameLst>
                                          <p:attrName>ppt_c</p:attrName>
                                        </p:attrNameLst>
                                      </p:cBhvr>
                                      <p:to>
                                        <a:schemeClr val="tx1"/>
                                      </p:to>
                                    </p:animClr>
                                  </p:sub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2" end="2"/>
                                            </p:txEl>
                                          </p:spTgt>
                                        </p:tgtEl>
                                        <p:attrNameLst>
                                          <p:attrName>ppt_c</p:attrName>
                                        </p:attrNameLst>
                                      </p:cBhvr>
                                      <p:to>
                                        <a:schemeClr val="tx1"/>
                                      </p:to>
                                    </p:animClr>
                                  </p:sub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3" end="3"/>
                                            </p:txEl>
                                          </p:spTgt>
                                        </p:tgtEl>
                                        <p:attrNameLst>
                                          <p:attrName>ppt_c</p:attrName>
                                        </p:attrNameLst>
                                      </p:cBhvr>
                                      <p:to>
                                        <a:schemeClr val="tx1"/>
                                      </p:to>
                                    </p:animClr>
                                  </p:sub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4" end="4"/>
                                            </p:txEl>
                                          </p:spTgt>
                                        </p:tgtEl>
                                        <p:attrNameLst>
                                          <p:attrName>ppt_c</p:attrName>
                                        </p:attrNameLst>
                                      </p:cBhvr>
                                      <p:to>
                                        <a:schemeClr val="tx1"/>
                                      </p:to>
                                    </p:animClr>
                                  </p:sub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5" end="5"/>
                                            </p:txEl>
                                          </p:spTgt>
                                        </p:tgtEl>
                                        <p:attrNameLst>
                                          <p:attrName>ppt_c</p:attrName>
                                        </p:attrNameLst>
                                      </p:cBhvr>
                                      <p:to>
                                        <a:schemeClr val="tx1"/>
                                      </p:to>
                                    </p:animClr>
                                  </p:sub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6" end="6"/>
                                            </p:txEl>
                                          </p:spTgt>
                                        </p:tgtEl>
                                        <p:attrNameLst>
                                          <p:attrName>ppt_c</p:attrName>
                                        </p:attrNameLst>
                                      </p:cBhvr>
                                      <p:to>
                                        <a:schemeClr val="tx1"/>
                                      </p:to>
                                    </p:animClr>
                                  </p:sub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7" end="7"/>
                                            </p:txEl>
                                          </p:spTgt>
                                        </p:tgtEl>
                                        <p:attrNameLst>
                                          <p:attrName>ppt_c</p:attrName>
                                        </p:attrNameLst>
                                      </p:cBhvr>
                                      <p:to>
                                        <a:schemeClr val="tx1"/>
                                      </p:to>
                                    </p:animClr>
                                  </p:sub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8" end="8"/>
                                            </p:txEl>
                                          </p:spTgt>
                                        </p:tgtEl>
                                        <p:attrNameLst>
                                          <p:attrName>ppt_c</p:attrName>
                                        </p:attrNameLst>
                                      </p:cBhvr>
                                      <p:to>
                                        <a:schemeClr val="tx1"/>
                                      </p:to>
                                    </p:animClr>
                                  </p:sub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9" end="9"/>
                                            </p:txEl>
                                          </p:spTgt>
                                        </p:tgtEl>
                                        <p:attrNameLst>
                                          <p:attrName>ppt_c</p:attrName>
                                        </p:attrNameLst>
                                      </p:cBhvr>
                                      <p:to>
                                        <a:schemeClr val="tx1"/>
                                      </p:to>
                                    </p:animClr>
                                  </p:sub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10" end="10"/>
                                            </p:txEl>
                                          </p:spTgt>
                                        </p:tgtEl>
                                        <p:attrNameLst>
                                          <p:attrName>ppt_c</p:attrName>
                                        </p:attrNameLst>
                                      </p:cBhvr>
                                      <p:to>
                                        <a:schemeClr val="tx1"/>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E3E68-8BFB-D169-6E28-3FF348D7CB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CFB69D-8EDB-814E-B7C6-6A9C4C8FA0CC}"/>
              </a:ext>
            </a:extLst>
          </p:cNvPr>
          <p:cNvSpPr>
            <a:spLocks noGrp="1"/>
          </p:cNvSpPr>
          <p:nvPr>
            <p:ph type="title"/>
          </p:nvPr>
        </p:nvSpPr>
        <p:spPr/>
        <p:txBody>
          <a:bodyPr/>
          <a:lstStyle/>
          <a:p>
            <a:r>
              <a:rPr dirty="0"/>
              <a:t>DEMO</a:t>
            </a:r>
          </a:p>
        </p:txBody>
      </p:sp>
    </p:spTree>
    <p:extLst>
      <p:ext uri="{BB962C8B-B14F-4D97-AF65-F5344CB8AC3E}">
        <p14:creationId xmlns:p14="http://schemas.microsoft.com/office/powerpoint/2010/main" val="11297799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E126F-80E0-4657-9E2A-E54564DCE5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3A6E3A-18E6-1F97-4236-166B4DE0BD1F}"/>
              </a:ext>
            </a:extLst>
          </p:cNvPr>
          <p:cNvSpPr>
            <a:spLocks noGrp="1"/>
          </p:cNvSpPr>
          <p:nvPr>
            <p:ph type="title"/>
          </p:nvPr>
        </p:nvSpPr>
        <p:spPr/>
        <p:txBody>
          <a:bodyPr/>
          <a:lstStyle/>
          <a:p>
            <a:r>
              <a:rPr lang="it-IT" dirty="0"/>
              <a:t>Razionalizzare e organizzare il proprio lavoro in librerie di qualità</a:t>
            </a:r>
          </a:p>
        </p:txBody>
      </p:sp>
      <p:sp>
        <p:nvSpPr>
          <p:cNvPr id="4" name="Text Placeholder 3">
            <a:extLst>
              <a:ext uri="{FF2B5EF4-FFF2-40B4-BE49-F238E27FC236}">
                <a16:creationId xmlns:a16="http://schemas.microsoft.com/office/drawing/2014/main" id="{FC79388C-1A85-134E-5D4A-66CF83B50A25}"/>
              </a:ext>
            </a:extLst>
          </p:cNvPr>
          <p:cNvSpPr>
            <a:spLocks noGrp="1"/>
          </p:cNvSpPr>
          <p:nvPr>
            <p:ph type="body" idx="1"/>
          </p:nvPr>
        </p:nvSpPr>
        <p:spPr/>
        <p:txBody>
          <a:bodyPr/>
          <a:lstStyle/>
          <a:p>
            <a:endParaRPr lang="it-IT"/>
          </a:p>
        </p:txBody>
      </p:sp>
    </p:spTree>
    <p:extLst>
      <p:ext uri="{BB962C8B-B14F-4D97-AF65-F5344CB8AC3E}">
        <p14:creationId xmlns:p14="http://schemas.microsoft.com/office/powerpoint/2010/main" val="16907085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
          <p:cNvSpPr/>
          <p:nvPr/>
        </p:nvSpPr>
        <p:spPr>
          <a:xfrm>
            <a:off x="815975" y="2040136"/>
            <a:ext cx="2520950" cy="1395512"/>
          </a:xfrm>
          <a:prstGeom prst="roundRect">
            <a:avLst>
              <a:gd name="adj" fmla="val 5233"/>
            </a:avLst>
          </a:prstGeom>
          <a:solidFill>
            <a:srgbClr val="FBFAF7"/>
          </a:solidFill>
          <a:ln w="6350">
            <a:solidFill>
              <a:srgbClr val="DCD7CC"/>
            </a:solidFill>
            <a:prstDash val="solid"/>
          </a:ln>
        </p:spPr>
      </p:sp>
      <p:sp>
        <p:nvSpPr>
          <p:cNvPr id="5" name="Text 3"/>
          <p:cNvSpPr/>
          <p:nvPr/>
        </p:nvSpPr>
        <p:spPr>
          <a:xfrm>
            <a:off x="1022350" y="2246511"/>
            <a:ext cx="217144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A8521A"/>
                </a:solidFill>
                <a:latin typeface="Courier New" pitchFamily="34" charset="0"/>
                <a:ea typeface="Courier New" pitchFamily="34" charset="-122"/>
                <a:cs typeface="Courier New" pitchFamily="34" charset="-120"/>
              </a:rPr>
              <a:t>CommandLine</a:t>
            </a:r>
            <a:endParaRPr lang="en-US" sz="1400" dirty="0"/>
          </a:p>
        </p:txBody>
      </p:sp>
      <p:sp>
        <p:nvSpPr>
          <p:cNvPr id="6" name="Text 4"/>
          <p:cNvSpPr/>
          <p:nvPr/>
        </p:nvSpPr>
        <p:spPr>
          <a:xfrm>
            <a:off x="1022350" y="2536031"/>
            <a:ext cx="2171446"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2980B9"/>
                </a:solidFill>
                <a:latin typeface="Arial" pitchFamily="34" charset="0"/>
                <a:ea typeface="Arial" pitchFamily="34" charset="-122"/>
                <a:cs typeface="Arial" pitchFamily="34" charset="-120"/>
              </a:rPr>
              <a:t>Spectre.Console.Cli: comandi, opzioni, --help e --version coerenti in ogni tool.</a:t>
            </a:r>
            <a:endParaRPr lang="en-US" sz="1300" dirty="0">
              <a:solidFill>
                <a:srgbClr val="2980B9"/>
              </a:solidFill>
            </a:endParaRPr>
          </a:p>
        </p:txBody>
      </p:sp>
      <p:sp>
        <p:nvSpPr>
          <p:cNvPr id="7" name="Shape 5"/>
          <p:cNvSpPr/>
          <p:nvPr/>
        </p:nvSpPr>
        <p:spPr>
          <a:xfrm>
            <a:off x="3495675" y="2040136"/>
            <a:ext cx="2520950" cy="1395512"/>
          </a:xfrm>
          <a:prstGeom prst="roundRect">
            <a:avLst>
              <a:gd name="adj" fmla="val 5233"/>
            </a:avLst>
          </a:prstGeom>
          <a:solidFill>
            <a:srgbClr val="FBFAF7"/>
          </a:solidFill>
          <a:ln w="6350">
            <a:solidFill>
              <a:srgbClr val="DCD7CC"/>
            </a:solidFill>
            <a:prstDash val="solid"/>
          </a:ln>
        </p:spPr>
      </p:sp>
      <p:sp>
        <p:nvSpPr>
          <p:cNvPr id="8" name="Text 6"/>
          <p:cNvSpPr/>
          <p:nvPr/>
        </p:nvSpPr>
        <p:spPr>
          <a:xfrm>
            <a:off x="3702050" y="2246511"/>
            <a:ext cx="217144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A8521A"/>
                </a:solidFill>
                <a:latin typeface="Courier New" pitchFamily="34" charset="0"/>
                <a:ea typeface="Courier New" pitchFamily="34" charset="-122"/>
                <a:cs typeface="Courier New" pitchFamily="34" charset="-120"/>
              </a:rPr>
              <a:t>dotnet global tool</a:t>
            </a:r>
            <a:endParaRPr lang="en-US" sz="1400" dirty="0"/>
          </a:p>
        </p:txBody>
      </p:sp>
      <p:sp>
        <p:nvSpPr>
          <p:cNvPr id="9" name="Text 7"/>
          <p:cNvSpPr/>
          <p:nvPr/>
        </p:nvSpPr>
        <p:spPr>
          <a:xfrm>
            <a:off x="3702050" y="2536031"/>
            <a:ext cx="2171446"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2980B9"/>
                </a:solidFill>
                <a:latin typeface="Arial" pitchFamily="34" charset="0"/>
                <a:ea typeface="Arial" pitchFamily="34" charset="-122"/>
                <a:cs typeface="Arial" pitchFamily="34" charset="-120"/>
              </a:rPr>
              <a:t>ontly, pysharp, ralf: un comando sul PATH, ovunque.</a:t>
            </a:r>
            <a:endParaRPr lang="en-US" sz="1300" dirty="0">
              <a:solidFill>
                <a:srgbClr val="2980B9"/>
              </a:solidFill>
            </a:endParaRPr>
          </a:p>
        </p:txBody>
      </p:sp>
      <p:sp>
        <p:nvSpPr>
          <p:cNvPr id="10" name="Shape 8"/>
          <p:cNvSpPr/>
          <p:nvPr/>
        </p:nvSpPr>
        <p:spPr>
          <a:xfrm>
            <a:off x="6175375" y="2040136"/>
            <a:ext cx="2520950" cy="1395512"/>
          </a:xfrm>
          <a:prstGeom prst="roundRect">
            <a:avLst>
              <a:gd name="adj" fmla="val 5233"/>
            </a:avLst>
          </a:prstGeom>
          <a:solidFill>
            <a:srgbClr val="FBFAF7"/>
          </a:solidFill>
          <a:ln w="6350">
            <a:solidFill>
              <a:srgbClr val="DCD7CC"/>
            </a:solidFill>
            <a:prstDash val="solid"/>
          </a:ln>
        </p:spPr>
      </p:sp>
      <p:sp>
        <p:nvSpPr>
          <p:cNvPr id="11" name="Text 9"/>
          <p:cNvSpPr/>
          <p:nvPr/>
        </p:nvSpPr>
        <p:spPr>
          <a:xfrm>
            <a:off x="6381750" y="2246511"/>
            <a:ext cx="217144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A8521A"/>
                </a:solidFill>
                <a:latin typeface="Courier New" pitchFamily="34" charset="0"/>
                <a:ea typeface="Courier New" pitchFamily="34" charset="-122"/>
                <a:cs typeface="Courier New" pitchFamily="34" charset="-120"/>
              </a:rPr>
              <a:t>Registrazione tool</a:t>
            </a:r>
            <a:endParaRPr lang="en-US" sz="1400" dirty="0"/>
          </a:p>
        </p:txBody>
      </p:sp>
      <p:sp>
        <p:nvSpPr>
          <p:cNvPr id="12" name="Text 10"/>
          <p:cNvSpPr/>
          <p:nvPr/>
        </p:nvSpPr>
        <p:spPr>
          <a:xfrm>
            <a:off x="6381750" y="2536031"/>
            <a:ext cx="2171446"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2980B9"/>
                </a:solidFill>
                <a:latin typeface="Arial" pitchFamily="34" charset="0"/>
                <a:ea typeface="Arial" pitchFamily="34" charset="-122"/>
                <a:cs typeface="Arial" pitchFamily="34" charset="-120"/>
              </a:rPr>
              <a:t>Uno script fa pack e install/update; la versione porta il timestamp di build.</a:t>
            </a:r>
            <a:endParaRPr lang="en-US" sz="1300" dirty="0">
              <a:solidFill>
                <a:srgbClr val="2980B9"/>
              </a:solidFill>
            </a:endParaRPr>
          </a:p>
        </p:txBody>
      </p:sp>
      <p:sp>
        <p:nvSpPr>
          <p:cNvPr id="13" name="Shape 11"/>
          <p:cNvSpPr/>
          <p:nvPr/>
        </p:nvSpPr>
        <p:spPr>
          <a:xfrm>
            <a:off x="8855075" y="2040136"/>
            <a:ext cx="2520950" cy="1395512"/>
          </a:xfrm>
          <a:prstGeom prst="roundRect">
            <a:avLst>
              <a:gd name="adj" fmla="val 5233"/>
            </a:avLst>
          </a:prstGeom>
          <a:solidFill>
            <a:srgbClr val="FBFAF7"/>
          </a:solidFill>
          <a:ln w="6350">
            <a:solidFill>
              <a:srgbClr val="DCD7CC"/>
            </a:solidFill>
            <a:prstDash val="solid"/>
          </a:ln>
        </p:spPr>
      </p:sp>
      <p:sp>
        <p:nvSpPr>
          <p:cNvPr id="14" name="Text 12"/>
          <p:cNvSpPr/>
          <p:nvPr/>
        </p:nvSpPr>
        <p:spPr>
          <a:xfrm>
            <a:off x="9061450" y="2246511"/>
            <a:ext cx="217144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A8521A"/>
                </a:solidFill>
                <a:latin typeface="Courier New" pitchFamily="34" charset="0"/>
                <a:ea typeface="Courier New" pitchFamily="34" charset="-122"/>
                <a:cs typeface="Courier New" pitchFamily="34" charset="-120"/>
              </a:rPr>
              <a:t>Test generator</a:t>
            </a:r>
            <a:endParaRPr lang="en-US" sz="1400" dirty="0"/>
          </a:p>
        </p:txBody>
      </p:sp>
      <p:sp>
        <p:nvSpPr>
          <p:cNvPr id="15" name="Text 13"/>
          <p:cNvSpPr/>
          <p:nvPr/>
        </p:nvSpPr>
        <p:spPr>
          <a:xfrm>
            <a:off x="9061450" y="2536031"/>
            <a:ext cx="2171446"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2980B9"/>
                </a:solidFill>
                <a:latin typeface="Arial" pitchFamily="34" charset="0"/>
                <a:ea typeface="Arial" pitchFamily="34" charset="-122"/>
                <a:cs typeface="Arial" pitchFamily="34" charset="-120"/>
              </a:rPr>
              <a:t>Il copilot scrive i test che verificano lo strumento: nasce già verificabile.</a:t>
            </a:r>
            <a:endParaRPr lang="en-US" sz="1300" dirty="0">
              <a:solidFill>
                <a:srgbClr val="2980B9"/>
              </a:solidFill>
            </a:endParaRPr>
          </a:p>
        </p:txBody>
      </p:sp>
      <p:sp>
        <p:nvSpPr>
          <p:cNvPr id="16" name="Shape 14"/>
          <p:cNvSpPr/>
          <p:nvPr/>
        </p:nvSpPr>
        <p:spPr>
          <a:xfrm>
            <a:off x="812800" y="3692823"/>
            <a:ext cx="10566400" cy="1292721"/>
          </a:xfrm>
          <a:prstGeom prst="roundRect">
            <a:avLst>
              <a:gd name="adj" fmla="val 5895"/>
            </a:avLst>
          </a:prstGeom>
          <a:solidFill>
            <a:srgbClr val="1B1F24"/>
          </a:solidFill>
          <a:ln/>
        </p:spPr>
      </p:sp>
      <p:sp>
        <p:nvSpPr>
          <p:cNvPr id="17" name="Text 15"/>
          <p:cNvSpPr/>
          <p:nvPr/>
        </p:nvSpPr>
        <p:spPr>
          <a:xfrm>
            <a:off x="1066800" y="3921423"/>
            <a:ext cx="1036015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ECEAE4"/>
                </a:solidFill>
                <a:latin typeface="Arial" pitchFamily="34" charset="0"/>
                <a:ea typeface="Arial" pitchFamily="34" charset="-122"/>
                <a:cs typeface="Arial" pitchFamily="34" charset="-120"/>
              </a:rPr>
              <a:t>Sempre quattro documenti </a:t>
            </a:r>
            <a:r>
              <a:rPr lang="en-US" sz="1400" b="1" dirty="0" err="1">
                <a:solidFill>
                  <a:srgbClr val="ECEAE4"/>
                </a:solidFill>
                <a:latin typeface="Arial" pitchFamily="34" charset="0"/>
                <a:ea typeface="Arial" pitchFamily="34" charset="-122"/>
                <a:cs typeface="Arial" pitchFamily="34" charset="-120"/>
              </a:rPr>
              <a:t>nel</a:t>
            </a:r>
            <a:r>
              <a:rPr lang="en-US" sz="1400" b="1" dirty="0">
                <a:solidFill>
                  <a:srgbClr val="ECEAE4"/>
                </a:solidFill>
                <a:latin typeface="Arial" pitchFamily="34" charset="0"/>
                <a:ea typeface="Arial" pitchFamily="34" charset="-122"/>
                <a:cs typeface="Arial" pitchFamily="34" charset="-120"/>
              </a:rPr>
              <a:t> repository (</a:t>
            </a:r>
            <a:r>
              <a:rPr lang="en-US" sz="1400" b="1" dirty="0" err="1">
                <a:solidFill>
                  <a:srgbClr val="ECEAE4"/>
                </a:solidFill>
                <a:latin typeface="Arial" pitchFamily="34" charset="0"/>
                <a:ea typeface="Arial" pitchFamily="34" charset="-122"/>
                <a:cs typeface="Arial" pitchFamily="34" charset="-120"/>
              </a:rPr>
              <a:t>più</a:t>
            </a:r>
            <a:r>
              <a:rPr lang="en-US" sz="1400" b="1" dirty="0">
                <a:solidFill>
                  <a:srgbClr val="ECEAE4"/>
                </a:solidFill>
                <a:latin typeface="Arial" pitchFamily="34" charset="0"/>
                <a:ea typeface="Arial" pitchFamily="34" charset="-122"/>
                <a:cs typeface="Arial" pitchFamily="34" charset="-120"/>
              </a:rPr>
              <a:t> o </a:t>
            </a:r>
            <a:r>
              <a:rPr lang="en-US" sz="1400" b="1" dirty="0" err="1">
                <a:solidFill>
                  <a:srgbClr val="ECEAE4"/>
                </a:solidFill>
                <a:latin typeface="Arial" pitchFamily="34" charset="0"/>
                <a:ea typeface="Arial" pitchFamily="34" charset="-122"/>
                <a:cs typeface="Arial" pitchFamily="34" charset="-120"/>
              </a:rPr>
              <a:t>meno</a:t>
            </a:r>
            <a:r>
              <a:rPr lang="en-US" sz="1400" b="1" dirty="0">
                <a:solidFill>
                  <a:srgbClr val="ECEAE4"/>
                </a:solidFill>
                <a:latin typeface="Arial" pitchFamily="34" charset="0"/>
                <a:ea typeface="Arial" pitchFamily="34" charset="-122"/>
                <a:cs typeface="Arial" pitchFamily="34" charset="-120"/>
              </a:rPr>
              <a:t>)</a:t>
            </a:r>
            <a:endParaRPr lang="en-US" sz="1400" dirty="0"/>
          </a:p>
        </p:txBody>
      </p:sp>
      <p:sp>
        <p:nvSpPr>
          <p:cNvPr id="18" name="Text 16"/>
          <p:cNvSpPr/>
          <p:nvPr/>
        </p:nvSpPr>
        <p:spPr>
          <a:xfrm>
            <a:off x="1066800" y="4261743"/>
            <a:ext cx="243306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08A3E"/>
                </a:solidFill>
                <a:latin typeface="Courier New" pitchFamily="34" charset="0"/>
                <a:ea typeface="Courier New" pitchFamily="34" charset="-122"/>
                <a:cs typeface="Courier New" pitchFamily="34" charset="-120"/>
              </a:rPr>
              <a:t>README</a:t>
            </a:r>
            <a:endParaRPr lang="en-US" sz="1300" dirty="0"/>
          </a:p>
        </p:txBody>
      </p:sp>
      <p:sp>
        <p:nvSpPr>
          <p:cNvPr id="19" name="Text 17"/>
          <p:cNvSpPr/>
          <p:nvPr/>
        </p:nvSpPr>
        <p:spPr>
          <a:xfrm>
            <a:off x="1066800" y="4543623"/>
            <a:ext cx="243306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C5BC"/>
                </a:solidFill>
                <a:latin typeface="Arial" pitchFamily="34" charset="0"/>
                <a:ea typeface="Arial" pitchFamily="34" charset="-122"/>
                <a:cs typeface="Arial" pitchFamily="34" charset="-120"/>
              </a:rPr>
              <a:t>Cos'è, come si installa</a:t>
            </a:r>
            <a:endParaRPr lang="en-US" sz="1200" dirty="0"/>
          </a:p>
        </p:txBody>
      </p:sp>
      <p:sp>
        <p:nvSpPr>
          <p:cNvPr id="20" name="Text 18"/>
          <p:cNvSpPr/>
          <p:nvPr/>
        </p:nvSpPr>
        <p:spPr>
          <a:xfrm>
            <a:off x="3632200" y="4261743"/>
            <a:ext cx="243306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08A3E"/>
                </a:solidFill>
                <a:latin typeface="Courier New" pitchFamily="34" charset="0"/>
                <a:ea typeface="Courier New" pitchFamily="34" charset="-122"/>
                <a:cs typeface="Courier New" pitchFamily="34" charset="-120"/>
              </a:rPr>
              <a:t>ARCHITECTURE</a:t>
            </a:r>
            <a:endParaRPr lang="en-US" sz="1300" dirty="0"/>
          </a:p>
        </p:txBody>
      </p:sp>
      <p:sp>
        <p:nvSpPr>
          <p:cNvPr id="21" name="Text 19"/>
          <p:cNvSpPr/>
          <p:nvPr/>
        </p:nvSpPr>
        <p:spPr>
          <a:xfrm>
            <a:off x="3632200" y="4543623"/>
            <a:ext cx="243306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C5BC"/>
                </a:solidFill>
                <a:latin typeface="Arial" pitchFamily="34" charset="0"/>
                <a:ea typeface="Arial" pitchFamily="34" charset="-122"/>
                <a:cs typeface="Arial" pitchFamily="34" charset="-120"/>
              </a:rPr>
              <a:t>Com'è fatto e perché</a:t>
            </a:r>
            <a:endParaRPr lang="en-US" sz="1200" dirty="0"/>
          </a:p>
        </p:txBody>
      </p:sp>
      <p:sp>
        <p:nvSpPr>
          <p:cNvPr id="22" name="Text 20"/>
          <p:cNvSpPr/>
          <p:nvPr/>
        </p:nvSpPr>
        <p:spPr>
          <a:xfrm>
            <a:off x="6197600" y="4261743"/>
            <a:ext cx="243306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08A3E"/>
                </a:solidFill>
                <a:latin typeface="Courier New" pitchFamily="34" charset="0"/>
                <a:ea typeface="Courier New" pitchFamily="34" charset="-122"/>
                <a:cs typeface="Courier New" pitchFamily="34" charset="-120"/>
              </a:rPr>
              <a:t>USAGE</a:t>
            </a:r>
            <a:endParaRPr lang="en-US" sz="1300" dirty="0"/>
          </a:p>
        </p:txBody>
      </p:sp>
      <p:sp>
        <p:nvSpPr>
          <p:cNvPr id="23" name="Text 21"/>
          <p:cNvSpPr/>
          <p:nvPr/>
        </p:nvSpPr>
        <p:spPr>
          <a:xfrm>
            <a:off x="6197600" y="4543623"/>
            <a:ext cx="243306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C5BC"/>
                </a:solidFill>
                <a:latin typeface="Arial" pitchFamily="34" charset="0"/>
                <a:ea typeface="Arial" pitchFamily="34" charset="-122"/>
                <a:cs typeface="Arial" pitchFamily="34" charset="-120"/>
              </a:rPr>
              <a:t>Come si usa, con esempi</a:t>
            </a:r>
            <a:endParaRPr lang="en-US" sz="1200" dirty="0"/>
          </a:p>
        </p:txBody>
      </p:sp>
      <p:sp>
        <p:nvSpPr>
          <p:cNvPr id="24" name="Text 22"/>
          <p:cNvSpPr/>
          <p:nvPr/>
        </p:nvSpPr>
        <p:spPr>
          <a:xfrm>
            <a:off x="8763000" y="4261743"/>
            <a:ext cx="243306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08A3E"/>
                </a:solidFill>
                <a:latin typeface="Courier New" pitchFamily="34" charset="0"/>
                <a:ea typeface="Courier New" pitchFamily="34" charset="-122"/>
                <a:cs typeface="Courier New" pitchFamily="34" charset="-120"/>
              </a:rPr>
              <a:t>OPENPOINTS</a:t>
            </a:r>
            <a:endParaRPr lang="en-US" sz="1300" dirty="0"/>
          </a:p>
        </p:txBody>
      </p:sp>
      <p:sp>
        <p:nvSpPr>
          <p:cNvPr id="25" name="Text 23"/>
          <p:cNvSpPr/>
          <p:nvPr/>
        </p:nvSpPr>
        <p:spPr>
          <a:xfrm>
            <a:off x="8763000" y="4543623"/>
            <a:ext cx="243306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C5BC"/>
                </a:solidFill>
                <a:latin typeface="Arial" pitchFamily="34" charset="0"/>
                <a:ea typeface="Arial" pitchFamily="34" charset="-122"/>
                <a:cs typeface="Arial" pitchFamily="34" charset="-120"/>
              </a:rPr>
              <a:t>Cosa manca, cosa è da decidere</a:t>
            </a:r>
            <a:endParaRPr lang="en-US" sz="1200" dirty="0"/>
          </a:p>
        </p:txBody>
      </p:sp>
      <p:sp>
        <p:nvSpPr>
          <p:cNvPr id="26" name="Text 2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078"/>
                </a:solidFill>
                <a:latin typeface="Courier New" pitchFamily="34" charset="0"/>
                <a:ea typeface="Courier New" pitchFamily="34" charset="-122"/>
                <a:cs typeface="Courier New" pitchFamily="34" charset="-120"/>
              </a:rPr>
              <a:t>TheMESThing · Librerie ben strutturate · 2</a:t>
            </a:r>
            <a:endParaRPr lang="en-US" sz="1200" dirty="0"/>
          </a:p>
        </p:txBody>
      </p:sp>
      <p:sp>
        <p:nvSpPr>
          <p:cNvPr id="27" name="Title 26">
            <a:extLst>
              <a:ext uri="{FF2B5EF4-FFF2-40B4-BE49-F238E27FC236}">
                <a16:creationId xmlns:a16="http://schemas.microsoft.com/office/drawing/2014/main" id="{4EBB9453-F415-6DE1-887C-A244F2EDCE06}"/>
              </a:ext>
            </a:extLst>
          </p:cNvPr>
          <p:cNvSpPr>
            <a:spLocks noGrp="1"/>
          </p:cNvSpPr>
          <p:nvPr>
            <p:ph type="title"/>
          </p:nvPr>
        </p:nvSpPr>
        <p:spPr>
          <a:xfrm>
            <a:off x="838200" y="365125"/>
            <a:ext cx="10515600" cy="1325563"/>
          </a:xfrm>
        </p:spPr>
        <p:txBody>
          <a:bodyPr/>
          <a:lstStyle/>
          <a:p>
            <a:r>
              <a:rPr lang="en-US" dirty="0" err="1"/>
              <a:t>Tecnicismi</a:t>
            </a:r>
            <a:r>
              <a:rPr lang="en-US" dirty="0"/>
              <a:t> e </a:t>
            </a:r>
            <a:r>
              <a:rPr lang="en-US" dirty="0" err="1"/>
              <a:t>caratteristiche</a:t>
            </a:r>
            <a:endParaRPr lang="it-IT"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182B488-B813-4272-A078-DBE8865A9CC7}"/>
              </a:ext>
            </a:extLst>
          </p:cNvPr>
          <p:cNvSpPr>
            <a:spLocks noGrp="1"/>
          </p:cNvSpPr>
          <p:nvPr/>
        </p:nvSpPr>
        <p:spPr>
          <a:xfrm>
            <a:off x="400050" y="647700"/>
            <a:ext cx="11049000" cy="647700"/>
          </a:xfrm>
          <a:prstGeom prst="rect">
            <a:avLst/>
          </a:prstGeom>
          <a:noFill/>
          <a:ln w="0">
            <a:noFill/>
            <a:prstDash val="solid"/>
          </a:ln>
        </p:spPr>
        <p:txBody>
          <a:bodyPr anchor="ctr">
            <a:normAutofit/>
          </a:bodyPr>
          <a:lstStyle/>
          <a:p>
            <a:pPr algn="l">
              <a:buNone/>
              <a:defRPr sz="2850" b="1">
                <a:solidFill>
                  <a:srgbClr val="111111"/>
                </a:solidFill>
                <a:latin typeface="Segoe Print"/>
                <a:ea typeface="Segoe Print"/>
                <a:cs typeface="Segoe Print"/>
              </a:defRPr>
            </a:pPr>
            <a:endParaRPr sz="2850" b="1" dirty="0">
              <a:solidFill>
                <a:srgbClr val="111111"/>
              </a:solidFill>
              <a:latin typeface="Segoe Print"/>
              <a:ea typeface="Segoe Print"/>
              <a:cs typeface="Segoe Print"/>
            </a:endParaRPr>
          </a:p>
        </p:txBody>
      </p:sp>
      <p:sp>
        <p:nvSpPr>
          <p:cNvPr id="3" name="Rectangle: Rounded Corners 2">
            <a:extLst>
              <a:ext uri="{FF2B5EF4-FFF2-40B4-BE49-F238E27FC236}">
                <a16:creationId xmlns:a16="http://schemas.microsoft.com/office/drawing/2014/main" id="{3C45AFB4-B1A5-4C33-9CE9-C89D0BC1FCCE}"/>
              </a:ext>
            </a:extLst>
          </p:cNvPr>
          <p:cNvSpPr>
            <a:spLocks noGrp="1"/>
          </p:cNvSpPr>
          <p:nvPr/>
        </p:nvSpPr>
        <p:spPr>
          <a:xfrm>
            <a:off x="1926745" y="2631281"/>
            <a:ext cx="2428875" cy="647700"/>
          </a:xfrm>
          <a:prstGeom prst="roundRect">
            <a:avLst>
              <a:gd name="adj" fmla="val 11765"/>
            </a:avLst>
          </a:prstGeom>
          <a:solidFill>
            <a:srgbClr val="FFFFFF"/>
          </a:solidFill>
          <a:ln w="19050">
            <a:solidFill>
              <a:srgbClr val="111111"/>
            </a:solidFill>
            <a:prstDash val="solid"/>
          </a:ln>
        </p:spPr>
        <p:txBody>
          <a:bodyPr anchor="ctr">
            <a:normAutofit/>
          </a:bodyPr>
          <a:lstStyle/>
          <a:p>
            <a:pPr algn="ctr">
              <a:buNone/>
              <a:defRPr sz="1800" b="1">
                <a:solidFill>
                  <a:srgbClr val="111111"/>
                </a:solidFill>
                <a:latin typeface="Segoe Print"/>
                <a:ea typeface="Segoe Print"/>
                <a:cs typeface="Segoe Print"/>
              </a:defRPr>
            </a:pPr>
            <a:r>
              <a:rPr sz="2400" b="1">
                <a:solidFill>
                  <a:srgbClr val="2980B9"/>
                </a:solidFill>
                <a:latin typeface="Calibri" panose="020F0502020204030204" pitchFamily="34" charset="0"/>
                <a:ea typeface="Calibri" panose="020F0502020204030204" pitchFamily="34" charset="0"/>
                <a:cs typeface="Calibri" panose="020F0502020204030204" pitchFamily="34" charset="0"/>
              </a:rPr>
              <a:t>PYSHARP</a:t>
            </a:r>
          </a:p>
        </p:txBody>
      </p:sp>
      <p:sp>
        <p:nvSpPr>
          <p:cNvPr id="4" name="Rectangle 3">
            <a:extLst>
              <a:ext uri="{FF2B5EF4-FFF2-40B4-BE49-F238E27FC236}">
                <a16:creationId xmlns:a16="http://schemas.microsoft.com/office/drawing/2014/main" id="{FEE10EA6-BC68-44F9-84B0-F367240CDE33}"/>
              </a:ext>
            </a:extLst>
          </p:cNvPr>
          <p:cNvSpPr>
            <a:spLocks noGrp="1"/>
          </p:cNvSpPr>
          <p:nvPr/>
        </p:nvSpPr>
        <p:spPr>
          <a:xfrm>
            <a:off x="2041045" y="3459956"/>
            <a:ext cx="2200275" cy="1123950"/>
          </a:xfrm>
          <a:prstGeom prst="rect">
            <a:avLst/>
          </a:prstGeom>
          <a:noFill/>
          <a:ln w="0">
            <a:noFill/>
            <a:prstDash val="solid"/>
          </a:ln>
        </p:spPr>
        <p:txBody>
          <a:bodyPr anchor="ctr">
            <a:normAutofit/>
          </a:bodyPr>
          <a:lstStyle/>
          <a:p>
            <a:pPr algn="ctr">
              <a:buNone/>
              <a:defRPr sz="1275" b="0">
                <a:solidFill>
                  <a:srgbClr val="111111"/>
                </a:solidFill>
                <a:latin typeface="Segoe Print"/>
                <a:ea typeface="Segoe Print"/>
                <a:cs typeface="Segoe Print"/>
              </a:defRPr>
            </a:pPr>
            <a:r>
              <a:rPr sz="1600" b="0">
                <a:solidFill>
                  <a:srgbClr val="2980B9"/>
                </a:solidFill>
                <a:latin typeface="Calibri" panose="020F0502020204030204" pitchFamily="34" charset="0"/>
                <a:ea typeface="Calibri" panose="020F0502020204030204" pitchFamily="34" charset="0"/>
                <a:cs typeface="Calibri" panose="020F0502020204030204" pitchFamily="34" charset="0"/>
              </a:rPr>
              <a:t>Scenario, regole e catalogo delle domande</a:t>
            </a:r>
          </a:p>
        </p:txBody>
      </p:sp>
      <p:sp>
        <p:nvSpPr>
          <p:cNvPr id="5" name="Rectangle: Rounded Corners 4">
            <a:extLst>
              <a:ext uri="{FF2B5EF4-FFF2-40B4-BE49-F238E27FC236}">
                <a16:creationId xmlns:a16="http://schemas.microsoft.com/office/drawing/2014/main" id="{E76724CD-9969-4C19-90CF-93A71B16C64A}"/>
              </a:ext>
            </a:extLst>
          </p:cNvPr>
          <p:cNvSpPr>
            <a:spLocks noGrp="1"/>
          </p:cNvSpPr>
          <p:nvPr/>
        </p:nvSpPr>
        <p:spPr>
          <a:xfrm>
            <a:off x="4765195" y="2631281"/>
            <a:ext cx="2428875" cy="647700"/>
          </a:xfrm>
          <a:prstGeom prst="roundRect">
            <a:avLst>
              <a:gd name="adj" fmla="val 11765"/>
            </a:avLst>
          </a:prstGeom>
          <a:solidFill>
            <a:srgbClr val="FFFFFF"/>
          </a:solidFill>
          <a:ln w="19050">
            <a:solidFill>
              <a:srgbClr val="111111"/>
            </a:solidFill>
            <a:prstDash val="solid"/>
          </a:ln>
        </p:spPr>
        <p:txBody>
          <a:bodyPr anchor="ctr">
            <a:normAutofit/>
          </a:bodyPr>
          <a:lstStyle/>
          <a:p>
            <a:pPr algn="ctr">
              <a:buNone/>
              <a:defRPr sz="1800" b="1">
                <a:solidFill>
                  <a:srgbClr val="111111"/>
                </a:solidFill>
                <a:latin typeface="Segoe Print"/>
                <a:ea typeface="Segoe Print"/>
                <a:cs typeface="Segoe Print"/>
              </a:defRPr>
            </a:pPr>
            <a:r>
              <a:rPr sz="2400" b="1">
                <a:solidFill>
                  <a:srgbClr val="2980B9"/>
                </a:solidFill>
                <a:latin typeface="Calibri" panose="020F0502020204030204" pitchFamily="34" charset="0"/>
                <a:ea typeface="Calibri" panose="020F0502020204030204" pitchFamily="34" charset="0"/>
                <a:cs typeface="Calibri" panose="020F0502020204030204" pitchFamily="34" charset="0"/>
              </a:rPr>
              <a:t>ONTLY</a:t>
            </a:r>
          </a:p>
        </p:txBody>
      </p:sp>
      <p:sp>
        <p:nvSpPr>
          <p:cNvPr id="6" name="Rectangle 5">
            <a:extLst>
              <a:ext uri="{FF2B5EF4-FFF2-40B4-BE49-F238E27FC236}">
                <a16:creationId xmlns:a16="http://schemas.microsoft.com/office/drawing/2014/main" id="{6843E794-7189-4C1E-8048-933DE295DACA}"/>
              </a:ext>
            </a:extLst>
          </p:cNvPr>
          <p:cNvSpPr>
            <a:spLocks noGrp="1"/>
          </p:cNvSpPr>
          <p:nvPr/>
        </p:nvSpPr>
        <p:spPr>
          <a:xfrm>
            <a:off x="4879495" y="3459956"/>
            <a:ext cx="2200275" cy="1123950"/>
          </a:xfrm>
          <a:prstGeom prst="rect">
            <a:avLst/>
          </a:prstGeom>
          <a:noFill/>
          <a:ln w="0">
            <a:noFill/>
            <a:prstDash val="solid"/>
          </a:ln>
        </p:spPr>
        <p:txBody>
          <a:bodyPr anchor="ctr">
            <a:normAutofit/>
          </a:bodyPr>
          <a:lstStyle/>
          <a:p>
            <a:pPr algn="ctr">
              <a:buNone/>
              <a:defRPr sz="1275" b="0">
                <a:solidFill>
                  <a:srgbClr val="111111"/>
                </a:solidFill>
                <a:latin typeface="Segoe Print"/>
                <a:ea typeface="Segoe Print"/>
                <a:cs typeface="Segoe Print"/>
              </a:defRPr>
            </a:pPr>
            <a:r>
              <a:rPr sz="1600" b="0">
                <a:solidFill>
                  <a:srgbClr val="2980B9"/>
                </a:solidFill>
                <a:latin typeface="Calibri" panose="020F0502020204030204" pitchFamily="34" charset="0"/>
                <a:ea typeface="Calibri" panose="020F0502020204030204" pitchFamily="34" charset="0"/>
                <a:cs typeface="Calibri" panose="020F0502020204030204" pitchFamily="34" charset="0"/>
              </a:rPr>
              <a:t>Entità, value object e messaggi Event Hub</a:t>
            </a:r>
          </a:p>
        </p:txBody>
      </p:sp>
      <p:sp>
        <p:nvSpPr>
          <p:cNvPr id="9" name="Rectangle: Rounded Corners 8">
            <a:extLst>
              <a:ext uri="{FF2B5EF4-FFF2-40B4-BE49-F238E27FC236}">
                <a16:creationId xmlns:a16="http://schemas.microsoft.com/office/drawing/2014/main" id="{2248EB4F-A3FE-4310-9405-00BBA35F0E34}"/>
              </a:ext>
            </a:extLst>
          </p:cNvPr>
          <p:cNvSpPr>
            <a:spLocks noGrp="1"/>
          </p:cNvSpPr>
          <p:nvPr/>
        </p:nvSpPr>
        <p:spPr>
          <a:xfrm>
            <a:off x="7651270" y="2631281"/>
            <a:ext cx="2428875" cy="647700"/>
          </a:xfrm>
          <a:prstGeom prst="roundRect">
            <a:avLst>
              <a:gd name="adj" fmla="val 11765"/>
            </a:avLst>
          </a:prstGeom>
          <a:solidFill>
            <a:srgbClr val="FFFFFF"/>
          </a:solidFill>
          <a:ln w="19050">
            <a:solidFill>
              <a:srgbClr val="111111"/>
            </a:solidFill>
            <a:prstDash val="solid"/>
          </a:ln>
        </p:spPr>
        <p:txBody>
          <a:bodyPr anchor="ctr">
            <a:normAutofit/>
          </a:bodyPr>
          <a:lstStyle/>
          <a:p>
            <a:pPr algn="ctr">
              <a:buNone/>
              <a:defRPr sz="1800" b="1">
                <a:solidFill>
                  <a:srgbClr val="111111"/>
                </a:solidFill>
                <a:latin typeface="Segoe Print"/>
                <a:ea typeface="Segoe Print"/>
                <a:cs typeface="Segoe Print"/>
              </a:defRPr>
            </a:pPr>
            <a:r>
              <a:rPr sz="2400" b="1">
                <a:solidFill>
                  <a:srgbClr val="2980B9"/>
                </a:solidFill>
                <a:latin typeface="Calibri" panose="020F0502020204030204" pitchFamily="34" charset="0"/>
                <a:ea typeface="Calibri" panose="020F0502020204030204" pitchFamily="34" charset="0"/>
                <a:cs typeface="Calibri" panose="020F0502020204030204" pitchFamily="34" charset="0"/>
              </a:rPr>
              <a:t>RALF</a:t>
            </a:r>
          </a:p>
        </p:txBody>
      </p:sp>
      <p:sp>
        <p:nvSpPr>
          <p:cNvPr id="10" name="Rectangle 9">
            <a:extLst>
              <a:ext uri="{FF2B5EF4-FFF2-40B4-BE49-F238E27FC236}">
                <a16:creationId xmlns:a16="http://schemas.microsoft.com/office/drawing/2014/main" id="{744A2246-F966-460D-8FCF-C246969EFBF6}"/>
              </a:ext>
            </a:extLst>
          </p:cNvPr>
          <p:cNvSpPr>
            <a:spLocks noGrp="1"/>
          </p:cNvSpPr>
          <p:nvPr/>
        </p:nvSpPr>
        <p:spPr>
          <a:xfrm>
            <a:off x="7765570" y="3459956"/>
            <a:ext cx="2200275" cy="1123950"/>
          </a:xfrm>
          <a:prstGeom prst="rect">
            <a:avLst/>
          </a:prstGeom>
          <a:noFill/>
          <a:ln w="0">
            <a:noFill/>
            <a:prstDash val="solid"/>
          </a:ln>
        </p:spPr>
        <p:txBody>
          <a:bodyPr anchor="ctr">
            <a:normAutofit/>
          </a:bodyPr>
          <a:lstStyle/>
          <a:p>
            <a:pPr algn="ctr">
              <a:buNone/>
              <a:defRPr sz="1275" b="0">
                <a:solidFill>
                  <a:srgbClr val="111111"/>
                </a:solidFill>
                <a:latin typeface="Segoe Print"/>
                <a:ea typeface="Segoe Print"/>
                <a:cs typeface="Segoe Print"/>
              </a:defRPr>
            </a:pPr>
            <a:r>
              <a:rPr sz="1600" b="0">
                <a:solidFill>
                  <a:srgbClr val="2980B9"/>
                </a:solidFill>
                <a:latin typeface="Calibri" panose="020F0502020204030204" pitchFamily="34" charset="0"/>
                <a:ea typeface="Calibri" panose="020F0502020204030204" pitchFamily="34" charset="0"/>
                <a:cs typeface="Calibri" panose="020F0502020204030204" pitchFamily="34" charset="0"/>
              </a:rPr>
              <a:t>Domanda naturale e spiegazione con evidenze</a:t>
            </a:r>
          </a:p>
        </p:txBody>
      </p:sp>
      <p:sp>
        <p:nvSpPr>
          <p:cNvPr id="11" name="Rectangle 10">
            <a:extLst>
              <a:ext uri="{FF2B5EF4-FFF2-40B4-BE49-F238E27FC236}">
                <a16:creationId xmlns:a16="http://schemas.microsoft.com/office/drawing/2014/main" id="{2E0BC39C-F97F-4DFE-8A16-41027FFDBB5A}"/>
              </a:ext>
            </a:extLst>
          </p:cNvPr>
          <p:cNvSpPr>
            <a:spLocks noGrp="1"/>
          </p:cNvSpPr>
          <p:nvPr/>
        </p:nvSpPr>
        <p:spPr>
          <a:xfrm>
            <a:off x="4422295" y="2755106"/>
            <a:ext cx="304800" cy="381000"/>
          </a:xfrm>
          <a:prstGeom prst="rect">
            <a:avLst/>
          </a:prstGeom>
          <a:noFill/>
          <a:ln w="0">
            <a:noFill/>
            <a:prstDash val="solid"/>
          </a:ln>
        </p:spPr>
        <p:txBody>
          <a:bodyPr anchor="ctr">
            <a:noAutofit/>
          </a:bodyPr>
          <a:lstStyle/>
          <a:p>
            <a:pPr algn="ctr">
              <a:buNone/>
              <a:defRPr sz="2100" b="1">
                <a:solidFill>
                  <a:srgbClr val="111111"/>
                </a:solidFill>
                <a:latin typeface="Segoe Print"/>
                <a:ea typeface="Segoe Print"/>
                <a:cs typeface="Segoe Print"/>
              </a:defRPr>
            </a:pPr>
            <a:r>
              <a:rPr sz="2800" b="1">
                <a:solidFill>
                  <a:srgbClr val="2980B9"/>
                </a:solidFill>
                <a:latin typeface="Calibri" panose="020F0502020204030204" pitchFamily="34" charset="0"/>
                <a:ea typeface="Calibri" panose="020F0502020204030204" pitchFamily="34" charset="0"/>
                <a:cs typeface="Calibri" panose="020F0502020204030204" pitchFamily="34" charset="0"/>
              </a:rPr>
              <a:t>→</a:t>
            </a:r>
          </a:p>
        </p:txBody>
      </p:sp>
      <p:sp>
        <p:nvSpPr>
          <p:cNvPr id="13" name="Rectangle 12">
            <a:extLst>
              <a:ext uri="{FF2B5EF4-FFF2-40B4-BE49-F238E27FC236}">
                <a16:creationId xmlns:a16="http://schemas.microsoft.com/office/drawing/2014/main" id="{C89ABA04-F6E0-4A12-B3C8-8E8848ECBE9C}"/>
              </a:ext>
            </a:extLst>
          </p:cNvPr>
          <p:cNvSpPr>
            <a:spLocks noGrp="1"/>
          </p:cNvSpPr>
          <p:nvPr/>
        </p:nvSpPr>
        <p:spPr>
          <a:xfrm>
            <a:off x="7308370" y="2755106"/>
            <a:ext cx="304800" cy="381000"/>
          </a:xfrm>
          <a:prstGeom prst="rect">
            <a:avLst/>
          </a:prstGeom>
          <a:noFill/>
          <a:ln w="0">
            <a:noFill/>
            <a:prstDash val="solid"/>
          </a:ln>
        </p:spPr>
        <p:txBody>
          <a:bodyPr anchor="ctr">
            <a:noAutofit/>
          </a:bodyPr>
          <a:lstStyle/>
          <a:p>
            <a:pPr algn="ctr">
              <a:buNone/>
              <a:defRPr sz="2100" b="1">
                <a:solidFill>
                  <a:srgbClr val="111111"/>
                </a:solidFill>
                <a:latin typeface="Segoe Print"/>
                <a:ea typeface="Segoe Print"/>
                <a:cs typeface="Segoe Print"/>
              </a:defRPr>
            </a:pPr>
            <a:r>
              <a:rPr sz="2800" b="1">
                <a:solidFill>
                  <a:srgbClr val="2980B9"/>
                </a:solidFill>
                <a:latin typeface="Calibri" panose="020F0502020204030204" pitchFamily="34" charset="0"/>
                <a:ea typeface="Calibri" panose="020F0502020204030204" pitchFamily="34" charset="0"/>
                <a:cs typeface="Calibri" panose="020F0502020204030204" pitchFamily="34" charset="0"/>
              </a:rPr>
              <a:t>→</a:t>
            </a:r>
          </a:p>
        </p:txBody>
      </p:sp>
      <p:sp>
        <p:nvSpPr>
          <p:cNvPr id="17" name="Title 16">
            <a:extLst>
              <a:ext uri="{FF2B5EF4-FFF2-40B4-BE49-F238E27FC236}">
                <a16:creationId xmlns:a16="http://schemas.microsoft.com/office/drawing/2014/main" id="{083CCCB8-367A-B5BB-8FD2-4F6C238C9ABB}"/>
              </a:ext>
            </a:extLst>
          </p:cNvPr>
          <p:cNvSpPr>
            <a:spLocks noGrp="1"/>
          </p:cNvSpPr>
          <p:nvPr>
            <p:ph type="title"/>
          </p:nvPr>
        </p:nvSpPr>
        <p:spPr>
          <a:xfrm>
            <a:off x="838200" y="365125"/>
            <a:ext cx="10515600" cy="1325563"/>
          </a:xfrm>
        </p:spPr>
        <p:txBody>
          <a:bodyPr>
            <a:normAutofit/>
          </a:bodyPr>
          <a:lstStyle/>
          <a:p>
            <a:r>
              <a:rPr lang="it-IT" dirty="0"/>
              <a:t>DEFINIRE IL MONDO PRIMA DI INTERROGARLO</a:t>
            </a:r>
          </a:p>
        </p:txBody>
      </p:sp>
    </p:spTree>
    <p:extLst>
      <p:ext uri="{BB962C8B-B14F-4D97-AF65-F5344CB8AC3E}">
        <p14:creationId xmlns:p14="http://schemas.microsoft.com/office/powerpoint/2010/main" val="29935857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812800" y="1305520"/>
            <a:ext cx="10883392" cy="528241"/>
          </a:xfrm>
          <a:prstGeom prst="rect">
            <a:avLst/>
          </a:prstGeom>
          <a:noFill/>
          <a:ln/>
        </p:spPr>
        <p:txBody>
          <a:bodyPr wrap="square" lIns="0" tIns="0" rIns="0" bIns="0" rtlCol="0" anchor="t">
            <a:normAutofit/>
          </a:bodyPr>
          <a:lstStyle/>
          <a:p>
            <a:pPr marL="0" indent="0" algn="l">
              <a:lnSpc>
                <a:spcPts val="3960"/>
              </a:lnSpc>
              <a:buNone/>
            </a:pPr>
            <a:endParaRPr lang="en-US" sz="3600" dirty="0"/>
          </a:p>
        </p:txBody>
      </p:sp>
      <p:sp>
        <p:nvSpPr>
          <p:cNvPr id="4" name="Shape 2"/>
          <p:cNvSpPr/>
          <p:nvPr/>
        </p:nvSpPr>
        <p:spPr>
          <a:xfrm>
            <a:off x="815975" y="2090936"/>
            <a:ext cx="2005310" cy="2175272"/>
          </a:xfrm>
          <a:prstGeom prst="roundRect">
            <a:avLst>
              <a:gd name="adj" fmla="val 3642"/>
            </a:avLst>
          </a:prstGeom>
          <a:solidFill>
            <a:srgbClr val="FBFAF7"/>
          </a:solidFill>
          <a:ln w="6350">
            <a:solidFill>
              <a:srgbClr val="DCD7CC"/>
            </a:solidFill>
            <a:prstDash val="solid"/>
          </a:ln>
        </p:spPr>
      </p:sp>
      <p:sp>
        <p:nvSpPr>
          <p:cNvPr id="5" name="Text 3"/>
          <p:cNvSpPr/>
          <p:nvPr/>
        </p:nvSpPr>
        <p:spPr>
          <a:xfrm>
            <a:off x="996950" y="2271911"/>
            <a:ext cx="169416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8521A"/>
                </a:solidFill>
                <a:latin typeface="Courier New" pitchFamily="34" charset="0"/>
                <a:ea typeface="Courier New" pitchFamily="34" charset="-122"/>
                <a:cs typeface="Courier New" pitchFamily="34" charset="-120"/>
              </a:rPr>
              <a:t>01</a:t>
            </a:r>
            <a:endParaRPr lang="en-US" sz="2000" dirty="0"/>
          </a:p>
        </p:txBody>
      </p:sp>
      <p:sp>
        <p:nvSpPr>
          <p:cNvPr id="6" name="Text 4"/>
          <p:cNvSpPr/>
          <p:nvPr/>
        </p:nvSpPr>
        <p:spPr>
          <a:xfrm>
            <a:off x="996950" y="2716411"/>
            <a:ext cx="169416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980B9"/>
                </a:solidFill>
                <a:latin typeface="Arial" pitchFamily="34" charset="0"/>
                <a:ea typeface="Arial" pitchFamily="34" charset="-122"/>
                <a:cs typeface="Arial" pitchFamily="34" charset="-120"/>
              </a:rPr>
              <a:t>Un obiettivo</a:t>
            </a:r>
            <a:endParaRPr lang="en-US" sz="1400" dirty="0">
              <a:solidFill>
                <a:srgbClr val="2980B9"/>
              </a:solidFill>
            </a:endParaRPr>
          </a:p>
        </p:txBody>
      </p:sp>
      <p:sp>
        <p:nvSpPr>
          <p:cNvPr id="7" name="Text 5"/>
          <p:cNvSpPr/>
          <p:nvPr/>
        </p:nvSpPr>
        <p:spPr>
          <a:xfrm>
            <a:off x="996950" y="3018631"/>
            <a:ext cx="169416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980B9"/>
                </a:solidFill>
                <a:latin typeface="Arial" pitchFamily="34" charset="0"/>
                <a:ea typeface="Arial" pitchFamily="34" charset="-122"/>
                <a:cs typeface="Arial" pitchFamily="34" charset="-120"/>
              </a:rPr>
              <a:t>Un risultato atteso, chiaro e verificabile.</a:t>
            </a:r>
            <a:endParaRPr lang="en-US" sz="1200" dirty="0">
              <a:solidFill>
                <a:srgbClr val="2980B9"/>
              </a:solidFill>
            </a:endParaRPr>
          </a:p>
        </p:txBody>
      </p:sp>
      <p:sp>
        <p:nvSpPr>
          <p:cNvPr id="8" name="Shape 6"/>
          <p:cNvSpPr/>
          <p:nvPr/>
        </p:nvSpPr>
        <p:spPr>
          <a:xfrm>
            <a:off x="2954635" y="2090936"/>
            <a:ext cx="2005409" cy="2175272"/>
          </a:xfrm>
          <a:prstGeom prst="roundRect">
            <a:avLst>
              <a:gd name="adj" fmla="val 3641"/>
            </a:avLst>
          </a:prstGeom>
          <a:solidFill>
            <a:srgbClr val="FBFAF7"/>
          </a:solidFill>
          <a:ln w="6350">
            <a:solidFill>
              <a:srgbClr val="DCD7CC"/>
            </a:solidFill>
            <a:prstDash val="solid"/>
          </a:ln>
        </p:spPr>
      </p:sp>
      <p:sp>
        <p:nvSpPr>
          <p:cNvPr id="9" name="Text 7"/>
          <p:cNvSpPr/>
          <p:nvPr/>
        </p:nvSpPr>
        <p:spPr>
          <a:xfrm>
            <a:off x="3135610" y="2271911"/>
            <a:ext cx="1694259"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8521A"/>
                </a:solidFill>
                <a:latin typeface="Courier New" pitchFamily="34" charset="0"/>
                <a:ea typeface="Courier New" pitchFamily="34" charset="-122"/>
                <a:cs typeface="Courier New" pitchFamily="34" charset="-120"/>
              </a:rPr>
              <a:t>02</a:t>
            </a:r>
            <a:endParaRPr lang="en-US" sz="2000" dirty="0"/>
          </a:p>
        </p:txBody>
      </p:sp>
      <p:sp>
        <p:nvSpPr>
          <p:cNvPr id="10" name="Text 8"/>
          <p:cNvSpPr/>
          <p:nvPr/>
        </p:nvSpPr>
        <p:spPr>
          <a:xfrm>
            <a:off x="3135610" y="2716411"/>
            <a:ext cx="1694259"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980B9"/>
                </a:solidFill>
                <a:latin typeface="Arial" pitchFamily="34" charset="0"/>
                <a:ea typeface="Arial" pitchFamily="34" charset="-122"/>
                <a:cs typeface="Arial" pitchFamily="34" charset="-120"/>
              </a:rPr>
              <a:t>Uno strumento</a:t>
            </a:r>
            <a:endParaRPr lang="en-US" sz="1400" dirty="0">
              <a:solidFill>
                <a:srgbClr val="2980B9"/>
              </a:solidFill>
            </a:endParaRPr>
          </a:p>
        </p:txBody>
      </p:sp>
      <p:sp>
        <p:nvSpPr>
          <p:cNvPr id="11" name="Text 9"/>
          <p:cNvSpPr/>
          <p:nvPr/>
        </p:nvSpPr>
        <p:spPr>
          <a:xfrm>
            <a:off x="3135610" y="3018631"/>
            <a:ext cx="1694259"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980B9"/>
                </a:solidFill>
                <a:latin typeface="Arial" pitchFamily="34" charset="0"/>
                <a:ea typeface="Arial" pitchFamily="34" charset="-122"/>
                <a:cs typeface="Arial" pitchFamily="34" charset="-120"/>
              </a:rPr>
              <a:t>Il copilot si costruisce lo strumento per raggiungerlo.</a:t>
            </a:r>
            <a:endParaRPr lang="en-US" sz="1200" dirty="0">
              <a:solidFill>
                <a:srgbClr val="2980B9"/>
              </a:solidFill>
            </a:endParaRPr>
          </a:p>
        </p:txBody>
      </p:sp>
      <p:sp>
        <p:nvSpPr>
          <p:cNvPr id="12" name="Shape 10"/>
          <p:cNvSpPr/>
          <p:nvPr/>
        </p:nvSpPr>
        <p:spPr>
          <a:xfrm>
            <a:off x="5093395" y="2090936"/>
            <a:ext cx="2005310" cy="2175272"/>
          </a:xfrm>
          <a:prstGeom prst="roundRect">
            <a:avLst>
              <a:gd name="adj" fmla="val 3642"/>
            </a:avLst>
          </a:prstGeom>
          <a:solidFill>
            <a:srgbClr val="FBFAF7"/>
          </a:solidFill>
          <a:ln w="6350">
            <a:solidFill>
              <a:srgbClr val="DCD7CC"/>
            </a:solidFill>
            <a:prstDash val="solid"/>
          </a:ln>
        </p:spPr>
      </p:sp>
      <p:sp>
        <p:nvSpPr>
          <p:cNvPr id="13" name="Text 11"/>
          <p:cNvSpPr/>
          <p:nvPr/>
        </p:nvSpPr>
        <p:spPr>
          <a:xfrm>
            <a:off x="5274370" y="2271911"/>
            <a:ext cx="169416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8521A"/>
                </a:solidFill>
                <a:latin typeface="Courier New" pitchFamily="34" charset="0"/>
                <a:ea typeface="Courier New" pitchFamily="34" charset="-122"/>
                <a:cs typeface="Courier New" pitchFamily="34" charset="-120"/>
              </a:rPr>
              <a:t>03</a:t>
            </a:r>
            <a:endParaRPr lang="en-US" sz="2000" dirty="0"/>
          </a:p>
        </p:txBody>
      </p:sp>
      <p:sp>
        <p:nvSpPr>
          <p:cNvPr id="14" name="Text 12"/>
          <p:cNvSpPr/>
          <p:nvPr/>
        </p:nvSpPr>
        <p:spPr>
          <a:xfrm>
            <a:off x="5274370" y="2716411"/>
            <a:ext cx="169416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980B9"/>
                </a:solidFill>
                <a:latin typeface="Arial" pitchFamily="34" charset="0"/>
                <a:ea typeface="Arial" pitchFamily="34" charset="-122"/>
                <a:cs typeface="Arial" pitchFamily="34" charset="-120"/>
              </a:rPr>
              <a:t>Sempre una CLI</a:t>
            </a:r>
            <a:endParaRPr lang="en-US" sz="1400" dirty="0">
              <a:solidFill>
                <a:srgbClr val="2980B9"/>
              </a:solidFill>
            </a:endParaRPr>
          </a:p>
        </p:txBody>
      </p:sp>
      <p:sp>
        <p:nvSpPr>
          <p:cNvPr id="15" name="Text 13"/>
          <p:cNvSpPr/>
          <p:nvPr/>
        </p:nvSpPr>
        <p:spPr>
          <a:xfrm>
            <a:off x="5274370" y="3018631"/>
            <a:ext cx="169416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980B9"/>
                </a:solidFill>
                <a:latin typeface="Arial" pitchFamily="34" charset="0"/>
                <a:ea typeface="Arial" pitchFamily="34" charset="-122"/>
                <a:cs typeface="Arial" pitchFamily="34" charset="-120"/>
              </a:rPr>
              <a:t>Eseguibile, ripetibile, componibile: da terminale e da script.</a:t>
            </a:r>
            <a:endParaRPr lang="en-US" sz="1200" dirty="0">
              <a:solidFill>
                <a:srgbClr val="2980B9"/>
              </a:solidFill>
            </a:endParaRPr>
          </a:p>
        </p:txBody>
      </p:sp>
      <p:sp>
        <p:nvSpPr>
          <p:cNvPr id="16" name="Shape 14"/>
          <p:cNvSpPr/>
          <p:nvPr/>
        </p:nvSpPr>
        <p:spPr>
          <a:xfrm>
            <a:off x="7232055" y="2090936"/>
            <a:ext cx="2005310" cy="2175272"/>
          </a:xfrm>
          <a:prstGeom prst="roundRect">
            <a:avLst>
              <a:gd name="adj" fmla="val 3642"/>
            </a:avLst>
          </a:prstGeom>
          <a:solidFill>
            <a:srgbClr val="FBFAF7"/>
          </a:solidFill>
          <a:ln w="6350">
            <a:solidFill>
              <a:srgbClr val="DCD7CC"/>
            </a:solidFill>
            <a:prstDash val="solid"/>
          </a:ln>
        </p:spPr>
      </p:sp>
      <p:sp>
        <p:nvSpPr>
          <p:cNvPr id="17" name="Text 15"/>
          <p:cNvSpPr/>
          <p:nvPr/>
        </p:nvSpPr>
        <p:spPr>
          <a:xfrm>
            <a:off x="7413030" y="2271911"/>
            <a:ext cx="169416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8521A"/>
                </a:solidFill>
                <a:latin typeface="Courier New" pitchFamily="34" charset="0"/>
                <a:ea typeface="Courier New" pitchFamily="34" charset="-122"/>
                <a:cs typeface="Courier New" pitchFamily="34" charset="-120"/>
              </a:rPr>
              <a:t>04</a:t>
            </a:r>
            <a:endParaRPr lang="en-US" sz="2000" dirty="0"/>
          </a:p>
        </p:txBody>
      </p:sp>
      <p:sp>
        <p:nvSpPr>
          <p:cNvPr id="18" name="Text 16"/>
          <p:cNvSpPr/>
          <p:nvPr/>
        </p:nvSpPr>
        <p:spPr>
          <a:xfrm>
            <a:off x="7413030" y="2716411"/>
            <a:ext cx="169416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980B9"/>
                </a:solidFill>
                <a:latin typeface="Arial" pitchFamily="34" charset="0"/>
                <a:ea typeface="Arial" pitchFamily="34" charset="-122"/>
                <a:cs typeface="Arial" pitchFamily="34" charset="-120"/>
              </a:rPr>
              <a:t>I test</a:t>
            </a:r>
            <a:endParaRPr lang="en-US" sz="1400" dirty="0">
              <a:solidFill>
                <a:srgbClr val="2980B9"/>
              </a:solidFill>
            </a:endParaRPr>
          </a:p>
        </p:txBody>
      </p:sp>
      <p:sp>
        <p:nvSpPr>
          <p:cNvPr id="19" name="Text 17"/>
          <p:cNvSpPr/>
          <p:nvPr/>
        </p:nvSpPr>
        <p:spPr>
          <a:xfrm>
            <a:off x="7413030" y="3018631"/>
            <a:ext cx="169416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980B9"/>
                </a:solidFill>
                <a:latin typeface="Arial" pitchFamily="34" charset="0"/>
                <a:ea typeface="Arial" pitchFamily="34" charset="-122"/>
                <a:cs typeface="Arial" pitchFamily="34" charset="-120"/>
              </a:rPr>
              <a:t>Il copilot scrive i test che ne verificano il funzionamento.</a:t>
            </a:r>
            <a:endParaRPr lang="en-US" sz="1200" dirty="0">
              <a:solidFill>
                <a:srgbClr val="2980B9"/>
              </a:solidFill>
            </a:endParaRPr>
          </a:p>
        </p:txBody>
      </p:sp>
      <p:sp>
        <p:nvSpPr>
          <p:cNvPr id="20" name="Shape 18"/>
          <p:cNvSpPr/>
          <p:nvPr/>
        </p:nvSpPr>
        <p:spPr>
          <a:xfrm>
            <a:off x="9370715" y="2090936"/>
            <a:ext cx="2005310" cy="2175272"/>
          </a:xfrm>
          <a:prstGeom prst="roundRect">
            <a:avLst>
              <a:gd name="adj" fmla="val 3642"/>
            </a:avLst>
          </a:prstGeom>
          <a:solidFill>
            <a:srgbClr val="FBFAF7"/>
          </a:solidFill>
          <a:ln w="6350">
            <a:solidFill>
              <a:srgbClr val="DCD7CC"/>
            </a:solidFill>
            <a:prstDash val="solid"/>
          </a:ln>
        </p:spPr>
      </p:sp>
      <p:sp>
        <p:nvSpPr>
          <p:cNvPr id="21" name="Text 19"/>
          <p:cNvSpPr/>
          <p:nvPr/>
        </p:nvSpPr>
        <p:spPr>
          <a:xfrm>
            <a:off x="9551690" y="2271911"/>
            <a:ext cx="169416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8521A"/>
                </a:solidFill>
                <a:latin typeface="Courier New" pitchFamily="34" charset="0"/>
                <a:ea typeface="Courier New" pitchFamily="34" charset="-122"/>
                <a:cs typeface="Courier New" pitchFamily="34" charset="-120"/>
              </a:rPr>
              <a:t>05</a:t>
            </a:r>
            <a:endParaRPr lang="en-US" sz="2000" dirty="0"/>
          </a:p>
        </p:txBody>
      </p:sp>
      <p:sp>
        <p:nvSpPr>
          <p:cNvPr id="22" name="Text 20"/>
          <p:cNvSpPr/>
          <p:nvPr/>
        </p:nvSpPr>
        <p:spPr>
          <a:xfrm>
            <a:off x="9551690" y="2716411"/>
            <a:ext cx="1694160" cy="452041"/>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980B9"/>
                </a:solidFill>
                <a:latin typeface="Arial" pitchFamily="34" charset="0"/>
                <a:ea typeface="Arial" pitchFamily="34" charset="-122"/>
                <a:cs typeface="Arial" pitchFamily="34" charset="-120"/>
              </a:rPr>
              <a:t>La documentazione</a:t>
            </a:r>
            <a:endParaRPr lang="en-US" sz="1400" dirty="0">
              <a:solidFill>
                <a:srgbClr val="2980B9"/>
              </a:solidFill>
            </a:endParaRPr>
          </a:p>
        </p:txBody>
      </p:sp>
      <p:sp>
        <p:nvSpPr>
          <p:cNvPr id="23" name="Text 21"/>
          <p:cNvSpPr/>
          <p:nvPr/>
        </p:nvSpPr>
        <p:spPr>
          <a:xfrm>
            <a:off x="9551690" y="3231952"/>
            <a:ext cx="1694160"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980B9"/>
                </a:solidFill>
                <a:latin typeface="Arial" pitchFamily="34" charset="0"/>
                <a:ea typeface="Arial" pitchFamily="34" charset="-122"/>
                <a:cs typeface="Arial" pitchFamily="34" charset="-120"/>
              </a:rPr>
              <a:t>README, ARCHITECTURE, USAGE, OPENPOINTS nel repo.</a:t>
            </a:r>
            <a:endParaRPr lang="en-US" sz="1200" dirty="0">
              <a:solidFill>
                <a:srgbClr val="2980B9"/>
              </a:solidFill>
            </a:endParaRPr>
          </a:p>
        </p:txBody>
      </p:sp>
      <p:sp>
        <p:nvSpPr>
          <p:cNvPr id="24" name="Text 22"/>
          <p:cNvSpPr/>
          <p:nvPr/>
        </p:nvSpPr>
        <p:spPr>
          <a:xfrm>
            <a:off x="812800" y="4548783"/>
            <a:ext cx="9810750"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2980B9"/>
                </a:solidFill>
                <a:latin typeface="Arial" pitchFamily="34" charset="0"/>
                <a:ea typeface="Arial" pitchFamily="34" charset="-122"/>
                <a:cs typeface="Arial" pitchFamily="34" charset="-120"/>
              </a:rPr>
              <a:t>La documentazione dice sempre dove si è nel progetto: a te e al copilot.</a:t>
            </a:r>
            <a:endParaRPr lang="en-US" sz="2000" dirty="0">
              <a:solidFill>
                <a:srgbClr val="2980B9"/>
              </a:solidFill>
            </a:endParaRPr>
          </a:p>
        </p:txBody>
      </p:sp>
      <p:sp>
        <p:nvSpPr>
          <p:cNvPr id="25" name="Text 2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078"/>
                </a:solidFill>
                <a:latin typeface="Courier New" pitchFamily="34" charset="0"/>
                <a:ea typeface="Courier New" pitchFamily="34" charset="-122"/>
                <a:cs typeface="Courier New" pitchFamily="34" charset="-120"/>
              </a:rPr>
              <a:t>TheMESThing · Librerie ben strutturate · 3</a:t>
            </a:r>
            <a:endParaRPr lang="en-US" sz="1200" dirty="0"/>
          </a:p>
        </p:txBody>
      </p:sp>
      <p:sp>
        <p:nvSpPr>
          <p:cNvPr id="26" name="Title 25">
            <a:extLst>
              <a:ext uri="{FF2B5EF4-FFF2-40B4-BE49-F238E27FC236}">
                <a16:creationId xmlns:a16="http://schemas.microsoft.com/office/drawing/2014/main" id="{9AB5FE8C-3258-45E9-EE55-8EE626C2AE22}"/>
              </a:ext>
            </a:extLst>
          </p:cNvPr>
          <p:cNvSpPr>
            <a:spLocks noGrp="1"/>
          </p:cNvSpPr>
          <p:nvPr>
            <p:ph type="title"/>
          </p:nvPr>
        </p:nvSpPr>
        <p:spPr>
          <a:xfrm>
            <a:off x="838200" y="365125"/>
            <a:ext cx="10515600" cy="1325563"/>
          </a:xfrm>
        </p:spPr>
        <p:txBody>
          <a:bodyPr/>
          <a:lstStyle/>
          <a:p>
            <a:r>
              <a:rPr lang="en-US" dirty="0"/>
              <a:t>Il </a:t>
            </a:r>
            <a:r>
              <a:rPr lang="en-US" dirty="0" err="1"/>
              <a:t>metodo</a:t>
            </a:r>
            <a:r>
              <a:rPr lang="en-US" dirty="0"/>
              <a:t> di </a:t>
            </a:r>
            <a:r>
              <a:rPr lang="en-US" dirty="0" err="1"/>
              <a:t>lavoro</a:t>
            </a:r>
            <a:r>
              <a:rPr lang="en-US" dirty="0"/>
              <a:t> con un copilot</a:t>
            </a:r>
            <a:endParaRPr lang="it-IT"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812800" y="1280120"/>
            <a:ext cx="10883392" cy="825500"/>
          </a:xfrm>
          <a:prstGeom prst="rect">
            <a:avLst/>
          </a:prstGeom>
          <a:noFill/>
          <a:ln/>
        </p:spPr>
        <p:txBody>
          <a:bodyPr wrap="square" lIns="0" tIns="0" rIns="0" bIns="0" rtlCol="0" anchor="t">
            <a:normAutofit/>
          </a:bodyPr>
          <a:lstStyle/>
          <a:p>
            <a:pPr marL="0" indent="0" algn="l">
              <a:lnSpc>
                <a:spcPts val="6300"/>
              </a:lnSpc>
              <a:buNone/>
            </a:pPr>
            <a:endParaRPr lang="en-US" sz="6000" dirty="0"/>
          </a:p>
        </p:txBody>
      </p:sp>
      <p:sp>
        <p:nvSpPr>
          <p:cNvPr id="4" name="Text 2"/>
          <p:cNvSpPr/>
          <p:nvPr/>
        </p:nvSpPr>
        <p:spPr>
          <a:xfrm>
            <a:off x="812800" y="2334220"/>
            <a:ext cx="6645148" cy="6858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2980B9"/>
                </a:solidFill>
                <a:latin typeface="Arial" pitchFamily="34" charset="0"/>
                <a:ea typeface="Arial" pitchFamily="34" charset="-122"/>
                <a:cs typeface="Arial" pitchFamily="34" charset="-120"/>
              </a:rPr>
              <a:t>Compilatore di contratti YAML, domain-first, per C# e Python.</a:t>
            </a:r>
            <a:endParaRPr lang="en-US" sz="2000" dirty="0">
              <a:solidFill>
                <a:srgbClr val="2980B9"/>
              </a:solidFill>
            </a:endParaRPr>
          </a:p>
        </p:txBody>
      </p:sp>
      <p:sp>
        <p:nvSpPr>
          <p:cNvPr id="5" name="Text 3"/>
          <p:cNvSpPr/>
          <p:nvPr/>
        </p:nvSpPr>
        <p:spPr>
          <a:xfrm>
            <a:off x="812800" y="3147020"/>
            <a:ext cx="6645148"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980B9"/>
                </a:solidFill>
                <a:latin typeface="Arial" pitchFamily="34" charset="0"/>
                <a:ea typeface="Arial" pitchFamily="34" charset="-122"/>
                <a:cs typeface="Arial" pitchFamily="34" charset="-120"/>
              </a:rPr>
              <a:t>Scalari, tipi, interfacce e grandezze fisiche con unità di misura si descrivono una volta. Ontly valida il grafo e genera tipi forti per entrambi i lati del confine: nessun tipo primitivo attraversa il boundary.</a:t>
            </a:r>
            <a:endParaRPr lang="en-US" sz="1400" dirty="0">
              <a:solidFill>
                <a:srgbClr val="2980B9"/>
              </a:solidFill>
            </a:endParaRPr>
          </a:p>
        </p:txBody>
      </p:sp>
      <p:sp>
        <p:nvSpPr>
          <p:cNvPr id="6" name="Shape 4"/>
          <p:cNvSpPr/>
          <p:nvPr/>
        </p:nvSpPr>
        <p:spPr>
          <a:xfrm>
            <a:off x="7572375" y="2337395"/>
            <a:ext cx="3803650" cy="2607270"/>
          </a:xfrm>
          <a:prstGeom prst="roundRect">
            <a:avLst>
              <a:gd name="adj" fmla="val 2801"/>
            </a:avLst>
          </a:prstGeom>
          <a:solidFill>
            <a:srgbClr val="FBFAF7"/>
          </a:solidFill>
          <a:ln w="6350">
            <a:solidFill>
              <a:srgbClr val="D3CDC0"/>
            </a:solidFill>
            <a:prstDash val="solid"/>
          </a:ln>
        </p:spPr>
      </p:sp>
      <p:sp>
        <p:nvSpPr>
          <p:cNvPr id="7" name="Text 5"/>
          <p:cNvSpPr/>
          <p:nvPr/>
        </p:nvSpPr>
        <p:spPr>
          <a:xfrm>
            <a:off x="7804150" y="2569170"/>
            <a:ext cx="344030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980B9"/>
                </a:solidFill>
                <a:latin typeface="Arial" pitchFamily="34" charset="0"/>
                <a:ea typeface="Arial" pitchFamily="34" charset="-122"/>
                <a:cs typeface="Arial" pitchFamily="34" charset="-120"/>
              </a:rPr>
              <a:t>Come è costruito</a:t>
            </a:r>
            <a:endParaRPr lang="en-US" sz="1400" dirty="0">
              <a:solidFill>
                <a:srgbClr val="2980B9"/>
              </a:solidFill>
            </a:endParaRPr>
          </a:p>
        </p:txBody>
      </p:sp>
      <p:sp>
        <p:nvSpPr>
          <p:cNvPr id="8" name="Text 6"/>
          <p:cNvSpPr/>
          <p:nvPr/>
        </p:nvSpPr>
        <p:spPr>
          <a:xfrm>
            <a:off x="7804150" y="2884091"/>
            <a:ext cx="3440303" cy="1854200"/>
          </a:xfrm>
          <a:prstGeom prst="rect">
            <a:avLst/>
          </a:prstGeom>
          <a:noFill/>
          <a:ln/>
        </p:spPr>
        <p:txBody>
          <a:bodyPr wrap="square" lIns="0" tIns="0" rIns="0" bIns="0" rtlCol="0" anchor="t">
            <a:normAutofit/>
          </a:bodyPr>
          <a:lstStyle/>
          <a:p>
            <a:pPr marL="182880" indent="-142494" algn="l">
              <a:lnSpc>
                <a:spcPts val="1800"/>
              </a:lnSpc>
              <a:buSzPct val="100000"/>
              <a:buChar char="•"/>
            </a:pPr>
            <a:r>
              <a:rPr lang="en-US" sz="1200" dirty="0">
                <a:solidFill>
                  <a:srgbClr val="2980B9"/>
                </a:solidFill>
                <a:latin typeface="Arial" pitchFamily="34" charset="0"/>
                <a:ea typeface="Arial" pitchFamily="34" charset="-122"/>
                <a:cs typeface="Arial" pitchFamily="34" charset="-120"/>
              </a:rPr>
              <a:t>Global tool ontly: init, build, validate, catalog</a:t>
            </a:r>
            <a:endParaRPr lang="en-US" sz="1200" dirty="0">
              <a:solidFill>
                <a:srgbClr val="2980B9"/>
              </a:solidFill>
            </a:endParaRPr>
          </a:p>
          <a:p>
            <a:pPr marL="182880" indent="-142494" algn="l">
              <a:lnSpc>
                <a:spcPts val="1800"/>
              </a:lnSpc>
              <a:buSzPct val="100000"/>
              <a:buChar char="•"/>
            </a:pPr>
            <a:r>
              <a:rPr lang="en-US" sz="1200" dirty="0">
                <a:solidFill>
                  <a:srgbClr val="2980B9"/>
                </a:solidFill>
                <a:latin typeface="Arial" pitchFamily="34" charset="0"/>
                <a:ea typeface="Arial" pitchFamily="34" charset="-122"/>
                <a:cs typeface="Arial" pitchFamily="34" charset="-120"/>
              </a:rPr>
              <a:t>Source generator Roslyn come pacchetto NuGet</a:t>
            </a:r>
            <a:endParaRPr lang="en-US" sz="1200" dirty="0">
              <a:solidFill>
                <a:srgbClr val="2980B9"/>
              </a:solidFill>
            </a:endParaRPr>
          </a:p>
          <a:p>
            <a:pPr marL="182880" indent="-142494" algn="l">
              <a:lnSpc>
                <a:spcPts val="1800"/>
              </a:lnSpc>
              <a:buSzPct val="100000"/>
              <a:buChar char="•"/>
            </a:pPr>
            <a:r>
              <a:rPr lang="en-US" sz="1200" dirty="0">
                <a:solidFill>
                  <a:srgbClr val="2980B9"/>
                </a:solidFill>
                <a:latin typeface="Arial" pitchFamily="34" charset="0"/>
                <a:ea typeface="Arial" pitchFamily="34" charset="-122"/>
                <a:cs typeface="Arial" pitchFamily="34" charset="-120"/>
              </a:rPr>
              <a:t>Backend C# e Python dietro un'unica interfaccia</a:t>
            </a:r>
            <a:endParaRPr lang="en-US" sz="1200" dirty="0">
              <a:solidFill>
                <a:srgbClr val="2980B9"/>
              </a:solidFill>
            </a:endParaRPr>
          </a:p>
          <a:p>
            <a:pPr marL="182880" indent="-142494" algn="l">
              <a:lnSpc>
                <a:spcPts val="1800"/>
              </a:lnSpc>
              <a:buSzPct val="100000"/>
              <a:buChar char="•"/>
            </a:pPr>
            <a:r>
              <a:rPr lang="en-US" sz="1200" dirty="0">
                <a:solidFill>
                  <a:srgbClr val="2980B9"/>
                </a:solidFill>
                <a:latin typeface="Arial" pitchFamily="34" charset="0"/>
                <a:ea typeface="Arial" pitchFamily="34" charset="-122"/>
                <a:cs typeface="Arial" pitchFamily="34" charset="-120"/>
              </a:rPr>
              <a:t>Demo MES in Blazor con telemetria su MQTT</a:t>
            </a:r>
            <a:endParaRPr lang="en-US" sz="1200" dirty="0">
              <a:solidFill>
                <a:srgbClr val="2980B9"/>
              </a:solidFill>
            </a:endParaRPr>
          </a:p>
          <a:p>
            <a:pPr marL="182880" indent="-142494" algn="l">
              <a:lnSpc>
                <a:spcPts val="1800"/>
              </a:lnSpc>
              <a:buSzPct val="100000"/>
              <a:buChar char="•"/>
            </a:pPr>
            <a:r>
              <a:rPr lang="en-US" sz="1200" dirty="0">
                <a:solidFill>
                  <a:srgbClr val="2980B9"/>
                </a:solidFill>
                <a:latin typeface="Arial" pitchFamily="34" charset="0"/>
                <a:ea typeface="Arial" pitchFamily="34" charset="-122"/>
                <a:cs typeface="Arial" pitchFamily="34" charset="-120"/>
              </a:rPr>
              <a:t>README, ARCHITECTURE, USAGE, PENDING</a:t>
            </a:r>
            <a:endParaRPr lang="en-US" sz="1200" dirty="0">
              <a:solidFill>
                <a:srgbClr val="2980B9"/>
              </a:solidFill>
            </a:endParaRPr>
          </a:p>
        </p:txBody>
      </p:sp>
      <p:sp>
        <p:nvSpPr>
          <p:cNvPr id="9" name="Text 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980B9"/>
                </a:solidFill>
                <a:latin typeface="Courier New" pitchFamily="34" charset="0"/>
                <a:ea typeface="Courier New" pitchFamily="34" charset="-122"/>
                <a:cs typeface="Courier New" pitchFamily="34" charset="-120"/>
              </a:rPr>
              <a:t>TheMESThing · Librerie ben strutturate · 4</a:t>
            </a:r>
            <a:endParaRPr lang="en-US" sz="1200" dirty="0">
              <a:solidFill>
                <a:srgbClr val="2980B9"/>
              </a:solidFill>
            </a:endParaRPr>
          </a:p>
        </p:txBody>
      </p:sp>
      <p:sp>
        <p:nvSpPr>
          <p:cNvPr id="10" name="Title 9">
            <a:extLst>
              <a:ext uri="{FF2B5EF4-FFF2-40B4-BE49-F238E27FC236}">
                <a16:creationId xmlns:a16="http://schemas.microsoft.com/office/drawing/2014/main" id="{59800DD2-9AFF-C8A7-51A8-CE1B655C6469}"/>
              </a:ext>
            </a:extLst>
          </p:cNvPr>
          <p:cNvSpPr>
            <a:spLocks noGrp="1"/>
          </p:cNvSpPr>
          <p:nvPr>
            <p:ph type="title"/>
          </p:nvPr>
        </p:nvSpPr>
        <p:spPr>
          <a:xfrm>
            <a:off x="838200" y="365125"/>
            <a:ext cx="10515600" cy="1325563"/>
          </a:xfrm>
        </p:spPr>
        <p:txBody>
          <a:bodyPr/>
          <a:lstStyle/>
          <a:p>
            <a:r>
              <a:rPr lang="en-US" dirty="0" err="1"/>
              <a:t>Ontly</a:t>
            </a:r>
            <a:endParaRPr lang="it-IT"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812800" y="1280120"/>
            <a:ext cx="10883392" cy="825500"/>
          </a:xfrm>
          <a:prstGeom prst="rect">
            <a:avLst/>
          </a:prstGeom>
          <a:noFill/>
          <a:ln/>
        </p:spPr>
        <p:txBody>
          <a:bodyPr wrap="square" lIns="0" tIns="0" rIns="0" bIns="0" rtlCol="0" anchor="t">
            <a:normAutofit/>
          </a:bodyPr>
          <a:lstStyle/>
          <a:p>
            <a:pPr marL="0" indent="0" algn="l">
              <a:lnSpc>
                <a:spcPts val="6300"/>
              </a:lnSpc>
              <a:buNone/>
            </a:pPr>
            <a:endParaRPr lang="en-US" sz="6000" dirty="0">
              <a:solidFill>
                <a:srgbClr val="2980B9"/>
              </a:solidFill>
            </a:endParaRPr>
          </a:p>
        </p:txBody>
      </p:sp>
      <p:sp>
        <p:nvSpPr>
          <p:cNvPr id="4" name="Text 2"/>
          <p:cNvSpPr/>
          <p:nvPr/>
        </p:nvSpPr>
        <p:spPr>
          <a:xfrm>
            <a:off x="812800" y="2334220"/>
            <a:ext cx="6645148" cy="6858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2980B9"/>
                </a:solidFill>
                <a:latin typeface="Arial" pitchFamily="34" charset="0"/>
                <a:ea typeface="Arial" pitchFamily="34" charset="-122"/>
                <a:cs typeface="Arial" pitchFamily="34" charset="-120"/>
              </a:rPr>
              <a:t>Un interprete Python 3 scritto da zero in C#, da incorporare in un'app .NET.</a:t>
            </a:r>
            <a:endParaRPr lang="en-US" sz="2000" dirty="0">
              <a:solidFill>
                <a:srgbClr val="2980B9"/>
              </a:solidFill>
            </a:endParaRPr>
          </a:p>
        </p:txBody>
      </p:sp>
      <p:sp>
        <p:nvSpPr>
          <p:cNvPr id="5" name="Text 3"/>
          <p:cNvSpPr/>
          <p:nvPr/>
        </p:nvSpPr>
        <p:spPr>
          <a:xfrm>
            <a:off x="812800" y="3147020"/>
            <a:ext cx="6645148"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980B9"/>
                </a:solidFill>
                <a:latin typeface="Arial" pitchFamily="34" charset="0"/>
                <a:ea typeface="Arial" pitchFamily="34" charset="-122"/>
                <a:cs typeface="Arial" pitchFamily="34" charset="-120"/>
              </a:rPr>
              <a:t>Nessun CPython embedded: l'interprete è il prodotto. Banco di prova: un device Azure IoT Hub con paho-mqtt da PyPI, verificato end-to-end su un hub reale.</a:t>
            </a:r>
            <a:endParaRPr lang="en-US" sz="1400" dirty="0">
              <a:solidFill>
                <a:srgbClr val="2980B9"/>
              </a:solidFill>
            </a:endParaRPr>
          </a:p>
        </p:txBody>
      </p:sp>
      <p:sp>
        <p:nvSpPr>
          <p:cNvPr id="6" name="Shape 4"/>
          <p:cNvSpPr/>
          <p:nvPr/>
        </p:nvSpPr>
        <p:spPr>
          <a:xfrm>
            <a:off x="7572375" y="2337395"/>
            <a:ext cx="3803650" cy="2378670"/>
          </a:xfrm>
          <a:prstGeom prst="roundRect">
            <a:avLst>
              <a:gd name="adj" fmla="val 3070"/>
            </a:avLst>
          </a:prstGeom>
          <a:solidFill>
            <a:srgbClr val="FBFAF7"/>
          </a:solidFill>
          <a:ln w="6350">
            <a:solidFill>
              <a:srgbClr val="D3CDC0"/>
            </a:solidFill>
            <a:prstDash val="solid"/>
          </a:ln>
        </p:spPr>
      </p:sp>
      <p:sp>
        <p:nvSpPr>
          <p:cNvPr id="7" name="Text 5"/>
          <p:cNvSpPr/>
          <p:nvPr/>
        </p:nvSpPr>
        <p:spPr>
          <a:xfrm>
            <a:off x="7804150" y="2569170"/>
            <a:ext cx="344030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980B9"/>
                </a:solidFill>
                <a:latin typeface="Arial" pitchFamily="34" charset="0"/>
                <a:ea typeface="Arial" pitchFamily="34" charset="-122"/>
                <a:cs typeface="Arial" pitchFamily="34" charset="-120"/>
              </a:rPr>
              <a:t>Come è costruito</a:t>
            </a:r>
            <a:endParaRPr lang="en-US" sz="1400" dirty="0">
              <a:solidFill>
                <a:srgbClr val="2980B9"/>
              </a:solidFill>
            </a:endParaRPr>
          </a:p>
        </p:txBody>
      </p:sp>
      <p:sp>
        <p:nvSpPr>
          <p:cNvPr id="8" name="Text 6"/>
          <p:cNvSpPr/>
          <p:nvPr/>
        </p:nvSpPr>
        <p:spPr>
          <a:xfrm>
            <a:off x="7804150" y="2884091"/>
            <a:ext cx="3440303" cy="1625600"/>
          </a:xfrm>
          <a:prstGeom prst="rect">
            <a:avLst/>
          </a:prstGeom>
          <a:noFill/>
          <a:ln/>
        </p:spPr>
        <p:txBody>
          <a:bodyPr wrap="square" lIns="0" tIns="0" rIns="0" bIns="0" rtlCol="0" anchor="t">
            <a:normAutofit/>
          </a:bodyPr>
          <a:lstStyle/>
          <a:p>
            <a:pPr marL="182880" indent="-142494" algn="l">
              <a:lnSpc>
                <a:spcPts val="1800"/>
              </a:lnSpc>
              <a:buSzPct val="100000"/>
              <a:buChar char="•"/>
            </a:pPr>
            <a:r>
              <a:rPr lang="en-US" sz="1200" dirty="0">
                <a:solidFill>
                  <a:srgbClr val="2980B9"/>
                </a:solidFill>
                <a:latin typeface="Arial" pitchFamily="34" charset="0"/>
                <a:ea typeface="Arial" pitchFamily="34" charset="-122"/>
                <a:cs typeface="Arial" pitchFamily="34" charset="-120"/>
              </a:rPr>
              <a:t>PySharpLib: libreria autonoma, facade PyEngine</a:t>
            </a:r>
            <a:endParaRPr lang="en-US" sz="1200" dirty="0">
              <a:solidFill>
                <a:srgbClr val="2980B9"/>
              </a:solidFill>
            </a:endParaRPr>
          </a:p>
          <a:p>
            <a:pPr marL="182880" indent="-142494" algn="l">
              <a:lnSpc>
                <a:spcPts val="1800"/>
              </a:lnSpc>
              <a:buSzPct val="100000"/>
              <a:buChar char="•"/>
            </a:pPr>
            <a:r>
              <a:rPr lang="en-US" sz="1200" dirty="0">
                <a:solidFill>
                  <a:srgbClr val="2980B9"/>
                </a:solidFill>
                <a:latin typeface="Arial" pitchFamily="34" charset="0"/>
                <a:ea typeface="Arial" pitchFamily="34" charset="-122"/>
                <a:cs typeface="Arial" pitchFamily="34" charset="-120"/>
              </a:rPr>
              <a:t>Global tool pysharp: run, install, repl</a:t>
            </a:r>
            <a:endParaRPr lang="en-US" sz="1200" dirty="0">
              <a:solidFill>
                <a:srgbClr val="2980B9"/>
              </a:solidFill>
            </a:endParaRPr>
          </a:p>
          <a:p>
            <a:pPr marL="182880" indent="-142494" algn="l">
              <a:lnSpc>
                <a:spcPts val="1800"/>
              </a:lnSpc>
              <a:buSzPct val="100000"/>
              <a:buChar char="•"/>
            </a:pPr>
            <a:r>
              <a:rPr lang="en-US" sz="1200" dirty="0">
                <a:solidFill>
                  <a:srgbClr val="2980B9"/>
                </a:solidFill>
                <a:latin typeface="Arial" pitchFamily="34" charset="0"/>
                <a:ea typeface="Arial" pitchFamily="34" charset="-122"/>
                <a:cs typeface="Arial" pitchFamily="34" charset="-120"/>
              </a:rPr>
              <a:t>Stdlib su .NET e mini-pip per wheel pure</a:t>
            </a:r>
            <a:endParaRPr lang="en-US" sz="1200" dirty="0">
              <a:solidFill>
                <a:srgbClr val="2980B9"/>
              </a:solidFill>
            </a:endParaRPr>
          </a:p>
          <a:p>
            <a:pPr marL="182880" indent="-142494" algn="l">
              <a:lnSpc>
                <a:spcPts val="1800"/>
              </a:lnSpc>
              <a:buSzPct val="100000"/>
              <a:buChar char="•"/>
            </a:pPr>
            <a:r>
              <a:rPr lang="en-US" sz="1200" dirty="0">
                <a:solidFill>
                  <a:srgbClr val="2980B9"/>
                </a:solidFill>
                <a:latin typeface="Arial" pitchFamily="34" charset="0"/>
                <a:ea typeface="Arial" pitchFamily="34" charset="-122"/>
                <a:cs typeface="Arial" pitchFamily="34" charset="-120"/>
              </a:rPr>
              <a:t>628 test, unit e corpus RustPython</a:t>
            </a:r>
            <a:endParaRPr lang="en-US" sz="1200" dirty="0">
              <a:solidFill>
                <a:srgbClr val="2980B9"/>
              </a:solidFill>
            </a:endParaRPr>
          </a:p>
          <a:p>
            <a:pPr marL="182880" indent="-142494" algn="l">
              <a:lnSpc>
                <a:spcPts val="1800"/>
              </a:lnSpc>
              <a:buSzPct val="100000"/>
              <a:buChar char="•"/>
            </a:pPr>
            <a:r>
              <a:rPr lang="en-US" sz="1200" dirty="0">
                <a:solidFill>
                  <a:srgbClr val="2980B9"/>
                </a:solidFill>
                <a:latin typeface="Arial" pitchFamily="34" charset="0"/>
                <a:ea typeface="Arial" pitchFamily="34" charset="-122"/>
                <a:cs typeface="Arial" pitchFamily="34" charset="-120"/>
              </a:rPr>
              <a:t>README, ARCHITECTURE, ROADMAP, TODO</a:t>
            </a:r>
            <a:endParaRPr lang="en-US" sz="1200" dirty="0">
              <a:solidFill>
                <a:srgbClr val="2980B9"/>
              </a:solidFill>
            </a:endParaRPr>
          </a:p>
        </p:txBody>
      </p:sp>
      <p:sp>
        <p:nvSpPr>
          <p:cNvPr id="9" name="Text 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078"/>
                </a:solidFill>
                <a:latin typeface="Courier New" pitchFamily="34" charset="0"/>
                <a:ea typeface="Courier New" pitchFamily="34" charset="-122"/>
                <a:cs typeface="Courier New" pitchFamily="34" charset="-120"/>
              </a:rPr>
              <a:t>TheMESThing · Librerie ben strutturate · 5</a:t>
            </a:r>
            <a:endParaRPr lang="en-US" sz="1200" dirty="0"/>
          </a:p>
        </p:txBody>
      </p:sp>
      <p:sp>
        <p:nvSpPr>
          <p:cNvPr id="10" name="Title 9">
            <a:extLst>
              <a:ext uri="{FF2B5EF4-FFF2-40B4-BE49-F238E27FC236}">
                <a16:creationId xmlns:a16="http://schemas.microsoft.com/office/drawing/2014/main" id="{B7F9B66E-6196-1FE8-497A-04D37ABA1449}"/>
              </a:ext>
            </a:extLst>
          </p:cNvPr>
          <p:cNvSpPr>
            <a:spLocks noGrp="1"/>
          </p:cNvSpPr>
          <p:nvPr>
            <p:ph type="title"/>
          </p:nvPr>
        </p:nvSpPr>
        <p:spPr>
          <a:xfrm>
            <a:off x="838200" y="365125"/>
            <a:ext cx="10515600" cy="1325563"/>
          </a:xfrm>
        </p:spPr>
        <p:txBody>
          <a:bodyPr/>
          <a:lstStyle/>
          <a:p>
            <a:r>
              <a:rPr lang="en-US" dirty="0" err="1"/>
              <a:t>PySharp</a:t>
            </a:r>
            <a:endParaRPr lang="it-IT"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812800" y="2334220"/>
            <a:ext cx="9810750" cy="1031081"/>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2980B9"/>
                </a:solidFill>
                <a:latin typeface="Arial" pitchFamily="34" charset="0"/>
                <a:ea typeface="Arial" pitchFamily="34" charset="-122"/>
                <a:cs typeface="Arial" pitchFamily="34" charset="-120"/>
              </a:rPr>
              <a:t>Strumenti ottimizzati per il proprio metodo di lavoro.</a:t>
            </a:r>
            <a:endParaRPr lang="en-US" sz="3600" dirty="0">
              <a:solidFill>
                <a:srgbClr val="2980B9"/>
              </a:solidFill>
            </a:endParaRPr>
          </a:p>
        </p:txBody>
      </p:sp>
      <p:sp>
        <p:nvSpPr>
          <p:cNvPr id="5" name="Shape 3"/>
          <p:cNvSpPr/>
          <p:nvPr/>
        </p:nvSpPr>
        <p:spPr>
          <a:xfrm>
            <a:off x="825500" y="3593902"/>
            <a:ext cx="0" cy="1018381"/>
          </a:xfrm>
          <a:prstGeom prst="line">
            <a:avLst/>
          </a:prstGeom>
          <a:noFill/>
          <a:ln w="25400">
            <a:solidFill>
              <a:srgbClr val="F08A3E"/>
            </a:solidFill>
            <a:prstDash val="solid"/>
          </a:ln>
        </p:spPr>
      </p:sp>
      <p:sp>
        <p:nvSpPr>
          <p:cNvPr id="6" name="Text 4"/>
          <p:cNvSpPr/>
          <p:nvPr/>
        </p:nvSpPr>
        <p:spPr>
          <a:xfrm>
            <a:off x="1016000" y="3644702"/>
            <a:ext cx="3278937"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980B9"/>
                </a:solidFill>
                <a:latin typeface="Arial" pitchFamily="34" charset="0"/>
                <a:ea typeface="Arial" pitchFamily="34" charset="-122"/>
                <a:cs typeface="Arial" pitchFamily="34" charset="-120"/>
              </a:rPr>
              <a:t>Coding agent .NET 10</a:t>
            </a:r>
            <a:endParaRPr lang="en-US" sz="1400" dirty="0">
              <a:solidFill>
                <a:srgbClr val="2980B9"/>
              </a:solidFill>
            </a:endParaRPr>
          </a:p>
        </p:txBody>
      </p:sp>
      <p:sp>
        <p:nvSpPr>
          <p:cNvPr id="7" name="Text 5"/>
          <p:cNvSpPr/>
          <p:nvPr/>
        </p:nvSpPr>
        <p:spPr>
          <a:xfrm>
            <a:off x="1016000" y="3921522"/>
            <a:ext cx="327893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980B9"/>
                </a:solidFill>
                <a:latin typeface="Arial" pitchFamily="34" charset="0"/>
                <a:ea typeface="Arial" pitchFamily="34" charset="-122"/>
                <a:cs typeface="Arial" pitchFamily="34" charset="-120"/>
              </a:rPr>
              <a:t>CLI ralf e RalfAI Studio: crea, scrive, compila, testa e si corregge.</a:t>
            </a:r>
            <a:endParaRPr lang="en-US" sz="1200" dirty="0">
              <a:solidFill>
                <a:srgbClr val="2980B9"/>
              </a:solidFill>
            </a:endParaRPr>
          </a:p>
        </p:txBody>
      </p:sp>
      <p:sp>
        <p:nvSpPr>
          <p:cNvPr id="8" name="Shape 6"/>
          <p:cNvSpPr/>
          <p:nvPr/>
        </p:nvSpPr>
        <p:spPr>
          <a:xfrm>
            <a:off x="4415334" y="3593902"/>
            <a:ext cx="0" cy="1018381"/>
          </a:xfrm>
          <a:prstGeom prst="line">
            <a:avLst/>
          </a:prstGeom>
          <a:noFill/>
          <a:ln w="25400">
            <a:solidFill>
              <a:srgbClr val="F08A3E"/>
            </a:solidFill>
            <a:prstDash val="solid"/>
          </a:ln>
        </p:spPr>
      </p:sp>
      <p:sp>
        <p:nvSpPr>
          <p:cNvPr id="9" name="Text 7"/>
          <p:cNvSpPr/>
          <p:nvPr/>
        </p:nvSpPr>
        <p:spPr>
          <a:xfrm>
            <a:off x="4605834" y="3644702"/>
            <a:ext cx="3279039"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980B9"/>
                </a:solidFill>
                <a:latin typeface="Arial" pitchFamily="34" charset="0"/>
                <a:ea typeface="Arial" pitchFamily="34" charset="-122"/>
                <a:cs typeface="Arial" pitchFamily="34" charset="-120"/>
              </a:rPr>
              <a:t>Provider-agnostic</a:t>
            </a:r>
            <a:endParaRPr lang="en-US" sz="1400" dirty="0">
              <a:solidFill>
                <a:srgbClr val="2980B9"/>
              </a:solidFill>
            </a:endParaRPr>
          </a:p>
        </p:txBody>
      </p:sp>
      <p:sp>
        <p:nvSpPr>
          <p:cNvPr id="10" name="Text 8"/>
          <p:cNvSpPr/>
          <p:nvPr/>
        </p:nvSpPr>
        <p:spPr>
          <a:xfrm>
            <a:off x="4605834" y="3921522"/>
            <a:ext cx="327903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980B9"/>
                </a:solidFill>
                <a:latin typeface="Arial" pitchFamily="34" charset="0"/>
                <a:ea typeface="Arial" pitchFamily="34" charset="-122"/>
                <a:cs typeface="Arial" pitchFamily="34" charset="-120"/>
              </a:rPr>
              <a:t>Azure AI Foundry, OpenAI e Anthropic via Microsoft Agent Framework.</a:t>
            </a:r>
            <a:endParaRPr lang="en-US" sz="1200" dirty="0">
              <a:solidFill>
                <a:srgbClr val="2980B9"/>
              </a:solidFill>
            </a:endParaRPr>
          </a:p>
        </p:txBody>
      </p:sp>
      <p:sp>
        <p:nvSpPr>
          <p:cNvPr id="11" name="Shape 9"/>
          <p:cNvSpPr/>
          <p:nvPr/>
        </p:nvSpPr>
        <p:spPr>
          <a:xfrm>
            <a:off x="8005266" y="3593902"/>
            <a:ext cx="0" cy="1018381"/>
          </a:xfrm>
          <a:prstGeom prst="line">
            <a:avLst/>
          </a:prstGeom>
          <a:noFill/>
          <a:ln w="25400">
            <a:solidFill>
              <a:srgbClr val="F08A3E"/>
            </a:solidFill>
            <a:prstDash val="solid"/>
          </a:ln>
        </p:spPr>
      </p:sp>
      <p:sp>
        <p:nvSpPr>
          <p:cNvPr id="12" name="Text 10"/>
          <p:cNvSpPr/>
          <p:nvPr/>
        </p:nvSpPr>
        <p:spPr>
          <a:xfrm>
            <a:off x="8195766" y="3644702"/>
            <a:ext cx="3278937"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980B9"/>
                </a:solidFill>
                <a:latin typeface="Arial" pitchFamily="34" charset="0"/>
                <a:ea typeface="Arial" pitchFamily="34" charset="-122"/>
                <a:cs typeface="Arial" pitchFamily="34" charset="-120"/>
              </a:rPr>
              <a:t>Su misura</a:t>
            </a:r>
            <a:endParaRPr lang="en-US" sz="1400" dirty="0">
              <a:solidFill>
                <a:srgbClr val="2980B9"/>
              </a:solidFill>
            </a:endParaRPr>
          </a:p>
        </p:txBody>
      </p:sp>
      <p:sp>
        <p:nvSpPr>
          <p:cNvPr id="13" name="Text 11"/>
          <p:cNvSpPr/>
          <p:nvPr/>
        </p:nvSpPr>
        <p:spPr>
          <a:xfrm>
            <a:off x="8195766" y="3921522"/>
            <a:ext cx="3278937"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980B9"/>
                </a:solidFill>
                <a:latin typeface="Arial" pitchFamily="34" charset="0"/>
                <a:ea typeface="Arial" pitchFamily="34" charset="-122"/>
                <a:cs typeface="Arial" pitchFamily="34" charset="-120"/>
              </a:rPr>
              <a:t>Contesti .NET, Markdown e HTML, costo per turno, file manager F9 alla Norton Commander.</a:t>
            </a:r>
            <a:endParaRPr lang="en-US" sz="1200" dirty="0">
              <a:solidFill>
                <a:srgbClr val="2980B9"/>
              </a:solidFill>
            </a:endParaRPr>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F96"/>
                </a:solidFill>
                <a:latin typeface="Courier New" pitchFamily="34" charset="0"/>
                <a:ea typeface="Courier New" pitchFamily="34" charset="-122"/>
                <a:cs typeface="Courier New" pitchFamily="34" charset="-120"/>
              </a:rPr>
              <a:t>TheMESThing · Librerie ben strutturate · 6</a:t>
            </a:r>
            <a:endParaRPr lang="en-US" sz="1200" dirty="0"/>
          </a:p>
        </p:txBody>
      </p:sp>
      <p:sp>
        <p:nvSpPr>
          <p:cNvPr id="15" name="Title 14">
            <a:extLst>
              <a:ext uri="{FF2B5EF4-FFF2-40B4-BE49-F238E27FC236}">
                <a16:creationId xmlns:a16="http://schemas.microsoft.com/office/drawing/2014/main" id="{819D6EAF-D1C9-5501-AEAC-80C63ADFC700}"/>
              </a:ext>
            </a:extLst>
          </p:cNvPr>
          <p:cNvSpPr>
            <a:spLocks noGrp="1"/>
          </p:cNvSpPr>
          <p:nvPr>
            <p:ph type="title"/>
          </p:nvPr>
        </p:nvSpPr>
        <p:spPr>
          <a:xfrm>
            <a:off x="838200" y="365125"/>
            <a:ext cx="10515600" cy="1325563"/>
          </a:xfrm>
        </p:spPr>
        <p:txBody>
          <a:bodyPr/>
          <a:lstStyle/>
          <a:p>
            <a:r>
              <a:rPr lang="en-US" dirty="0" err="1"/>
              <a:t>RalfAI</a:t>
            </a:r>
            <a:endParaRPr lang="it-IT"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E3E68-8BFB-D169-6E28-3FF348D7CB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CFB69D-8EDB-814E-B7C6-6A9C4C8FA0CC}"/>
              </a:ext>
            </a:extLst>
          </p:cNvPr>
          <p:cNvSpPr>
            <a:spLocks noGrp="1"/>
          </p:cNvSpPr>
          <p:nvPr>
            <p:ph type="title"/>
          </p:nvPr>
        </p:nvSpPr>
        <p:spPr/>
        <p:txBody>
          <a:bodyPr/>
          <a:lstStyle/>
          <a:p>
            <a:r>
              <a:rPr dirty="0"/>
              <a:t>DEMO</a:t>
            </a:r>
          </a:p>
        </p:txBody>
      </p:sp>
    </p:spTree>
    <p:extLst>
      <p:ext uri="{BB962C8B-B14F-4D97-AF65-F5344CB8AC3E}">
        <p14:creationId xmlns:p14="http://schemas.microsoft.com/office/powerpoint/2010/main" val="7230877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7862A-6C9F-E1BB-C179-293651CAF5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80DC9A-89FC-324E-7793-1AD94E31D3DC}"/>
              </a:ext>
            </a:extLst>
          </p:cNvPr>
          <p:cNvSpPr>
            <a:spLocks noGrp="1"/>
          </p:cNvSpPr>
          <p:nvPr>
            <p:ph type="title"/>
          </p:nvPr>
        </p:nvSpPr>
        <p:spPr/>
        <p:txBody>
          <a:bodyPr/>
          <a:lstStyle/>
          <a:p>
            <a:r>
              <a:rPr lang="it-IT" dirty="0"/>
              <a:t>Architettura e proposta di soluzione</a:t>
            </a:r>
          </a:p>
        </p:txBody>
      </p:sp>
      <p:sp>
        <p:nvSpPr>
          <p:cNvPr id="3" name="Text Placeholder 2">
            <a:extLst>
              <a:ext uri="{FF2B5EF4-FFF2-40B4-BE49-F238E27FC236}">
                <a16:creationId xmlns:a16="http://schemas.microsoft.com/office/drawing/2014/main" id="{ACADCF0C-5D95-72E2-BCE9-527F3C122948}"/>
              </a:ext>
            </a:extLst>
          </p:cNvPr>
          <p:cNvSpPr>
            <a:spLocks noGrp="1"/>
          </p:cNvSpPr>
          <p:nvPr>
            <p:ph type="body" idx="1"/>
          </p:nvPr>
        </p:nvSpPr>
        <p:spPr/>
        <p:txBody>
          <a:bodyPr/>
          <a:lstStyle/>
          <a:p>
            <a:endParaRPr lang="it-IT"/>
          </a:p>
        </p:txBody>
      </p:sp>
    </p:spTree>
    <p:extLst>
      <p:ext uri="{BB962C8B-B14F-4D97-AF65-F5344CB8AC3E}">
        <p14:creationId xmlns:p14="http://schemas.microsoft.com/office/powerpoint/2010/main" val="11341224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5C711-6829-AF97-5143-EC33D753858A}"/>
              </a:ext>
            </a:extLst>
          </p:cNvPr>
          <p:cNvSpPr>
            <a:spLocks noGrp="1"/>
          </p:cNvSpPr>
          <p:nvPr>
            <p:ph type="title"/>
          </p:nvPr>
        </p:nvSpPr>
        <p:spPr/>
        <p:txBody>
          <a:bodyPr/>
          <a:lstStyle/>
          <a:p>
            <a:r>
              <a:rPr lang="en-US" dirty="0"/>
              <a:t>I </a:t>
            </a:r>
            <a:r>
              <a:rPr lang="en-US" dirty="0" err="1"/>
              <a:t>pilastri</a:t>
            </a:r>
            <a:r>
              <a:rPr lang="en-US" dirty="0"/>
              <a:t> della </a:t>
            </a:r>
            <a:r>
              <a:rPr lang="en-US" dirty="0" err="1"/>
              <a:t>customizzazione</a:t>
            </a:r>
            <a:r>
              <a:rPr lang="en-US" dirty="0"/>
              <a:t> </a:t>
            </a:r>
            <a:r>
              <a:rPr lang="en-US" dirty="0" err="1"/>
              <a:t>sostenibile</a:t>
            </a:r>
            <a:br>
              <a:rPr lang="en-US" dirty="0"/>
            </a:br>
            <a:endParaRPr lang="it-IT" dirty="0"/>
          </a:p>
        </p:txBody>
      </p:sp>
      <p:sp>
        <p:nvSpPr>
          <p:cNvPr id="4" name="Shape 2">
            <a:extLst>
              <a:ext uri="{FF2B5EF4-FFF2-40B4-BE49-F238E27FC236}">
                <a16:creationId xmlns:a16="http://schemas.microsoft.com/office/drawing/2014/main" id="{019B010C-ECBA-8623-81DF-ACBF9A8E1735}"/>
              </a:ext>
            </a:extLst>
          </p:cNvPr>
          <p:cNvSpPr/>
          <p:nvPr/>
        </p:nvSpPr>
        <p:spPr>
          <a:xfrm>
            <a:off x="8567420" y="1920966"/>
            <a:ext cx="2011680" cy="3729730"/>
          </a:xfrm>
          <a:prstGeom prst="rect">
            <a:avLst/>
          </a:prstGeom>
          <a:solidFill>
            <a:srgbClr val="293D4D"/>
          </a:solidFill>
          <a:ln w="19050">
            <a:noFill/>
            <a:prstDash val="solid"/>
          </a:ln>
          <a:effectLst>
            <a:outerShdw blurRad="101600" dist="38100" dir="8100000" algn="bl" rotWithShape="0">
              <a:srgbClr val="000000">
                <a:alpha val="18000"/>
              </a:srgbClr>
            </a:outerShdw>
          </a:effectLst>
        </p:spPr>
        <p:txBody>
          <a:bodyPr/>
          <a:lstStyle/>
          <a:p>
            <a:endParaRPr lang="it-IT"/>
          </a:p>
        </p:txBody>
      </p:sp>
      <p:sp>
        <p:nvSpPr>
          <p:cNvPr id="5" name="Shape 3">
            <a:extLst>
              <a:ext uri="{FF2B5EF4-FFF2-40B4-BE49-F238E27FC236}">
                <a16:creationId xmlns:a16="http://schemas.microsoft.com/office/drawing/2014/main" id="{2ACA62DD-BD6C-FBFB-069C-69F3C6ED696D}"/>
              </a:ext>
            </a:extLst>
          </p:cNvPr>
          <p:cNvSpPr/>
          <p:nvPr/>
        </p:nvSpPr>
        <p:spPr>
          <a:xfrm>
            <a:off x="8567420" y="1920966"/>
            <a:ext cx="2011680" cy="640080"/>
          </a:xfrm>
          <a:prstGeom prst="rect">
            <a:avLst/>
          </a:prstGeom>
          <a:solidFill>
            <a:srgbClr val="C38F89"/>
          </a:solidFill>
          <a:ln w="12700">
            <a:noFill/>
            <a:prstDash val="solid"/>
          </a:ln>
        </p:spPr>
        <p:txBody>
          <a:bodyPr/>
          <a:lstStyle/>
          <a:p>
            <a:endParaRPr lang="it-IT"/>
          </a:p>
        </p:txBody>
      </p:sp>
      <p:sp>
        <p:nvSpPr>
          <p:cNvPr id="6" name="Text 4">
            <a:extLst>
              <a:ext uri="{FF2B5EF4-FFF2-40B4-BE49-F238E27FC236}">
                <a16:creationId xmlns:a16="http://schemas.microsoft.com/office/drawing/2014/main" id="{01E7CC7A-66ED-9CAA-2745-3A543A970D1E}"/>
              </a:ext>
            </a:extLst>
          </p:cNvPr>
          <p:cNvSpPr/>
          <p:nvPr/>
        </p:nvSpPr>
        <p:spPr>
          <a:xfrm>
            <a:off x="8567420" y="1920966"/>
            <a:ext cx="2011680" cy="640080"/>
          </a:xfrm>
          <a:prstGeom prst="rect">
            <a:avLst/>
          </a:prstGeom>
          <a:noFill/>
          <a:ln>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UI</a:t>
            </a:r>
            <a:endParaRPr lang="en-US" sz="2000" dirty="0"/>
          </a:p>
        </p:txBody>
      </p:sp>
      <p:sp>
        <p:nvSpPr>
          <p:cNvPr id="7" name="Text 5">
            <a:extLst>
              <a:ext uri="{FF2B5EF4-FFF2-40B4-BE49-F238E27FC236}">
                <a16:creationId xmlns:a16="http://schemas.microsoft.com/office/drawing/2014/main" id="{9F724B94-FC26-E702-8FBB-AB14EE21A570}"/>
              </a:ext>
            </a:extLst>
          </p:cNvPr>
          <p:cNvSpPr/>
          <p:nvPr/>
        </p:nvSpPr>
        <p:spPr>
          <a:xfrm>
            <a:off x="8658860" y="2652486"/>
            <a:ext cx="1828800" cy="457200"/>
          </a:xfrm>
          <a:prstGeom prst="rect">
            <a:avLst/>
          </a:prstGeom>
          <a:noFill/>
          <a:ln>
            <a:noFill/>
          </a:ln>
        </p:spPr>
        <p:txBody>
          <a:bodyPr wrap="square" lIns="0" tIns="0" rIns="0" bIns="0" rtlCol="0" anchor="ctr"/>
          <a:lstStyle/>
          <a:p>
            <a:pPr marL="0" indent="0" algn="ctr">
              <a:buNone/>
            </a:pPr>
            <a:r>
              <a:rPr lang="en-US" sz="1200" b="1" dirty="0">
                <a:solidFill>
                  <a:srgbClr val="C38F89"/>
                </a:solidFill>
                <a:latin typeface="Calibri" pitchFamily="34" charset="0"/>
                <a:ea typeface="Calibri" pitchFamily="34" charset="-122"/>
                <a:cs typeface="Calibri" pitchFamily="34" charset="-120"/>
              </a:rPr>
              <a:t>GenAI per le UI</a:t>
            </a:r>
            <a:endParaRPr lang="en-US" sz="1200" dirty="0">
              <a:solidFill>
                <a:srgbClr val="C38F89"/>
              </a:solidFill>
            </a:endParaRPr>
          </a:p>
        </p:txBody>
      </p:sp>
      <p:sp>
        <p:nvSpPr>
          <p:cNvPr id="8" name="Text 6">
            <a:extLst>
              <a:ext uri="{FF2B5EF4-FFF2-40B4-BE49-F238E27FC236}">
                <a16:creationId xmlns:a16="http://schemas.microsoft.com/office/drawing/2014/main" id="{25E59F33-5564-E594-C526-3DEF52CC0BEB}"/>
              </a:ext>
            </a:extLst>
          </p:cNvPr>
          <p:cNvSpPr/>
          <p:nvPr/>
        </p:nvSpPr>
        <p:spPr>
          <a:xfrm>
            <a:off x="8658860" y="3155406"/>
            <a:ext cx="1828800" cy="2148840"/>
          </a:xfrm>
          <a:prstGeom prst="rect">
            <a:avLst/>
          </a:prstGeom>
          <a:noFill/>
          <a:ln>
            <a:noFill/>
          </a:ln>
        </p:spPr>
        <p:txBody>
          <a:bodyPr wrap="square" rtlCol="0" anchor="t"/>
          <a:lstStyle/>
          <a:p>
            <a:pPr marL="0" indent="0" algn="l">
              <a:buNone/>
            </a:pPr>
            <a:r>
              <a:rPr lang="en-US" sz="1600" dirty="0">
                <a:solidFill>
                  <a:srgbClr val="FFFFFF"/>
                </a:solidFill>
                <a:latin typeface="Calibri" pitchFamily="34" charset="0"/>
                <a:ea typeface="Calibri" pitchFamily="34" charset="-122"/>
                <a:cs typeface="Calibri" pitchFamily="34" charset="-120"/>
              </a:rPr>
              <a:t>Maschere, form e componenti generati a partire dalle API. </a:t>
            </a:r>
          </a:p>
        </p:txBody>
      </p:sp>
      <p:sp>
        <p:nvSpPr>
          <p:cNvPr id="9" name="Shape 7">
            <a:extLst>
              <a:ext uri="{FF2B5EF4-FFF2-40B4-BE49-F238E27FC236}">
                <a16:creationId xmlns:a16="http://schemas.microsoft.com/office/drawing/2014/main" id="{CD3BC1C0-0B52-CA8C-E23C-15D704DF4FA8}"/>
              </a:ext>
            </a:extLst>
          </p:cNvPr>
          <p:cNvSpPr/>
          <p:nvPr/>
        </p:nvSpPr>
        <p:spPr>
          <a:xfrm>
            <a:off x="4084320" y="1920966"/>
            <a:ext cx="2011680" cy="3729730"/>
          </a:xfrm>
          <a:prstGeom prst="rect">
            <a:avLst/>
          </a:prstGeom>
          <a:solidFill>
            <a:srgbClr val="293D4D"/>
          </a:solidFill>
          <a:ln w="19050">
            <a:noFill/>
            <a:prstDash val="solid"/>
          </a:ln>
          <a:effectLst>
            <a:outerShdw blurRad="101600" dist="38100" dir="8100000" algn="bl" rotWithShape="0">
              <a:srgbClr val="000000">
                <a:alpha val="18000"/>
              </a:srgbClr>
            </a:outerShdw>
          </a:effectLst>
        </p:spPr>
        <p:txBody>
          <a:bodyPr/>
          <a:lstStyle/>
          <a:p>
            <a:endParaRPr lang="it-IT"/>
          </a:p>
        </p:txBody>
      </p:sp>
      <p:sp>
        <p:nvSpPr>
          <p:cNvPr id="10" name="Shape 8">
            <a:extLst>
              <a:ext uri="{FF2B5EF4-FFF2-40B4-BE49-F238E27FC236}">
                <a16:creationId xmlns:a16="http://schemas.microsoft.com/office/drawing/2014/main" id="{01AC136B-2990-6421-AA89-3A51F2639727}"/>
              </a:ext>
            </a:extLst>
          </p:cNvPr>
          <p:cNvSpPr/>
          <p:nvPr/>
        </p:nvSpPr>
        <p:spPr>
          <a:xfrm>
            <a:off x="4084320" y="1920966"/>
            <a:ext cx="2011680" cy="640080"/>
          </a:xfrm>
          <a:prstGeom prst="rect">
            <a:avLst/>
          </a:prstGeom>
          <a:solidFill>
            <a:srgbClr val="E37F29"/>
          </a:solidFill>
          <a:ln w="12700">
            <a:noFill/>
            <a:prstDash val="solid"/>
          </a:ln>
        </p:spPr>
        <p:txBody>
          <a:bodyPr/>
          <a:lstStyle/>
          <a:p>
            <a:endParaRPr lang="it-IT"/>
          </a:p>
        </p:txBody>
      </p:sp>
      <p:sp>
        <p:nvSpPr>
          <p:cNvPr id="11" name="Text 9">
            <a:extLst>
              <a:ext uri="{FF2B5EF4-FFF2-40B4-BE49-F238E27FC236}">
                <a16:creationId xmlns:a16="http://schemas.microsoft.com/office/drawing/2014/main" id="{42EF69C2-6286-51FD-62AA-C81E29D26280}"/>
              </a:ext>
            </a:extLst>
          </p:cNvPr>
          <p:cNvSpPr/>
          <p:nvPr/>
        </p:nvSpPr>
        <p:spPr>
          <a:xfrm>
            <a:off x="4084320" y="1920966"/>
            <a:ext cx="2011680" cy="640080"/>
          </a:xfrm>
          <a:prstGeom prst="rect">
            <a:avLst/>
          </a:prstGeom>
          <a:noFill/>
          <a:ln>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DB+API</a:t>
            </a:r>
            <a:endParaRPr lang="en-US" sz="2000" dirty="0"/>
          </a:p>
        </p:txBody>
      </p:sp>
      <p:sp>
        <p:nvSpPr>
          <p:cNvPr id="12" name="Text 10">
            <a:extLst>
              <a:ext uri="{FF2B5EF4-FFF2-40B4-BE49-F238E27FC236}">
                <a16:creationId xmlns:a16="http://schemas.microsoft.com/office/drawing/2014/main" id="{39772A13-192E-AF12-B5E7-9CC907A178A0}"/>
              </a:ext>
            </a:extLst>
          </p:cNvPr>
          <p:cNvSpPr/>
          <p:nvPr/>
        </p:nvSpPr>
        <p:spPr>
          <a:xfrm>
            <a:off x="4175760" y="2652486"/>
            <a:ext cx="1828800" cy="457200"/>
          </a:xfrm>
          <a:prstGeom prst="rect">
            <a:avLst/>
          </a:prstGeom>
          <a:noFill/>
          <a:ln>
            <a:noFill/>
          </a:ln>
        </p:spPr>
        <p:txBody>
          <a:bodyPr wrap="square" lIns="0" tIns="0" rIns="0" bIns="0" rtlCol="0" anchor="ctr"/>
          <a:lstStyle/>
          <a:p>
            <a:pPr marL="0" indent="0" algn="ctr">
              <a:buNone/>
            </a:pPr>
            <a:r>
              <a:rPr lang="en-US" sz="1200" b="1" dirty="0">
                <a:solidFill>
                  <a:srgbClr val="CE744C"/>
                </a:solidFill>
                <a:latin typeface="Calibri" pitchFamily="34" charset="0"/>
                <a:ea typeface="Calibri" pitchFamily="34" charset="-122"/>
                <a:cs typeface="Calibri" pitchFamily="34" charset="-120"/>
              </a:rPr>
              <a:t>Database → API</a:t>
            </a:r>
            <a:endParaRPr lang="en-US" sz="1200" dirty="0">
              <a:solidFill>
                <a:srgbClr val="CE744C"/>
              </a:solidFill>
            </a:endParaRPr>
          </a:p>
        </p:txBody>
      </p:sp>
      <p:sp>
        <p:nvSpPr>
          <p:cNvPr id="13" name="Text 11">
            <a:extLst>
              <a:ext uri="{FF2B5EF4-FFF2-40B4-BE49-F238E27FC236}">
                <a16:creationId xmlns:a16="http://schemas.microsoft.com/office/drawing/2014/main" id="{5432D49A-D30D-85FD-A24A-9A822FDF663A}"/>
              </a:ext>
            </a:extLst>
          </p:cNvPr>
          <p:cNvSpPr/>
          <p:nvPr/>
        </p:nvSpPr>
        <p:spPr>
          <a:xfrm>
            <a:off x="4175760" y="3155406"/>
            <a:ext cx="1828800" cy="2148840"/>
          </a:xfrm>
          <a:prstGeom prst="rect">
            <a:avLst/>
          </a:prstGeom>
          <a:noFill/>
          <a:ln>
            <a:noFill/>
          </a:ln>
        </p:spPr>
        <p:txBody>
          <a:bodyPr wrap="square" rtlCol="0" anchor="t"/>
          <a:lstStyle/>
          <a:p>
            <a:pPr marL="0" indent="0" algn="l">
              <a:buNone/>
            </a:pPr>
            <a:r>
              <a:rPr lang="en-US" sz="1600" dirty="0">
                <a:solidFill>
                  <a:srgbClr val="FFFFFF"/>
                </a:solidFill>
                <a:latin typeface="Calibri" pitchFamily="34" charset="0"/>
                <a:ea typeface="Calibri" pitchFamily="34" charset="-122"/>
                <a:cs typeface="Calibri" pitchFamily="34" charset="-120"/>
              </a:rPr>
              <a:t>Struttura dati del </a:t>
            </a:r>
            <a:r>
              <a:rPr lang="en-US" sz="1600" dirty="0" err="1">
                <a:solidFill>
                  <a:srgbClr val="FFFFFF"/>
                </a:solidFill>
                <a:latin typeface="Calibri" pitchFamily="34" charset="0"/>
                <a:ea typeface="Calibri" pitchFamily="34" charset="-122"/>
                <a:cs typeface="Calibri" pitchFamily="34" charset="-120"/>
              </a:rPr>
              <a:t>dominio</a:t>
            </a:r>
            <a:r>
              <a:rPr lang="en-US" sz="1600" dirty="0">
                <a:solidFill>
                  <a:srgbClr val="FFFFFF"/>
                </a:solidFill>
                <a:latin typeface="Calibri" pitchFamily="34" charset="0"/>
                <a:ea typeface="Calibri" pitchFamily="34" charset="-122"/>
                <a:cs typeface="Calibri" pitchFamily="34" charset="-120"/>
              </a:rPr>
              <a:t> (es. CRUD API)</a:t>
            </a:r>
          </a:p>
          <a:p>
            <a:pPr marL="0" indent="0" algn="l">
              <a:buNone/>
            </a:pPr>
            <a:r>
              <a:rPr lang="en-US" sz="1600" dirty="0">
                <a:solidFill>
                  <a:srgbClr val="FFFFFF"/>
                </a:solidFill>
                <a:latin typeface="Calibri" pitchFamily="34" charset="0"/>
                <a:ea typeface="Calibri" pitchFamily="34" charset="-122"/>
                <a:cs typeface="Calibri" pitchFamily="34" charset="-120"/>
              </a:rPr>
              <a:t>GenAI genera a </a:t>
            </a:r>
            <a:r>
              <a:rPr lang="en-US" sz="1600" dirty="0" err="1">
                <a:solidFill>
                  <a:srgbClr val="FFFFFF"/>
                </a:solidFill>
                <a:latin typeface="Calibri" pitchFamily="34" charset="0"/>
                <a:ea typeface="Calibri" pitchFamily="34" charset="-122"/>
                <a:cs typeface="Calibri" pitchFamily="34" charset="-120"/>
              </a:rPr>
              <a:t>partire</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dai</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metadati</a:t>
            </a:r>
            <a:r>
              <a:rPr lang="en-US" sz="1600" dirty="0">
                <a:solidFill>
                  <a:srgbClr val="FFFFFF"/>
                </a:solidFill>
                <a:latin typeface="Calibri" pitchFamily="34" charset="0"/>
                <a:ea typeface="Calibri" pitchFamily="34" charset="-122"/>
                <a:cs typeface="Calibri" pitchFamily="34" charset="-120"/>
              </a:rPr>
              <a:t> (SQL o C#)</a:t>
            </a:r>
          </a:p>
          <a:p>
            <a:pPr marL="0" indent="0" algn="l">
              <a:buNone/>
            </a:pPr>
            <a:r>
              <a:rPr lang="en-US" sz="1600" dirty="0">
                <a:solidFill>
                  <a:srgbClr val="FFFFFF"/>
                </a:solidFill>
                <a:latin typeface="Calibri" pitchFamily="34" charset="0"/>
                <a:ea typeface="Calibri" pitchFamily="34" charset="-122"/>
                <a:cs typeface="Calibri" pitchFamily="34" charset="-120"/>
              </a:rPr>
              <a:t>API REST</a:t>
            </a:r>
            <a:br>
              <a:rPr lang="en-US" sz="1600" dirty="0">
                <a:solidFill>
                  <a:srgbClr val="FFFFFF"/>
                </a:solidFill>
                <a:latin typeface="Calibri" pitchFamily="34" charset="0"/>
                <a:ea typeface="Calibri" pitchFamily="34" charset="-122"/>
                <a:cs typeface="Calibri" pitchFamily="34" charset="-120"/>
              </a:rPr>
            </a:br>
            <a:endParaRPr lang="en-US" sz="1600" dirty="0">
              <a:solidFill>
                <a:srgbClr val="FFFFFF"/>
              </a:solidFill>
              <a:latin typeface="Calibri" pitchFamily="34" charset="0"/>
              <a:ea typeface="Calibri" pitchFamily="34" charset="-122"/>
              <a:cs typeface="Calibri" pitchFamily="34" charset="-120"/>
            </a:endParaRPr>
          </a:p>
        </p:txBody>
      </p:sp>
      <p:sp>
        <p:nvSpPr>
          <p:cNvPr id="14" name="Shape 12">
            <a:extLst>
              <a:ext uri="{FF2B5EF4-FFF2-40B4-BE49-F238E27FC236}">
                <a16:creationId xmlns:a16="http://schemas.microsoft.com/office/drawing/2014/main" id="{A261403B-73CA-F152-E289-6E7DF2ED3D54}"/>
              </a:ext>
            </a:extLst>
          </p:cNvPr>
          <p:cNvSpPr/>
          <p:nvPr/>
        </p:nvSpPr>
        <p:spPr>
          <a:xfrm>
            <a:off x="6370320" y="1920966"/>
            <a:ext cx="2011680" cy="3729730"/>
          </a:xfrm>
          <a:prstGeom prst="rect">
            <a:avLst/>
          </a:prstGeom>
          <a:solidFill>
            <a:srgbClr val="293D4D"/>
          </a:solidFill>
          <a:ln w="19050">
            <a:noFill/>
            <a:prstDash val="solid"/>
          </a:ln>
          <a:effectLst>
            <a:outerShdw blurRad="101600" dist="38100" dir="8100000" algn="bl" rotWithShape="0">
              <a:srgbClr val="000000">
                <a:alpha val="18000"/>
              </a:srgbClr>
            </a:outerShdw>
          </a:effectLst>
        </p:spPr>
        <p:txBody>
          <a:bodyPr/>
          <a:lstStyle/>
          <a:p>
            <a:endParaRPr lang="it-IT"/>
          </a:p>
        </p:txBody>
      </p:sp>
      <p:sp>
        <p:nvSpPr>
          <p:cNvPr id="15" name="Shape 13">
            <a:extLst>
              <a:ext uri="{FF2B5EF4-FFF2-40B4-BE49-F238E27FC236}">
                <a16:creationId xmlns:a16="http://schemas.microsoft.com/office/drawing/2014/main" id="{D7DD57D8-D2F5-0D41-430E-F7FFEE664E12}"/>
              </a:ext>
            </a:extLst>
          </p:cNvPr>
          <p:cNvSpPr/>
          <p:nvPr/>
        </p:nvSpPr>
        <p:spPr>
          <a:xfrm>
            <a:off x="6370320" y="1920966"/>
            <a:ext cx="2011680" cy="640080"/>
          </a:xfrm>
          <a:prstGeom prst="rect">
            <a:avLst/>
          </a:prstGeom>
          <a:solidFill>
            <a:srgbClr val="6D998A"/>
          </a:solidFill>
          <a:ln w="12700">
            <a:noFill/>
            <a:prstDash val="solid"/>
          </a:ln>
        </p:spPr>
        <p:txBody>
          <a:bodyPr/>
          <a:lstStyle/>
          <a:p>
            <a:endParaRPr lang="it-IT"/>
          </a:p>
        </p:txBody>
      </p:sp>
      <p:sp>
        <p:nvSpPr>
          <p:cNvPr id="16" name="Text 14">
            <a:extLst>
              <a:ext uri="{FF2B5EF4-FFF2-40B4-BE49-F238E27FC236}">
                <a16:creationId xmlns:a16="http://schemas.microsoft.com/office/drawing/2014/main" id="{FAD928B2-8EA8-EC78-9E41-735D69CC8D0C}"/>
              </a:ext>
            </a:extLst>
          </p:cNvPr>
          <p:cNvSpPr/>
          <p:nvPr/>
        </p:nvSpPr>
        <p:spPr>
          <a:xfrm>
            <a:off x="6370320" y="1920966"/>
            <a:ext cx="2011680" cy="640080"/>
          </a:xfrm>
          <a:prstGeom prst="rect">
            <a:avLst/>
          </a:prstGeom>
          <a:noFill/>
          <a:ln>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365</a:t>
            </a:r>
            <a:endParaRPr lang="en-US" sz="2000" dirty="0"/>
          </a:p>
        </p:txBody>
      </p:sp>
      <p:sp>
        <p:nvSpPr>
          <p:cNvPr id="17" name="Text 15">
            <a:extLst>
              <a:ext uri="{FF2B5EF4-FFF2-40B4-BE49-F238E27FC236}">
                <a16:creationId xmlns:a16="http://schemas.microsoft.com/office/drawing/2014/main" id="{16DBE43C-4125-FA46-C423-EDC003259143}"/>
              </a:ext>
            </a:extLst>
          </p:cNvPr>
          <p:cNvSpPr/>
          <p:nvPr/>
        </p:nvSpPr>
        <p:spPr>
          <a:xfrm>
            <a:off x="6461760" y="2652486"/>
            <a:ext cx="1828800" cy="457200"/>
          </a:xfrm>
          <a:prstGeom prst="rect">
            <a:avLst/>
          </a:prstGeom>
          <a:noFill/>
          <a:ln>
            <a:noFill/>
          </a:ln>
        </p:spPr>
        <p:txBody>
          <a:bodyPr wrap="square" lIns="0" tIns="0" rIns="0" bIns="0" rtlCol="0" anchor="ctr"/>
          <a:lstStyle/>
          <a:p>
            <a:pPr marL="0" indent="0" algn="ctr">
              <a:buNone/>
            </a:pPr>
            <a:r>
              <a:rPr lang="en-US" sz="1200" b="1" dirty="0">
                <a:solidFill>
                  <a:srgbClr val="6D998A"/>
                </a:solidFill>
                <a:latin typeface="Calibri" pitchFamily="34" charset="0"/>
                <a:ea typeface="Calibri" pitchFamily="34" charset="-122"/>
                <a:cs typeface="Calibri" pitchFamily="34" charset="-120"/>
              </a:rPr>
              <a:t>Microsoft 365</a:t>
            </a:r>
            <a:endParaRPr lang="en-US" sz="1200" dirty="0">
              <a:solidFill>
                <a:srgbClr val="6D998A"/>
              </a:solidFill>
            </a:endParaRPr>
          </a:p>
        </p:txBody>
      </p:sp>
      <p:sp>
        <p:nvSpPr>
          <p:cNvPr id="18" name="Text 16">
            <a:extLst>
              <a:ext uri="{FF2B5EF4-FFF2-40B4-BE49-F238E27FC236}">
                <a16:creationId xmlns:a16="http://schemas.microsoft.com/office/drawing/2014/main" id="{175F940F-7283-DBA0-9708-08BE4AE8ECDE}"/>
              </a:ext>
            </a:extLst>
          </p:cNvPr>
          <p:cNvSpPr/>
          <p:nvPr/>
        </p:nvSpPr>
        <p:spPr>
          <a:xfrm>
            <a:off x="6461760" y="3155406"/>
            <a:ext cx="1828800" cy="2148840"/>
          </a:xfrm>
          <a:prstGeom prst="rect">
            <a:avLst/>
          </a:prstGeom>
          <a:noFill/>
          <a:ln>
            <a:noFill/>
          </a:ln>
        </p:spPr>
        <p:txBody>
          <a:bodyPr wrap="square" rtlCol="0" anchor="t"/>
          <a:lstStyle/>
          <a:p>
            <a:pPr marL="0" indent="0" algn="l">
              <a:buNone/>
            </a:pPr>
            <a:r>
              <a:rPr lang="en-US" sz="1600" dirty="0">
                <a:solidFill>
                  <a:srgbClr val="FFFFFF"/>
                </a:solidFill>
                <a:latin typeface="Calibri" pitchFamily="34" charset="0"/>
                <a:ea typeface="Calibri" pitchFamily="34" charset="-122"/>
                <a:cs typeface="Calibri" pitchFamily="34" charset="-120"/>
              </a:rPr>
              <a:t>Auth, utenti, calendario, docs, notifiche: già pronti. Non si reinventa, si consuma l'infrastruttura 365.</a:t>
            </a:r>
          </a:p>
          <a:p>
            <a:pPr marL="0" indent="0" algn="l">
              <a:buNone/>
            </a:pPr>
            <a:r>
              <a:rPr lang="en-US" sz="1600" dirty="0">
                <a:solidFill>
                  <a:srgbClr val="FFFFFF"/>
                </a:solidFill>
                <a:latin typeface="Calibri" pitchFamily="34" charset="0"/>
                <a:ea typeface="Calibri" pitchFamily="34" charset="-122"/>
                <a:cs typeface="Calibri" pitchFamily="34" charset="-120"/>
              </a:rPr>
              <a:t>Si </a:t>
            </a:r>
            <a:r>
              <a:rPr lang="en-US" sz="1600" dirty="0" err="1">
                <a:solidFill>
                  <a:srgbClr val="FFFFFF"/>
                </a:solidFill>
                <a:latin typeface="Calibri" pitchFamily="34" charset="0"/>
                <a:ea typeface="Calibri" pitchFamily="34" charset="-122"/>
                <a:cs typeface="Calibri" pitchFamily="34" charset="-120"/>
              </a:rPr>
              <a:t>generano</a:t>
            </a:r>
            <a:r>
              <a:rPr lang="en-US" sz="1600" dirty="0">
                <a:solidFill>
                  <a:srgbClr val="FFFFFF"/>
                </a:solidFill>
                <a:latin typeface="Calibri" pitchFamily="34" charset="0"/>
                <a:ea typeface="Calibri" pitchFamily="34" charset="-122"/>
                <a:cs typeface="Calibri" pitchFamily="34" charset="-120"/>
              </a:rPr>
              <a:t> I proxy per </a:t>
            </a:r>
            <a:r>
              <a:rPr lang="en-US" sz="1600" dirty="0" err="1">
                <a:solidFill>
                  <a:srgbClr val="FFFFFF"/>
                </a:solidFill>
                <a:latin typeface="Calibri" pitchFamily="34" charset="0"/>
                <a:ea typeface="Calibri" pitchFamily="34" charset="-122"/>
                <a:cs typeface="Calibri" pitchFamily="34" charset="-120"/>
              </a:rPr>
              <a:t>chiamare</a:t>
            </a:r>
            <a:r>
              <a:rPr lang="en-US" sz="1600" dirty="0">
                <a:solidFill>
                  <a:srgbClr val="FFFFFF"/>
                </a:solidFill>
                <a:latin typeface="Calibri" pitchFamily="34" charset="0"/>
                <a:ea typeface="Calibri" pitchFamily="34" charset="-122"/>
                <a:cs typeface="Calibri" pitchFamily="34" charset="-120"/>
              </a:rPr>
              <a:t> le API</a:t>
            </a:r>
            <a:endParaRPr lang="en-US" sz="1600" dirty="0">
              <a:solidFill>
                <a:srgbClr val="FFFFFF"/>
              </a:solidFill>
            </a:endParaRPr>
          </a:p>
        </p:txBody>
      </p:sp>
      <p:sp>
        <p:nvSpPr>
          <p:cNvPr id="19" name="Shape 17">
            <a:extLst>
              <a:ext uri="{FF2B5EF4-FFF2-40B4-BE49-F238E27FC236}">
                <a16:creationId xmlns:a16="http://schemas.microsoft.com/office/drawing/2014/main" id="{FF98AEA9-5A62-3AE3-16CD-57E255B2873F}"/>
              </a:ext>
            </a:extLst>
          </p:cNvPr>
          <p:cNvSpPr/>
          <p:nvPr/>
        </p:nvSpPr>
        <p:spPr>
          <a:xfrm>
            <a:off x="1836341" y="1920966"/>
            <a:ext cx="2011680" cy="3729730"/>
          </a:xfrm>
          <a:prstGeom prst="rect">
            <a:avLst/>
          </a:prstGeom>
          <a:solidFill>
            <a:srgbClr val="293D4D"/>
          </a:solidFill>
          <a:ln w="19050">
            <a:noFill/>
            <a:prstDash val="solid"/>
          </a:ln>
          <a:effectLst>
            <a:outerShdw blurRad="101600" dist="38100" dir="8100000" algn="bl" rotWithShape="0">
              <a:srgbClr val="000000">
                <a:alpha val="18000"/>
              </a:srgbClr>
            </a:outerShdw>
          </a:effectLst>
        </p:spPr>
        <p:txBody>
          <a:bodyPr/>
          <a:lstStyle/>
          <a:p>
            <a:endParaRPr lang="it-IT"/>
          </a:p>
        </p:txBody>
      </p:sp>
      <p:sp>
        <p:nvSpPr>
          <p:cNvPr id="20" name="Shape 18">
            <a:extLst>
              <a:ext uri="{FF2B5EF4-FFF2-40B4-BE49-F238E27FC236}">
                <a16:creationId xmlns:a16="http://schemas.microsoft.com/office/drawing/2014/main" id="{653A1DE7-320B-8393-4E7A-87FABB3C6825}"/>
              </a:ext>
            </a:extLst>
          </p:cNvPr>
          <p:cNvSpPr/>
          <p:nvPr/>
        </p:nvSpPr>
        <p:spPr>
          <a:xfrm>
            <a:off x="1836341" y="1920966"/>
            <a:ext cx="2011680" cy="640080"/>
          </a:xfrm>
          <a:prstGeom prst="rect">
            <a:avLst/>
          </a:prstGeom>
          <a:solidFill>
            <a:srgbClr val="CE744C"/>
          </a:solidFill>
          <a:ln w="12700">
            <a:noFill/>
            <a:prstDash val="solid"/>
          </a:ln>
        </p:spPr>
        <p:txBody>
          <a:bodyPr/>
          <a:lstStyle/>
          <a:p>
            <a:endParaRPr lang="it-IT"/>
          </a:p>
        </p:txBody>
      </p:sp>
      <p:sp>
        <p:nvSpPr>
          <p:cNvPr id="21" name="Text 19">
            <a:extLst>
              <a:ext uri="{FF2B5EF4-FFF2-40B4-BE49-F238E27FC236}">
                <a16:creationId xmlns:a16="http://schemas.microsoft.com/office/drawing/2014/main" id="{0E76C83A-4F80-A67E-2AEE-FF8BA4178280}"/>
              </a:ext>
            </a:extLst>
          </p:cNvPr>
          <p:cNvSpPr/>
          <p:nvPr/>
        </p:nvSpPr>
        <p:spPr>
          <a:xfrm>
            <a:off x="1836341" y="1920966"/>
            <a:ext cx="2011680" cy="640080"/>
          </a:xfrm>
          <a:prstGeom prst="rect">
            <a:avLst/>
          </a:prstGeom>
          <a:noFill/>
          <a:ln>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Patterns</a:t>
            </a:r>
            <a:endParaRPr lang="en-US" sz="2000" dirty="0"/>
          </a:p>
        </p:txBody>
      </p:sp>
      <p:sp>
        <p:nvSpPr>
          <p:cNvPr id="22" name="Text 20">
            <a:extLst>
              <a:ext uri="{FF2B5EF4-FFF2-40B4-BE49-F238E27FC236}">
                <a16:creationId xmlns:a16="http://schemas.microsoft.com/office/drawing/2014/main" id="{A1AD4B8B-0E97-5D6B-24A8-D3CABA82988E}"/>
              </a:ext>
            </a:extLst>
          </p:cNvPr>
          <p:cNvSpPr/>
          <p:nvPr/>
        </p:nvSpPr>
        <p:spPr>
          <a:xfrm>
            <a:off x="1927781" y="2652486"/>
            <a:ext cx="1828800" cy="457200"/>
          </a:xfrm>
          <a:prstGeom prst="rect">
            <a:avLst/>
          </a:prstGeom>
          <a:noFill/>
          <a:ln>
            <a:noFill/>
          </a:ln>
        </p:spPr>
        <p:txBody>
          <a:bodyPr wrap="square" lIns="0" tIns="0" rIns="0" bIns="0" rtlCol="0" anchor="ctr"/>
          <a:lstStyle/>
          <a:p>
            <a:pPr marL="0" indent="0" algn="ctr">
              <a:buNone/>
            </a:pPr>
            <a:r>
              <a:rPr lang="en-US" sz="1200" b="1" dirty="0">
                <a:solidFill>
                  <a:srgbClr val="CE744C"/>
                </a:solidFill>
                <a:latin typeface="Calibri" pitchFamily="34" charset="0"/>
                <a:ea typeface="Calibri" pitchFamily="34" charset="-122"/>
                <a:cs typeface="Calibri" pitchFamily="34" charset="-120"/>
              </a:rPr>
              <a:t>Interfacce &amp; Contratti</a:t>
            </a:r>
            <a:endParaRPr lang="en-US" sz="1200" dirty="0">
              <a:solidFill>
                <a:srgbClr val="CE744C"/>
              </a:solidFill>
            </a:endParaRPr>
          </a:p>
        </p:txBody>
      </p:sp>
      <p:sp>
        <p:nvSpPr>
          <p:cNvPr id="23" name="Text 21">
            <a:extLst>
              <a:ext uri="{FF2B5EF4-FFF2-40B4-BE49-F238E27FC236}">
                <a16:creationId xmlns:a16="http://schemas.microsoft.com/office/drawing/2014/main" id="{6B76CA3E-186D-3655-AD24-E4846EA82DFA}"/>
              </a:ext>
            </a:extLst>
          </p:cNvPr>
          <p:cNvSpPr/>
          <p:nvPr/>
        </p:nvSpPr>
        <p:spPr>
          <a:xfrm>
            <a:off x="1927781" y="3155406"/>
            <a:ext cx="1828800" cy="2148840"/>
          </a:xfrm>
          <a:prstGeom prst="rect">
            <a:avLst/>
          </a:prstGeom>
          <a:noFill/>
          <a:ln>
            <a:noFill/>
          </a:ln>
        </p:spPr>
        <p:txBody>
          <a:bodyPr wrap="square" rtlCol="0" anchor="t"/>
          <a:lstStyle/>
          <a:p>
            <a:pPr marL="0" indent="0" algn="l">
              <a:buNone/>
            </a:pPr>
            <a:r>
              <a:rPr lang="en-US" sz="1600" dirty="0">
                <a:solidFill>
                  <a:srgbClr val="FFFFFF"/>
                </a:solidFill>
                <a:latin typeface="Calibri" pitchFamily="34" charset="0"/>
                <a:ea typeface="Calibri" pitchFamily="34" charset="-122"/>
                <a:cs typeface="Calibri" pitchFamily="34" charset="-120"/>
              </a:rPr>
              <a:t>Il developer definisce i confini. La GenAI implementa. Patterns: codice manutenibile e testabile.</a:t>
            </a:r>
            <a:endParaRPr lang="en-US" sz="1600" dirty="0">
              <a:solidFill>
                <a:srgbClr val="FFFFFF"/>
              </a:solidFill>
            </a:endParaRPr>
          </a:p>
        </p:txBody>
      </p:sp>
    </p:spTree>
    <p:extLst>
      <p:ext uri="{BB962C8B-B14F-4D97-AF65-F5344CB8AC3E}">
        <p14:creationId xmlns:p14="http://schemas.microsoft.com/office/powerpoint/2010/main" val="7607690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7DA06B9-7B52-E915-A3F3-8BEBC33AEB64}"/>
              </a:ext>
            </a:extLst>
          </p:cNvPr>
          <p:cNvSpPr>
            <a:spLocks noGrp="1"/>
          </p:cNvSpPr>
          <p:nvPr>
            <p:ph type="title"/>
          </p:nvPr>
        </p:nvSpPr>
        <p:spPr/>
        <p:txBody>
          <a:bodyPr/>
          <a:lstStyle/>
          <a:p>
            <a:r>
              <a:rPr lang="en-US" dirty="0" err="1"/>
              <a:t>L'architettura</a:t>
            </a:r>
            <a:r>
              <a:rPr lang="en-US" dirty="0"/>
              <a:t> della </a:t>
            </a:r>
            <a:r>
              <a:rPr lang="en-US" dirty="0" err="1"/>
              <a:t>soluzione</a:t>
            </a:r>
            <a:br>
              <a:rPr lang="en-US" dirty="0"/>
            </a:br>
            <a:endParaRPr lang="it-IT" dirty="0"/>
          </a:p>
        </p:txBody>
      </p:sp>
      <p:sp>
        <p:nvSpPr>
          <p:cNvPr id="7" name="Shape 2">
            <a:extLst>
              <a:ext uri="{FF2B5EF4-FFF2-40B4-BE49-F238E27FC236}">
                <a16:creationId xmlns:a16="http://schemas.microsoft.com/office/drawing/2014/main" id="{A69428C3-7B4E-D83C-2626-CED352498A92}"/>
              </a:ext>
            </a:extLst>
          </p:cNvPr>
          <p:cNvSpPr/>
          <p:nvPr/>
        </p:nvSpPr>
        <p:spPr>
          <a:xfrm>
            <a:off x="1765878" y="1873846"/>
            <a:ext cx="5303520" cy="777240"/>
          </a:xfrm>
          <a:prstGeom prst="rect">
            <a:avLst/>
          </a:prstGeom>
          <a:solidFill>
            <a:srgbClr val="6D998A"/>
          </a:solidFill>
          <a:ln w="12700">
            <a:noFill/>
            <a:prstDash val="solid"/>
          </a:ln>
        </p:spPr>
        <p:txBody>
          <a:bodyPr/>
          <a:lstStyle/>
          <a:p>
            <a:endParaRPr lang="it-IT"/>
          </a:p>
        </p:txBody>
      </p:sp>
      <p:sp>
        <p:nvSpPr>
          <p:cNvPr id="8" name="Text 3">
            <a:extLst>
              <a:ext uri="{FF2B5EF4-FFF2-40B4-BE49-F238E27FC236}">
                <a16:creationId xmlns:a16="http://schemas.microsoft.com/office/drawing/2014/main" id="{8E43A5A1-3031-6D3A-DF77-F5F43AC5E542}"/>
              </a:ext>
            </a:extLst>
          </p:cNvPr>
          <p:cNvSpPr/>
          <p:nvPr/>
        </p:nvSpPr>
        <p:spPr>
          <a:xfrm>
            <a:off x="1903038" y="1919566"/>
            <a:ext cx="5029200" cy="320040"/>
          </a:xfrm>
          <a:prstGeom prst="rect">
            <a:avLst/>
          </a:prstGeom>
          <a:noFill/>
          <a:ln>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FRONTEND  App (Blazor / CSS style)</a:t>
            </a:r>
            <a:endParaRPr lang="en-US" sz="1600" dirty="0"/>
          </a:p>
        </p:txBody>
      </p:sp>
      <p:sp>
        <p:nvSpPr>
          <p:cNvPr id="9" name="Text 4">
            <a:extLst>
              <a:ext uri="{FF2B5EF4-FFF2-40B4-BE49-F238E27FC236}">
                <a16:creationId xmlns:a16="http://schemas.microsoft.com/office/drawing/2014/main" id="{4532D28A-8706-B2A5-39F9-18FD053EF5BA}"/>
              </a:ext>
            </a:extLst>
          </p:cNvPr>
          <p:cNvSpPr/>
          <p:nvPr/>
        </p:nvSpPr>
        <p:spPr>
          <a:xfrm>
            <a:off x="1903038" y="2267038"/>
            <a:ext cx="5029200" cy="320040"/>
          </a:xfrm>
          <a:prstGeom prst="rect">
            <a:avLst/>
          </a:prstGeom>
          <a:noFill/>
          <a:ln>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Applicativo custom per il cliente · Generato con l'aiuto della GenAI</a:t>
            </a:r>
            <a:endParaRPr lang="en-US" sz="1100" dirty="0"/>
          </a:p>
        </p:txBody>
      </p:sp>
      <p:sp>
        <p:nvSpPr>
          <p:cNvPr id="10" name="Shape 5">
            <a:extLst>
              <a:ext uri="{FF2B5EF4-FFF2-40B4-BE49-F238E27FC236}">
                <a16:creationId xmlns:a16="http://schemas.microsoft.com/office/drawing/2014/main" id="{6667565E-55F6-A8E4-DC66-1AC87BD000C7}"/>
              </a:ext>
            </a:extLst>
          </p:cNvPr>
          <p:cNvSpPr/>
          <p:nvPr/>
        </p:nvSpPr>
        <p:spPr>
          <a:xfrm>
            <a:off x="1765878" y="3321646"/>
            <a:ext cx="5303520" cy="777240"/>
          </a:xfrm>
          <a:prstGeom prst="rect">
            <a:avLst/>
          </a:prstGeom>
          <a:solidFill>
            <a:srgbClr val="E37F29"/>
          </a:solidFill>
          <a:ln w="12700">
            <a:noFill/>
            <a:prstDash val="solid"/>
          </a:ln>
        </p:spPr>
        <p:txBody>
          <a:bodyPr/>
          <a:lstStyle/>
          <a:p>
            <a:endParaRPr lang="it-IT"/>
          </a:p>
        </p:txBody>
      </p:sp>
      <p:sp>
        <p:nvSpPr>
          <p:cNvPr id="11" name="Text 6">
            <a:extLst>
              <a:ext uri="{FF2B5EF4-FFF2-40B4-BE49-F238E27FC236}">
                <a16:creationId xmlns:a16="http://schemas.microsoft.com/office/drawing/2014/main" id="{9B8072E1-66E6-6F95-26AE-46B1A6B453B4}"/>
              </a:ext>
            </a:extLst>
          </p:cNvPr>
          <p:cNvSpPr/>
          <p:nvPr/>
        </p:nvSpPr>
        <p:spPr>
          <a:xfrm>
            <a:off x="1903038" y="3367366"/>
            <a:ext cx="5029200" cy="320040"/>
          </a:xfrm>
          <a:prstGeom prst="rect">
            <a:avLst/>
          </a:prstGeom>
          <a:noFill/>
          <a:ln>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API App (.NET / REST / </a:t>
            </a:r>
            <a:r>
              <a:rPr lang="en-US" sz="1600" b="1" dirty="0" err="1">
                <a:solidFill>
                  <a:srgbClr val="FFFFFF"/>
                </a:solidFill>
                <a:latin typeface="Calibri" pitchFamily="34" charset="0"/>
                <a:ea typeface="Calibri" pitchFamily="34" charset="-122"/>
                <a:cs typeface="Calibri" pitchFamily="34" charset="-120"/>
              </a:rPr>
              <a:t>OpenAPI</a:t>
            </a: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7">
            <a:extLst>
              <a:ext uri="{FF2B5EF4-FFF2-40B4-BE49-F238E27FC236}">
                <a16:creationId xmlns:a16="http://schemas.microsoft.com/office/drawing/2014/main" id="{97293854-1745-5707-D61B-8E4B26AEC30E}"/>
              </a:ext>
            </a:extLst>
          </p:cNvPr>
          <p:cNvSpPr/>
          <p:nvPr/>
        </p:nvSpPr>
        <p:spPr>
          <a:xfrm>
            <a:off x="1903038" y="3714838"/>
            <a:ext cx="5029200" cy="320040"/>
          </a:xfrm>
          <a:prstGeom prst="rect">
            <a:avLst/>
          </a:prstGeom>
          <a:noFill/>
          <a:ln>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Oggetti dietro interfacce chiare · SRP · Testabile · Manutenibile</a:t>
            </a:r>
            <a:endParaRPr lang="en-US" sz="1100" dirty="0"/>
          </a:p>
        </p:txBody>
      </p:sp>
      <p:sp>
        <p:nvSpPr>
          <p:cNvPr id="13" name="Shape 8">
            <a:extLst>
              <a:ext uri="{FF2B5EF4-FFF2-40B4-BE49-F238E27FC236}">
                <a16:creationId xmlns:a16="http://schemas.microsoft.com/office/drawing/2014/main" id="{0B1983E4-F418-8010-F7B6-2D1B19E25B67}"/>
              </a:ext>
            </a:extLst>
          </p:cNvPr>
          <p:cNvSpPr/>
          <p:nvPr/>
        </p:nvSpPr>
        <p:spPr>
          <a:xfrm>
            <a:off x="1765878" y="4849202"/>
            <a:ext cx="5303520" cy="777240"/>
          </a:xfrm>
          <a:prstGeom prst="rect">
            <a:avLst/>
          </a:prstGeom>
          <a:solidFill>
            <a:srgbClr val="C38F89"/>
          </a:solidFill>
          <a:ln w="12700">
            <a:noFill/>
            <a:prstDash val="solid"/>
          </a:ln>
        </p:spPr>
        <p:txBody>
          <a:bodyPr/>
          <a:lstStyle/>
          <a:p>
            <a:endParaRPr lang="it-IT"/>
          </a:p>
        </p:txBody>
      </p:sp>
      <p:sp>
        <p:nvSpPr>
          <p:cNvPr id="14" name="Text 9">
            <a:extLst>
              <a:ext uri="{FF2B5EF4-FFF2-40B4-BE49-F238E27FC236}">
                <a16:creationId xmlns:a16="http://schemas.microsoft.com/office/drawing/2014/main" id="{6AA7C834-11EC-66E5-A05A-BE2C4D2D5ECF}"/>
              </a:ext>
            </a:extLst>
          </p:cNvPr>
          <p:cNvSpPr/>
          <p:nvPr/>
        </p:nvSpPr>
        <p:spPr>
          <a:xfrm>
            <a:off x="1903038" y="4894922"/>
            <a:ext cx="5029200" cy="320040"/>
          </a:xfrm>
          <a:prstGeom prst="rect">
            <a:avLst/>
          </a:prstGeom>
          <a:noFill/>
          <a:ln>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DATABASE (dominio applicativo)</a:t>
            </a:r>
            <a:endParaRPr lang="en-US" sz="1600" dirty="0"/>
          </a:p>
        </p:txBody>
      </p:sp>
      <p:sp>
        <p:nvSpPr>
          <p:cNvPr id="15" name="Text 10">
            <a:extLst>
              <a:ext uri="{FF2B5EF4-FFF2-40B4-BE49-F238E27FC236}">
                <a16:creationId xmlns:a16="http://schemas.microsoft.com/office/drawing/2014/main" id="{36EF5AD9-B698-9071-65FE-4611FD1E2584}"/>
              </a:ext>
            </a:extLst>
          </p:cNvPr>
          <p:cNvSpPr/>
          <p:nvPr/>
        </p:nvSpPr>
        <p:spPr>
          <a:xfrm>
            <a:off x="1903038" y="5242394"/>
            <a:ext cx="5029200" cy="320040"/>
          </a:xfrm>
          <a:prstGeom prst="rect">
            <a:avLst/>
          </a:prstGeom>
          <a:noFill/>
          <a:ln>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Struttura dati del cliente · Logica di business · Entità specifiche del processo</a:t>
            </a:r>
            <a:endParaRPr lang="en-US" sz="1100" dirty="0"/>
          </a:p>
        </p:txBody>
      </p:sp>
      <p:sp>
        <p:nvSpPr>
          <p:cNvPr id="16" name="Shape 11">
            <a:extLst>
              <a:ext uri="{FF2B5EF4-FFF2-40B4-BE49-F238E27FC236}">
                <a16:creationId xmlns:a16="http://schemas.microsoft.com/office/drawing/2014/main" id="{CC7820DE-1AA2-B027-3CD3-DE67A1A9F2BD}"/>
              </a:ext>
            </a:extLst>
          </p:cNvPr>
          <p:cNvSpPr/>
          <p:nvPr/>
        </p:nvSpPr>
        <p:spPr>
          <a:xfrm>
            <a:off x="7910467" y="1645246"/>
            <a:ext cx="2468880" cy="2606040"/>
          </a:xfrm>
          <a:prstGeom prst="rect">
            <a:avLst/>
          </a:prstGeom>
          <a:solidFill>
            <a:srgbClr val="293D4D"/>
          </a:solidFill>
          <a:ln w="19050">
            <a:noFill/>
            <a:prstDash val="solid"/>
          </a:ln>
          <a:effectLst>
            <a:outerShdw blurRad="101600" dist="38100" dir="8100000" algn="bl" rotWithShape="0">
              <a:srgbClr val="000000">
                <a:alpha val="18000"/>
              </a:srgbClr>
            </a:outerShdw>
          </a:effectLst>
        </p:spPr>
        <p:txBody>
          <a:bodyPr/>
          <a:lstStyle/>
          <a:p>
            <a:endParaRPr lang="it-IT"/>
          </a:p>
        </p:txBody>
      </p:sp>
      <p:sp>
        <p:nvSpPr>
          <p:cNvPr id="17" name="Shape 12">
            <a:extLst>
              <a:ext uri="{FF2B5EF4-FFF2-40B4-BE49-F238E27FC236}">
                <a16:creationId xmlns:a16="http://schemas.microsoft.com/office/drawing/2014/main" id="{20D3E359-67C1-F58D-54C7-54C1892CAAFB}"/>
              </a:ext>
            </a:extLst>
          </p:cNvPr>
          <p:cNvSpPr/>
          <p:nvPr/>
        </p:nvSpPr>
        <p:spPr>
          <a:xfrm>
            <a:off x="7910467" y="1645246"/>
            <a:ext cx="2468880" cy="457200"/>
          </a:xfrm>
          <a:prstGeom prst="rect">
            <a:avLst/>
          </a:prstGeom>
          <a:solidFill>
            <a:srgbClr val="C6271B"/>
          </a:solidFill>
          <a:ln w="12700">
            <a:noFill/>
            <a:prstDash val="solid"/>
          </a:ln>
        </p:spPr>
        <p:txBody>
          <a:bodyPr/>
          <a:lstStyle/>
          <a:p>
            <a:endParaRPr lang="it-IT"/>
          </a:p>
        </p:txBody>
      </p:sp>
      <p:sp>
        <p:nvSpPr>
          <p:cNvPr id="18" name="Text 13">
            <a:extLst>
              <a:ext uri="{FF2B5EF4-FFF2-40B4-BE49-F238E27FC236}">
                <a16:creationId xmlns:a16="http://schemas.microsoft.com/office/drawing/2014/main" id="{8FB5084E-8F5E-93AA-C4BE-114D603CC2CB}"/>
              </a:ext>
            </a:extLst>
          </p:cNvPr>
          <p:cNvSpPr/>
          <p:nvPr/>
        </p:nvSpPr>
        <p:spPr>
          <a:xfrm>
            <a:off x="8001907" y="1663534"/>
            <a:ext cx="2286000" cy="420624"/>
          </a:xfrm>
          <a:prstGeom prst="rect">
            <a:avLst/>
          </a:prstGeom>
          <a:noFill/>
          <a:ln>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Microsoft 365</a:t>
            </a:r>
            <a:endParaRPr lang="en-US" sz="1600" dirty="0"/>
          </a:p>
        </p:txBody>
      </p:sp>
      <p:sp>
        <p:nvSpPr>
          <p:cNvPr id="19" name="Text 14">
            <a:extLst>
              <a:ext uri="{FF2B5EF4-FFF2-40B4-BE49-F238E27FC236}">
                <a16:creationId xmlns:a16="http://schemas.microsoft.com/office/drawing/2014/main" id="{923A184E-8BFC-1E1E-DBD8-26CEC51CD09C}"/>
              </a:ext>
            </a:extLst>
          </p:cNvPr>
          <p:cNvSpPr/>
          <p:nvPr/>
        </p:nvSpPr>
        <p:spPr>
          <a:xfrm>
            <a:off x="7956187" y="2148166"/>
            <a:ext cx="2377440" cy="2011680"/>
          </a:xfrm>
          <a:prstGeom prst="rect">
            <a:avLst/>
          </a:prstGeom>
          <a:noFill/>
          <a:ln>
            <a:noFill/>
          </a:ln>
        </p:spPr>
        <p:txBody>
          <a:bodyPr wrap="square" rtlCol="0" anchor="t"/>
          <a:lstStyle/>
          <a:p>
            <a:pPr marL="342900" indent="-342900">
              <a:spcAft>
                <a:spcPts val="400"/>
              </a:spcAft>
              <a:buSzPct val="100000"/>
              <a:buChar char="•"/>
            </a:pPr>
            <a:r>
              <a:rPr lang="en-US" sz="1400" dirty="0">
                <a:solidFill>
                  <a:schemeClr val="bg1"/>
                </a:solidFill>
                <a:latin typeface="Calibri" pitchFamily="34" charset="0"/>
                <a:ea typeface="Calibri" pitchFamily="34" charset="-122"/>
                <a:cs typeface="Calibri" pitchFamily="34" charset="-120"/>
              </a:rPr>
              <a:t>Autenticazione (Entra ID)</a:t>
            </a:r>
            <a:endParaRPr lang="en-US" sz="1400" dirty="0">
              <a:solidFill>
                <a:schemeClr val="bg1"/>
              </a:solidFill>
            </a:endParaRPr>
          </a:p>
          <a:p>
            <a:pPr marL="342900" indent="-342900">
              <a:spcAft>
                <a:spcPts val="400"/>
              </a:spcAft>
              <a:buSzPct val="100000"/>
              <a:buChar char="•"/>
            </a:pPr>
            <a:r>
              <a:rPr lang="en-US" sz="1400" dirty="0">
                <a:solidFill>
                  <a:schemeClr val="bg1"/>
                </a:solidFill>
                <a:latin typeface="Calibri" pitchFamily="34" charset="0"/>
                <a:ea typeface="Calibri" pitchFamily="34" charset="-122"/>
                <a:cs typeface="Calibri" pitchFamily="34" charset="-120"/>
              </a:rPr>
              <a:t>Gestione utenti</a:t>
            </a:r>
            <a:endParaRPr lang="en-US" sz="1400" dirty="0">
              <a:solidFill>
                <a:schemeClr val="bg1"/>
              </a:solidFill>
            </a:endParaRPr>
          </a:p>
          <a:p>
            <a:pPr marL="342900" indent="-342900">
              <a:spcAft>
                <a:spcPts val="400"/>
              </a:spcAft>
              <a:buSzPct val="100000"/>
              <a:buChar char="•"/>
            </a:pPr>
            <a:r>
              <a:rPr lang="en-US" sz="1400" dirty="0">
                <a:solidFill>
                  <a:schemeClr val="bg1"/>
                </a:solidFill>
                <a:latin typeface="Calibri" pitchFamily="34" charset="0"/>
                <a:ea typeface="Calibri" pitchFamily="34" charset="-122"/>
                <a:cs typeface="Calibri" pitchFamily="34" charset="-120"/>
              </a:rPr>
              <a:t>Calendario &amp; Planning</a:t>
            </a:r>
            <a:endParaRPr lang="en-US" sz="1400" dirty="0">
              <a:solidFill>
                <a:schemeClr val="bg1"/>
              </a:solidFill>
            </a:endParaRPr>
          </a:p>
          <a:p>
            <a:pPr marL="342900" indent="-342900">
              <a:spcAft>
                <a:spcPts val="400"/>
              </a:spcAft>
              <a:buSzPct val="100000"/>
              <a:buFontTx/>
              <a:buChar char="•"/>
            </a:pPr>
            <a:r>
              <a:rPr lang="en-US" sz="1400" dirty="0" err="1">
                <a:solidFill>
                  <a:schemeClr val="bg1"/>
                </a:solidFill>
                <a:latin typeface="Calibri" pitchFamily="34" charset="0"/>
                <a:ea typeface="Calibri" pitchFamily="34" charset="-122"/>
                <a:cs typeface="Calibri" pitchFamily="34" charset="-120"/>
              </a:rPr>
              <a:t>Archivio</a:t>
            </a:r>
            <a:r>
              <a:rPr lang="en-US" sz="1400" dirty="0">
                <a:solidFill>
                  <a:schemeClr val="bg1"/>
                </a:solidFill>
                <a:latin typeface="Calibri" pitchFamily="34" charset="0"/>
                <a:ea typeface="Calibri" pitchFamily="34" charset="-122"/>
                <a:cs typeface="Calibri" pitchFamily="34" charset="-120"/>
              </a:rPr>
              <a:t> </a:t>
            </a:r>
            <a:r>
              <a:rPr lang="en-US" sz="1400" dirty="0" err="1">
                <a:solidFill>
                  <a:schemeClr val="bg1"/>
                </a:solidFill>
                <a:latin typeface="Calibri" pitchFamily="34" charset="0"/>
                <a:ea typeface="Calibri" pitchFamily="34" charset="-122"/>
                <a:cs typeface="Calibri" pitchFamily="34" charset="-120"/>
              </a:rPr>
              <a:t>documenti</a:t>
            </a:r>
            <a:endParaRPr lang="en-US" sz="1400" dirty="0">
              <a:solidFill>
                <a:schemeClr val="bg1"/>
              </a:solidFill>
              <a:latin typeface="Calibri" pitchFamily="34" charset="0"/>
              <a:ea typeface="Calibri" pitchFamily="34" charset="-122"/>
              <a:cs typeface="Calibri" pitchFamily="34" charset="-120"/>
            </a:endParaRPr>
          </a:p>
          <a:p>
            <a:pPr marL="342900" indent="-342900">
              <a:spcAft>
                <a:spcPts val="400"/>
              </a:spcAft>
              <a:buSzPct val="100000"/>
              <a:buFontTx/>
              <a:buChar char="•"/>
            </a:pPr>
            <a:r>
              <a:rPr lang="en-US" sz="1400" dirty="0">
                <a:solidFill>
                  <a:schemeClr val="bg1"/>
                </a:solidFill>
                <a:latin typeface="Calibri" pitchFamily="34" charset="0"/>
                <a:ea typeface="Calibri" pitchFamily="34" charset="-122"/>
                <a:cs typeface="Calibri" pitchFamily="34" charset="-120"/>
              </a:rPr>
              <a:t>Outlook / Mail</a:t>
            </a:r>
            <a:endParaRPr lang="en-US" sz="1400" dirty="0">
              <a:solidFill>
                <a:schemeClr val="bg1"/>
              </a:solidFill>
            </a:endParaRPr>
          </a:p>
          <a:p>
            <a:pPr marL="342900" indent="-342900">
              <a:spcAft>
                <a:spcPts val="400"/>
              </a:spcAft>
              <a:buSzPct val="100000"/>
              <a:buChar char="•"/>
            </a:pPr>
            <a:r>
              <a:rPr lang="en-US" sz="1400" dirty="0">
                <a:solidFill>
                  <a:schemeClr val="bg1"/>
                </a:solidFill>
                <a:latin typeface="Calibri" pitchFamily="34" charset="0"/>
                <a:ea typeface="Calibri" pitchFamily="34" charset="-122"/>
                <a:cs typeface="Calibri" pitchFamily="34" charset="-120"/>
              </a:rPr>
              <a:t>Notifiche &amp; Teams</a:t>
            </a:r>
            <a:endParaRPr lang="en-US" sz="1400" dirty="0">
              <a:solidFill>
                <a:schemeClr val="bg1"/>
              </a:solidFill>
            </a:endParaRPr>
          </a:p>
        </p:txBody>
      </p:sp>
      <p:sp>
        <p:nvSpPr>
          <p:cNvPr id="20" name="Shape 15">
            <a:extLst>
              <a:ext uri="{FF2B5EF4-FFF2-40B4-BE49-F238E27FC236}">
                <a16:creationId xmlns:a16="http://schemas.microsoft.com/office/drawing/2014/main" id="{F89F4009-C3C9-189D-F3C2-A8601E6F58C9}"/>
              </a:ext>
            </a:extLst>
          </p:cNvPr>
          <p:cNvSpPr/>
          <p:nvPr/>
        </p:nvSpPr>
        <p:spPr>
          <a:xfrm>
            <a:off x="7069398" y="2285326"/>
            <a:ext cx="457200" cy="0"/>
          </a:xfrm>
          <a:prstGeom prst="line">
            <a:avLst/>
          </a:prstGeom>
          <a:noFill/>
          <a:ln w="19050">
            <a:noFill/>
            <a:prstDash val="solid"/>
          </a:ln>
        </p:spPr>
        <p:txBody>
          <a:bodyPr/>
          <a:lstStyle/>
          <a:p>
            <a:endParaRPr lang="it-IT"/>
          </a:p>
        </p:txBody>
      </p:sp>
      <p:sp>
        <p:nvSpPr>
          <p:cNvPr id="21" name="Shape 16">
            <a:extLst>
              <a:ext uri="{FF2B5EF4-FFF2-40B4-BE49-F238E27FC236}">
                <a16:creationId xmlns:a16="http://schemas.microsoft.com/office/drawing/2014/main" id="{97DB63A2-BA62-48CA-E95A-822FE320F821}"/>
              </a:ext>
            </a:extLst>
          </p:cNvPr>
          <p:cNvSpPr/>
          <p:nvPr/>
        </p:nvSpPr>
        <p:spPr>
          <a:xfrm>
            <a:off x="7069398" y="3733126"/>
            <a:ext cx="457200" cy="0"/>
          </a:xfrm>
          <a:prstGeom prst="line">
            <a:avLst/>
          </a:prstGeom>
          <a:noFill/>
          <a:ln w="19050">
            <a:noFill/>
            <a:prstDash val="solid"/>
          </a:ln>
        </p:spPr>
        <p:txBody>
          <a:bodyPr/>
          <a:lstStyle/>
          <a:p>
            <a:endParaRPr lang="it-IT"/>
          </a:p>
        </p:txBody>
      </p:sp>
      <p:sp>
        <p:nvSpPr>
          <p:cNvPr id="40" name="Arrow: Left-Right 39">
            <a:extLst>
              <a:ext uri="{FF2B5EF4-FFF2-40B4-BE49-F238E27FC236}">
                <a16:creationId xmlns:a16="http://schemas.microsoft.com/office/drawing/2014/main" id="{CEA72289-8D8C-AF6E-87D4-61F71CFB3A26}"/>
              </a:ext>
            </a:extLst>
          </p:cNvPr>
          <p:cNvSpPr/>
          <p:nvPr/>
        </p:nvSpPr>
        <p:spPr>
          <a:xfrm>
            <a:off x="7069398" y="2102446"/>
            <a:ext cx="857443" cy="347472"/>
          </a:xfrm>
          <a:prstGeom prst="leftRightArrow">
            <a:avLst/>
          </a:prstGeom>
          <a:solidFill>
            <a:srgbClr val="6D998A"/>
          </a:solidFill>
          <a:ln w="12700">
            <a:noFill/>
            <a:prstDash val="solid"/>
          </a:ln>
        </p:spPr>
        <p:txBody>
          <a:bodyPr rtlCol="0" anchor="ctr"/>
          <a:lstStyle/>
          <a:p>
            <a:pPr algn="ctr"/>
            <a:endParaRPr lang="it-IT"/>
          </a:p>
        </p:txBody>
      </p:sp>
      <p:sp>
        <p:nvSpPr>
          <p:cNvPr id="41" name="Arrow: Left-Right 40">
            <a:extLst>
              <a:ext uri="{FF2B5EF4-FFF2-40B4-BE49-F238E27FC236}">
                <a16:creationId xmlns:a16="http://schemas.microsoft.com/office/drawing/2014/main" id="{7F7CB3F1-70DD-9706-1ACA-4CF4BC95AA48}"/>
              </a:ext>
            </a:extLst>
          </p:cNvPr>
          <p:cNvSpPr/>
          <p:nvPr/>
        </p:nvSpPr>
        <p:spPr>
          <a:xfrm>
            <a:off x="7053024" y="3541102"/>
            <a:ext cx="857443" cy="347472"/>
          </a:xfrm>
          <a:prstGeom prst="leftRightArrow">
            <a:avLst/>
          </a:prstGeom>
          <a:solidFill>
            <a:srgbClr val="E37F29"/>
          </a:solidFill>
          <a:ln w="12700">
            <a:noFill/>
            <a:prstDash val="solid"/>
          </a:ln>
        </p:spPr>
        <p:txBody>
          <a:bodyPr rtlCol="0" anchor="ctr"/>
          <a:lstStyle/>
          <a:p>
            <a:pPr algn="ctr"/>
            <a:endParaRPr lang="it-IT"/>
          </a:p>
        </p:txBody>
      </p:sp>
      <p:sp>
        <p:nvSpPr>
          <p:cNvPr id="43" name="Arrow: Up-Down 42">
            <a:extLst>
              <a:ext uri="{FF2B5EF4-FFF2-40B4-BE49-F238E27FC236}">
                <a16:creationId xmlns:a16="http://schemas.microsoft.com/office/drawing/2014/main" id="{E8F7428F-83C7-9BB6-6D83-8CE27CDC3DBA}"/>
              </a:ext>
            </a:extLst>
          </p:cNvPr>
          <p:cNvSpPr/>
          <p:nvPr/>
        </p:nvSpPr>
        <p:spPr>
          <a:xfrm>
            <a:off x="4150938" y="2509354"/>
            <a:ext cx="533400" cy="954024"/>
          </a:xfrm>
          <a:prstGeom prst="upDownArrow">
            <a:avLst/>
          </a:prstGeom>
          <a:gradFill>
            <a:gsLst>
              <a:gs pos="0">
                <a:srgbClr val="6D998A"/>
              </a:gs>
              <a:gs pos="100000">
                <a:srgbClr val="E37F29"/>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4" name="Arrow: Up-Down 43">
            <a:extLst>
              <a:ext uri="{FF2B5EF4-FFF2-40B4-BE49-F238E27FC236}">
                <a16:creationId xmlns:a16="http://schemas.microsoft.com/office/drawing/2014/main" id="{22080833-31A0-B1BD-4AAB-1302D4161B33}"/>
              </a:ext>
            </a:extLst>
          </p:cNvPr>
          <p:cNvSpPr/>
          <p:nvPr/>
        </p:nvSpPr>
        <p:spPr>
          <a:xfrm>
            <a:off x="4150938" y="3997794"/>
            <a:ext cx="533400" cy="954024"/>
          </a:xfrm>
          <a:prstGeom prst="upDownArrow">
            <a:avLst/>
          </a:prstGeom>
          <a:gradFill>
            <a:gsLst>
              <a:gs pos="0">
                <a:srgbClr val="E37F29"/>
              </a:gs>
              <a:gs pos="100000">
                <a:srgbClr val="C38F89"/>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41960863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E3E68-8BFB-D169-6E28-3FF348D7CB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CFB69D-8EDB-814E-B7C6-6A9C4C8FA0CC}"/>
              </a:ext>
            </a:extLst>
          </p:cNvPr>
          <p:cNvSpPr>
            <a:spLocks noGrp="1"/>
          </p:cNvSpPr>
          <p:nvPr>
            <p:ph type="title"/>
          </p:nvPr>
        </p:nvSpPr>
        <p:spPr/>
        <p:txBody>
          <a:bodyPr/>
          <a:lstStyle/>
          <a:p>
            <a:r>
              <a:rPr dirty="0"/>
              <a:t>DEMO</a:t>
            </a:r>
          </a:p>
        </p:txBody>
      </p:sp>
    </p:spTree>
    <p:extLst>
      <p:ext uri="{BB962C8B-B14F-4D97-AF65-F5344CB8AC3E}">
        <p14:creationId xmlns:p14="http://schemas.microsoft.com/office/powerpoint/2010/main" val="21993511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345647D-4204-00A0-181B-B2C9775E2378}"/>
              </a:ext>
            </a:extLst>
          </p:cNvPr>
          <p:cNvSpPr>
            <a:spLocks noGrp="1"/>
          </p:cNvSpPr>
          <p:nvPr>
            <p:ph type="title"/>
          </p:nvPr>
        </p:nvSpPr>
        <p:spPr/>
        <p:txBody>
          <a:bodyPr/>
          <a:lstStyle/>
          <a:p>
            <a:r>
              <a:rPr lang="it-IT" dirty="0"/>
              <a:t>Lo scenario di Demo</a:t>
            </a:r>
          </a:p>
        </p:txBody>
      </p:sp>
      <p:sp>
        <p:nvSpPr>
          <p:cNvPr id="6" name="Text Placeholder 5">
            <a:extLst>
              <a:ext uri="{FF2B5EF4-FFF2-40B4-BE49-F238E27FC236}">
                <a16:creationId xmlns:a16="http://schemas.microsoft.com/office/drawing/2014/main" id="{DFD1E763-EDB8-E9B8-DFED-C5BE0A4F75A0}"/>
              </a:ext>
            </a:extLst>
          </p:cNvPr>
          <p:cNvSpPr>
            <a:spLocks noGrp="1"/>
          </p:cNvSpPr>
          <p:nvPr>
            <p:ph idx="1"/>
          </p:nvPr>
        </p:nvSpPr>
        <p:spPr/>
        <p:txBody>
          <a:bodyPr/>
          <a:lstStyle/>
          <a:p>
            <a:r>
              <a:rPr lang="it-IT" dirty="0"/>
              <a:t>Parliamo di Industrial IoT e di MES</a:t>
            </a:r>
          </a:p>
          <a:p>
            <a:r>
              <a:rPr lang="it-IT" dirty="0"/>
              <a:t>Nell’immaginario di Star Trek, Industrial</a:t>
            </a:r>
            <a:r>
              <a:rPr lang="it-IT" dirty="0">
                <a:sym typeface="Wingdings" panose="05000000000000000000" pitchFamily="2" charset="2"/>
              </a:rPr>
              <a:t>CantiereUtopia Planitia</a:t>
            </a:r>
          </a:p>
          <a:p>
            <a:r>
              <a:rPr lang="it-IT" dirty="0">
                <a:sym typeface="Wingdings" panose="05000000000000000000" pitchFamily="2" charset="2"/>
              </a:rPr>
              <a:t>Tenant 365: utopiaforge.onmicrosoft.com</a:t>
            </a:r>
          </a:p>
          <a:p>
            <a:r>
              <a:rPr lang="it-IT" dirty="0">
                <a:sym typeface="Wingdings" panose="05000000000000000000" pitchFamily="2" charset="2"/>
              </a:rPr>
              <a:t>Custom Domain Name: utopiaforge.it</a:t>
            </a:r>
          </a:p>
          <a:p>
            <a:endParaRPr lang="it-IT" dirty="0"/>
          </a:p>
        </p:txBody>
      </p:sp>
    </p:spTree>
    <p:extLst>
      <p:ext uri="{BB962C8B-B14F-4D97-AF65-F5344CB8AC3E}">
        <p14:creationId xmlns:p14="http://schemas.microsoft.com/office/powerpoint/2010/main" val="17177557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11D71-9016-69FA-0EC8-1DDF0497C23D}"/>
              </a:ext>
            </a:extLst>
          </p:cNvPr>
          <p:cNvSpPr>
            <a:spLocks noGrp="1"/>
          </p:cNvSpPr>
          <p:nvPr>
            <p:ph type="title"/>
          </p:nvPr>
        </p:nvSpPr>
        <p:spPr/>
        <p:txBody>
          <a:bodyPr/>
          <a:lstStyle/>
          <a:p>
            <a:r>
              <a:rPr lang="it-IT" dirty="0"/>
              <a:t>Vertical Slices</a:t>
            </a:r>
          </a:p>
        </p:txBody>
      </p:sp>
      <p:sp>
        <p:nvSpPr>
          <p:cNvPr id="4" name="Shape 2">
            <a:extLst>
              <a:ext uri="{FF2B5EF4-FFF2-40B4-BE49-F238E27FC236}">
                <a16:creationId xmlns:a16="http://schemas.microsoft.com/office/drawing/2014/main" id="{780357AA-97BA-03D3-69C3-7240FC1F0820}"/>
              </a:ext>
            </a:extLst>
          </p:cNvPr>
          <p:cNvSpPr/>
          <p:nvPr/>
        </p:nvSpPr>
        <p:spPr>
          <a:xfrm>
            <a:off x="497616" y="4750796"/>
            <a:ext cx="3847844" cy="464240"/>
          </a:xfrm>
          <a:prstGeom prst="rect">
            <a:avLst/>
          </a:prstGeom>
          <a:solidFill>
            <a:srgbClr val="293D4D"/>
          </a:solidFill>
          <a:ln w="12700">
            <a:noFill/>
            <a:prstDash val="solid"/>
          </a:ln>
        </p:spPr>
        <p:txBody>
          <a:bodyPr/>
          <a:lstStyle/>
          <a:p>
            <a:endParaRPr lang="it-IT" dirty="0"/>
          </a:p>
        </p:txBody>
      </p:sp>
      <p:sp>
        <p:nvSpPr>
          <p:cNvPr id="6" name="Text 9">
            <a:extLst>
              <a:ext uri="{FF2B5EF4-FFF2-40B4-BE49-F238E27FC236}">
                <a16:creationId xmlns:a16="http://schemas.microsoft.com/office/drawing/2014/main" id="{7F23702A-62EE-7270-5380-19F7E1175557}"/>
              </a:ext>
            </a:extLst>
          </p:cNvPr>
          <p:cNvSpPr/>
          <p:nvPr/>
        </p:nvSpPr>
        <p:spPr>
          <a:xfrm>
            <a:off x="595264" y="4822896"/>
            <a:ext cx="3695005" cy="320040"/>
          </a:xfrm>
          <a:prstGeom prst="rect">
            <a:avLst/>
          </a:prstGeom>
          <a:noFill/>
          <a:ln>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MES Data</a:t>
            </a:r>
            <a:endParaRPr lang="en-US" sz="1600" dirty="0"/>
          </a:p>
        </p:txBody>
      </p:sp>
      <p:sp>
        <p:nvSpPr>
          <p:cNvPr id="7" name="Shape 2">
            <a:extLst>
              <a:ext uri="{FF2B5EF4-FFF2-40B4-BE49-F238E27FC236}">
                <a16:creationId xmlns:a16="http://schemas.microsoft.com/office/drawing/2014/main" id="{536CD1B7-4E4B-2809-46BD-2F9B3D609D49}"/>
              </a:ext>
            </a:extLst>
          </p:cNvPr>
          <p:cNvSpPr/>
          <p:nvPr/>
        </p:nvSpPr>
        <p:spPr>
          <a:xfrm>
            <a:off x="497616" y="4214456"/>
            <a:ext cx="3847844" cy="464240"/>
          </a:xfrm>
          <a:prstGeom prst="rect">
            <a:avLst/>
          </a:prstGeom>
          <a:solidFill>
            <a:srgbClr val="C38F89"/>
          </a:solidFill>
          <a:ln w="12700">
            <a:noFill/>
            <a:prstDash val="solid"/>
          </a:ln>
        </p:spPr>
        <p:txBody>
          <a:bodyPr/>
          <a:lstStyle/>
          <a:p>
            <a:endParaRPr lang="it-IT" dirty="0"/>
          </a:p>
        </p:txBody>
      </p:sp>
      <p:sp>
        <p:nvSpPr>
          <p:cNvPr id="8" name="Text 9">
            <a:extLst>
              <a:ext uri="{FF2B5EF4-FFF2-40B4-BE49-F238E27FC236}">
                <a16:creationId xmlns:a16="http://schemas.microsoft.com/office/drawing/2014/main" id="{854BD842-60E2-7ABA-6234-D8DD905C36DA}"/>
              </a:ext>
            </a:extLst>
          </p:cNvPr>
          <p:cNvSpPr/>
          <p:nvPr/>
        </p:nvSpPr>
        <p:spPr>
          <a:xfrm>
            <a:off x="595264" y="4286556"/>
            <a:ext cx="3695005" cy="320040"/>
          </a:xfrm>
          <a:prstGeom prst="rect">
            <a:avLst/>
          </a:prstGeom>
          <a:noFill/>
          <a:ln>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MES Services</a:t>
            </a:r>
            <a:endParaRPr lang="en-US" sz="1600" dirty="0"/>
          </a:p>
        </p:txBody>
      </p:sp>
      <p:sp>
        <p:nvSpPr>
          <p:cNvPr id="9" name="Shape 2">
            <a:extLst>
              <a:ext uri="{FF2B5EF4-FFF2-40B4-BE49-F238E27FC236}">
                <a16:creationId xmlns:a16="http://schemas.microsoft.com/office/drawing/2014/main" id="{0E16076D-DDBB-C8BB-A55D-CB9F88E0E9A7}"/>
              </a:ext>
            </a:extLst>
          </p:cNvPr>
          <p:cNvSpPr/>
          <p:nvPr/>
        </p:nvSpPr>
        <p:spPr>
          <a:xfrm>
            <a:off x="497616" y="3678116"/>
            <a:ext cx="3847844" cy="464240"/>
          </a:xfrm>
          <a:prstGeom prst="rect">
            <a:avLst/>
          </a:prstGeom>
          <a:gradFill>
            <a:gsLst>
              <a:gs pos="0">
                <a:srgbClr val="E37F29"/>
              </a:gs>
              <a:gs pos="100000">
                <a:srgbClr val="C38F89"/>
              </a:gs>
            </a:gsLst>
            <a:lin ang="5400000" scaled="1"/>
          </a:gradFill>
          <a:ln w="12700">
            <a:noFill/>
            <a:prstDash val="solid"/>
          </a:ln>
        </p:spPr>
        <p:txBody>
          <a:bodyPr/>
          <a:lstStyle/>
          <a:p>
            <a:endParaRPr lang="it-IT" dirty="0"/>
          </a:p>
        </p:txBody>
      </p:sp>
      <p:sp>
        <p:nvSpPr>
          <p:cNvPr id="10" name="Text 9">
            <a:extLst>
              <a:ext uri="{FF2B5EF4-FFF2-40B4-BE49-F238E27FC236}">
                <a16:creationId xmlns:a16="http://schemas.microsoft.com/office/drawing/2014/main" id="{2FC4A6E4-1075-31EF-B6B3-2AB008B60ED4}"/>
              </a:ext>
            </a:extLst>
          </p:cNvPr>
          <p:cNvSpPr/>
          <p:nvPr/>
        </p:nvSpPr>
        <p:spPr>
          <a:xfrm>
            <a:off x="595264" y="3750216"/>
            <a:ext cx="3695005" cy="320040"/>
          </a:xfrm>
          <a:prstGeom prst="rect">
            <a:avLst/>
          </a:prstGeom>
          <a:noFill/>
          <a:ln>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MES Contracts</a:t>
            </a:r>
            <a:endParaRPr lang="en-US" sz="1600" dirty="0"/>
          </a:p>
        </p:txBody>
      </p:sp>
      <p:sp>
        <p:nvSpPr>
          <p:cNvPr id="11" name="Shape 2">
            <a:extLst>
              <a:ext uri="{FF2B5EF4-FFF2-40B4-BE49-F238E27FC236}">
                <a16:creationId xmlns:a16="http://schemas.microsoft.com/office/drawing/2014/main" id="{49970EC6-C6DF-9BC2-8716-6A5E6FE62962}"/>
              </a:ext>
            </a:extLst>
          </p:cNvPr>
          <p:cNvSpPr/>
          <p:nvPr/>
        </p:nvSpPr>
        <p:spPr>
          <a:xfrm>
            <a:off x="497616" y="3141776"/>
            <a:ext cx="7793336" cy="464240"/>
          </a:xfrm>
          <a:prstGeom prst="rect">
            <a:avLst/>
          </a:prstGeom>
          <a:solidFill>
            <a:srgbClr val="6D998A"/>
          </a:solidFill>
          <a:ln w="12700">
            <a:noFill/>
            <a:prstDash val="solid"/>
          </a:ln>
        </p:spPr>
        <p:txBody>
          <a:bodyPr/>
          <a:lstStyle/>
          <a:p>
            <a:endParaRPr lang="it-IT" dirty="0"/>
          </a:p>
        </p:txBody>
      </p:sp>
      <p:sp>
        <p:nvSpPr>
          <p:cNvPr id="12" name="Text 9">
            <a:extLst>
              <a:ext uri="{FF2B5EF4-FFF2-40B4-BE49-F238E27FC236}">
                <a16:creationId xmlns:a16="http://schemas.microsoft.com/office/drawing/2014/main" id="{E969CED0-94A8-3621-96FC-2362B9C81A6D}"/>
              </a:ext>
            </a:extLst>
          </p:cNvPr>
          <p:cNvSpPr/>
          <p:nvPr/>
        </p:nvSpPr>
        <p:spPr>
          <a:xfrm>
            <a:off x="595264" y="3213876"/>
            <a:ext cx="7483779" cy="320040"/>
          </a:xfrm>
          <a:prstGeom prst="rect">
            <a:avLst/>
          </a:prstGeom>
          <a:noFill/>
          <a:ln>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REST API (MESH)</a:t>
            </a:r>
            <a:endParaRPr lang="en-US" sz="1600" dirty="0"/>
          </a:p>
        </p:txBody>
      </p:sp>
      <p:sp>
        <p:nvSpPr>
          <p:cNvPr id="13" name="Shape 2">
            <a:extLst>
              <a:ext uri="{FF2B5EF4-FFF2-40B4-BE49-F238E27FC236}">
                <a16:creationId xmlns:a16="http://schemas.microsoft.com/office/drawing/2014/main" id="{16E3C6EA-36F0-996B-547C-5B69361B94D1}"/>
              </a:ext>
            </a:extLst>
          </p:cNvPr>
          <p:cNvSpPr/>
          <p:nvPr/>
        </p:nvSpPr>
        <p:spPr>
          <a:xfrm>
            <a:off x="497618" y="2302849"/>
            <a:ext cx="3847844" cy="464240"/>
          </a:xfrm>
          <a:prstGeom prst="rect">
            <a:avLst/>
          </a:prstGeom>
          <a:solidFill>
            <a:srgbClr val="CE744C"/>
          </a:solidFill>
          <a:ln w="12700">
            <a:noFill/>
            <a:prstDash val="solid"/>
          </a:ln>
        </p:spPr>
        <p:txBody>
          <a:bodyPr/>
          <a:lstStyle/>
          <a:p>
            <a:endParaRPr lang="it-IT" dirty="0"/>
          </a:p>
        </p:txBody>
      </p:sp>
      <p:sp>
        <p:nvSpPr>
          <p:cNvPr id="14" name="Text 9">
            <a:extLst>
              <a:ext uri="{FF2B5EF4-FFF2-40B4-BE49-F238E27FC236}">
                <a16:creationId xmlns:a16="http://schemas.microsoft.com/office/drawing/2014/main" id="{E8F3B5B3-37D1-0BA1-53C0-DABE79717248}"/>
              </a:ext>
            </a:extLst>
          </p:cNvPr>
          <p:cNvSpPr/>
          <p:nvPr/>
        </p:nvSpPr>
        <p:spPr>
          <a:xfrm>
            <a:off x="595266" y="2374949"/>
            <a:ext cx="3695005" cy="320040"/>
          </a:xfrm>
          <a:prstGeom prst="rect">
            <a:avLst/>
          </a:prstGeom>
          <a:noFill/>
          <a:ln>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MES API Proxy</a:t>
            </a:r>
            <a:endParaRPr lang="en-US" sz="1600" dirty="0"/>
          </a:p>
        </p:txBody>
      </p:sp>
      <p:sp>
        <p:nvSpPr>
          <p:cNvPr id="15" name="Shape 2">
            <a:extLst>
              <a:ext uri="{FF2B5EF4-FFF2-40B4-BE49-F238E27FC236}">
                <a16:creationId xmlns:a16="http://schemas.microsoft.com/office/drawing/2014/main" id="{033B48F8-4789-D504-1364-CD5A74EE40DD}"/>
              </a:ext>
            </a:extLst>
          </p:cNvPr>
          <p:cNvSpPr/>
          <p:nvPr/>
        </p:nvSpPr>
        <p:spPr>
          <a:xfrm>
            <a:off x="497618" y="1761768"/>
            <a:ext cx="3847844" cy="464240"/>
          </a:xfrm>
          <a:prstGeom prst="rect">
            <a:avLst/>
          </a:prstGeom>
          <a:solidFill>
            <a:srgbClr val="C38F89"/>
          </a:solidFill>
          <a:ln w="12700">
            <a:noFill/>
            <a:prstDash val="solid"/>
          </a:ln>
        </p:spPr>
        <p:txBody>
          <a:bodyPr/>
          <a:lstStyle/>
          <a:p>
            <a:endParaRPr lang="it-IT" dirty="0"/>
          </a:p>
        </p:txBody>
      </p:sp>
      <p:sp>
        <p:nvSpPr>
          <p:cNvPr id="16" name="Text 9">
            <a:extLst>
              <a:ext uri="{FF2B5EF4-FFF2-40B4-BE49-F238E27FC236}">
                <a16:creationId xmlns:a16="http://schemas.microsoft.com/office/drawing/2014/main" id="{98B9F1FD-2DC5-A1AB-E3FB-4BE1032A18CC}"/>
              </a:ext>
            </a:extLst>
          </p:cNvPr>
          <p:cNvSpPr/>
          <p:nvPr/>
        </p:nvSpPr>
        <p:spPr>
          <a:xfrm>
            <a:off x="595266" y="1833868"/>
            <a:ext cx="3695005" cy="320040"/>
          </a:xfrm>
          <a:prstGeom prst="rect">
            <a:avLst/>
          </a:prstGeom>
          <a:noFill/>
          <a:ln>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MES App Lib</a:t>
            </a:r>
            <a:endParaRPr lang="en-US" sz="1600" dirty="0"/>
          </a:p>
        </p:txBody>
      </p:sp>
      <p:sp>
        <p:nvSpPr>
          <p:cNvPr id="17" name="Shape 2">
            <a:extLst>
              <a:ext uri="{FF2B5EF4-FFF2-40B4-BE49-F238E27FC236}">
                <a16:creationId xmlns:a16="http://schemas.microsoft.com/office/drawing/2014/main" id="{F395512E-146C-CCC1-51A8-7517F4D8B5E5}"/>
              </a:ext>
            </a:extLst>
          </p:cNvPr>
          <p:cNvSpPr/>
          <p:nvPr/>
        </p:nvSpPr>
        <p:spPr>
          <a:xfrm>
            <a:off x="497618" y="1220687"/>
            <a:ext cx="7793336" cy="464240"/>
          </a:xfrm>
          <a:prstGeom prst="rect">
            <a:avLst/>
          </a:prstGeom>
          <a:solidFill>
            <a:srgbClr val="545359"/>
          </a:solidFill>
          <a:ln w="12700">
            <a:noFill/>
            <a:prstDash val="solid"/>
          </a:ln>
        </p:spPr>
        <p:txBody>
          <a:bodyPr/>
          <a:lstStyle/>
          <a:p>
            <a:endParaRPr lang="it-IT" dirty="0"/>
          </a:p>
        </p:txBody>
      </p:sp>
      <p:sp>
        <p:nvSpPr>
          <p:cNvPr id="18" name="Text 9">
            <a:extLst>
              <a:ext uri="{FF2B5EF4-FFF2-40B4-BE49-F238E27FC236}">
                <a16:creationId xmlns:a16="http://schemas.microsoft.com/office/drawing/2014/main" id="{CFCC87D9-02F1-CC72-428D-C93CF1467BC9}"/>
              </a:ext>
            </a:extLst>
          </p:cNvPr>
          <p:cNvSpPr/>
          <p:nvPr/>
        </p:nvSpPr>
        <p:spPr>
          <a:xfrm>
            <a:off x="595265" y="1292787"/>
            <a:ext cx="7483779" cy="320040"/>
          </a:xfrm>
          <a:prstGeom prst="rect">
            <a:avLst/>
          </a:prstGeom>
          <a:noFill/>
          <a:ln>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App Portal (MESH)</a:t>
            </a:r>
            <a:endParaRPr lang="en-US" sz="1600" dirty="0"/>
          </a:p>
        </p:txBody>
      </p:sp>
      <p:sp>
        <p:nvSpPr>
          <p:cNvPr id="19" name="Shape 2">
            <a:extLst>
              <a:ext uri="{FF2B5EF4-FFF2-40B4-BE49-F238E27FC236}">
                <a16:creationId xmlns:a16="http://schemas.microsoft.com/office/drawing/2014/main" id="{E5342062-5DAE-8CE0-C963-1652F5DE66F3}"/>
              </a:ext>
            </a:extLst>
          </p:cNvPr>
          <p:cNvSpPr/>
          <p:nvPr/>
        </p:nvSpPr>
        <p:spPr>
          <a:xfrm>
            <a:off x="4443110" y="2314767"/>
            <a:ext cx="3847844" cy="464240"/>
          </a:xfrm>
          <a:prstGeom prst="rect">
            <a:avLst/>
          </a:prstGeom>
          <a:solidFill>
            <a:srgbClr val="CE744C"/>
          </a:solidFill>
          <a:ln w="12700">
            <a:noFill/>
            <a:prstDash val="solid"/>
          </a:ln>
        </p:spPr>
        <p:txBody>
          <a:bodyPr/>
          <a:lstStyle/>
          <a:p>
            <a:endParaRPr lang="it-IT" dirty="0"/>
          </a:p>
        </p:txBody>
      </p:sp>
      <p:sp>
        <p:nvSpPr>
          <p:cNvPr id="20" name="Text 9">
            <a:extLst>
              <a:ext uri="{FF2B5EF4-FFF2-40B4-BE49-F238E27FC236}">
                <a16:creationId xmlns:a16="http://schemas.microsoft.com/office/drawing/2014/main" id="{4430B508-6AC8-C93F-BDF2-D2EE82ABF854}"/>
              </a:ext>
            </a:extLst>
          </p:cNvPr>
          <p:cNvSpPr/>
          <p:nvPr/>
        </p:nvSpPr>
        <p:spPr>
          <a:xfrm>
            <a:off x="4540758" y="2386867"/>
            <a:ext cx="3695005" cy="320040"/>
          </a:xfrm>
          <a:prstGeom prst="rect">
            <a:avLst/>
          </a:prstGeom>
          <a:noFill/>
          <a:ln>
            <a:noFill/>
          </a:ln>
        </p:spPr>
        <p:txBody>
          <a:bodyPr wrap="square" lIns="0" tIns="0" rIns="0" bIns="0" rtlCol="0" anchor="ctr"/>
          <a:lstStyle/>
          <a:p>
            <a:r>
              <a:rPr lang="en-US" sz="1600" b="1" dirty="0">
                <a:solidFill>
                  <a:srgbClr val="FFFFFF"/>
                </a:solidFill>
                <a:latin typeface="Calibri" pitchFamily="34" charset="0"/>
                <a:ea typeface="Calibri" pitchFamily="34" charset="-122"/>
                <a:cs typeface="Calibri" pitchFamily="34" charset="-120"/>
              </a:rPr>
              <a:t>Productivity API Proxy</a:t>
            </a:r>
            <a:endParaRPr lang="en-US" sz="1600" dirty="0"/>
          </a:p>
        </p:txBody>
      </p:sp>
      <p:sp>
        <p:nvSpPr>
          <p:cNvPr id="21" name="Shape 2">
            <a:extLst>
              <a:ext uri="{FF2B5EF4-FFF2-40B4-BE49-F238E27FC236}">
                <a16:creationId xmlns:a16="http://schemas.microsoft.com/office/drawing/2014/main" id="{1EDAA41B-8A79-321E-7D4D-D987E730D8AD}"/>
              </a:ext>
            </a:extLst>
          </p:cNvPr>
          <p:cNvSpPr/>
          <p:nvPr/>
        </p:nvSpPr>
        <p:spPr>
          <a:xfrm>
            <a:off x="4443110" y="1773686"/>
            <a:ext cx="3847844" cy="464240"/>
          </a:xfrm>
          <a:prstGeom prst="rect">
            <a:avLst/>
          </a:prstGeom>
          <a:solidFill>
            <a:srgbClr val="C38F89"/>
          </a:solidFill>
          <a:ln w="12700">
            <a:noFill/>
            <a:prstDash val="solid"/>
          </a:ln>
        </p:spPr>
        <p:txBody>
          <a:bodyPr/>
          <a:lstStyle/>
          <a:p>
            <a:endParaRPr lang="it-IT" dirty="0"/>
          </a:p>
        </p:txBody>
      </p:sp>
      <p:sp>
        <p:nvSpPr>
          <p:cNvPr id="22" name="Text 9">
            <a:extLst>
              <a:ext uri="{FF2B5EF4-FFF2-40B4-BE49-F238E27FC236}">
                <a16:creationId xmlns:a16="http://schemas.microsoft.com/office/drawing/2014/main" id="{6CAD819C-442C-3490-CBCF-DDC74BC42A1E}"/>
              </a:ext>
            </a:extLst>
          </p:cNvPr>
          <p:cNvSpPr/>
          <p:nvPr/>
        </p:nvSpPr>
        <p:spPr>
          <a:xfrm>
            <a:off x="4540758" y="1845786"/>
            <a:ext cx="3695005" cy="320040"/>
          </a:xfrm>
          <a:prstGeom prst="rect">
            <a:avLst/>
          </a:prstGeom>
          <a:noFill/>
          <a:ln>
            <a:noFill/>
          </a:ln>
        </p:spPr>
        <p:txBody>
          <a:bodyPr wrap="square" lIns="0" tIns="0" rIns="0" bIns="0" rtlCol="0" anchor="ctr"/>
          <a:lstStyle/>
          <a:p>
            <a:r>
              <a:rPr lang="en-US" sz="1600" b="1" dirty="0">
                <a:solidFill>
                  <a:srgbClr val="FFFFFF"/>
                </a:solidFill>
                <a:latin typeface="Calibri" pitchFamily="34" charset="0"/>
                <a:ea typeface="Calibri" pitchFamily="34" charset="-122"/>
                <a:cs typeface="Calibri" pitchFamily="34" charset="-120"/>
              </a:rPr>
              <a:t>Productivity App Lib</a:t>
            </a:r>
            <a:endParaRPr lang="en-US" sz="1600" dirty="0"/>
          </a:p>
        </p:txBody>
      </p:sp>
      <p:sp>
        <p:nvSpPr>
          <p:cNvPr id="23" name="Shape 2">
            <a:extLst>
              <a:ext uri="{FF2B5EF4-FFF2-40B4-BE49-F238E27FC236}">
                <a16:creationId xmlns:a16="http://schemas.microsoft.com/office/drawing/2014/main" id="{6336D639-3AA5-2A8E-F0A0-58BC1876AC27}"/>
              </a:ext>
            </a:extLst>
          </p:cNvPr>
          <p:cNvSpPr/>
          <p:nvPr/>
        </p:nvSpPr>
        <p:spPr>
          <a:xfrm>
            <a:off x="4443108" y="4772196"/>
            <a:ext cx="3847844" cy="464240"/>
          </a:xfrm>
          <a:prstGeom prst="rect">
            <a:avLst/>
          </a:prstGeom>
          <a:solidFill>
            <a:srgbClr val="CE744C"/>
          </a:solidFill>
          <a:ln w="12700">
            <a:noFill/>
            <a:prstDash val="solid"/>
          </a:ln>
        </p:spPr>
        <p:txBody>
          <a:bodyPr/>
          <a:lstStyle/>
          <a:p>
            <a:endParaRPr lang="it-IT" dirty="0"/>
          </a:p>
        </p:txBody>
      </p:sp>
      <p:sp>
        <p:nvSpPr>
          <p:cNvPr id="24" name="Text 9">
            <a:extLst>
              <a:ext uri="{FF2B5EF4-FFF2-40B4-BE49-F238E27FC236}">
                <a16:creationId xmlns:a16="http://schemas.microsoft.com/office/drawing/2014/main" id="{8D923207-7E8F-C6D0-DE5B-425C5264D141}"/>
              </a:ext>
            </a:extLst>
          </p:cNvPr>
          <p:cNvSpPr/>
          <p:nvPr/>
        </p:nvSpPr>
        <p:spPr>
          <a:xfrm>
            <a:off x="4540756" y="4844296"/>
            <a:ext cx="3695005" cy="320040"/>
          </a:xfrm>
          <a:prstGeom prst="rect">
            <a:avLst/>
          </a:prstGeom>
          <a:noFill/>
          <a:ln>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MS Graph Proxy</a:t>
            </a:r>
            <a:endParaRPr lang="en-US" sz="1600" dirty="0"/>
          </a:p>
        </p:txBody>
      </p:sp>
      <p:sp>
        <p:nvSpPr>
          <p:cNvPr id="25" name="Shape 2">
            <a:extLst>
              <a:ext uri="{FF2B5EF4-FFF2-40B4-BE49-F238E27FC236}">
                <a16:creationId xmlns:a16="http://schemas.microsoft.com/office/drawing/2014/main" id="{AA10209A-A68F-A7DD-944D-E81E3DC0BD6A}"/>
              </a:ext>
            </a:extLst>
          </p:cNvPr>
          <p:cNvSpPr/>
          <p:nvPr/>
        </p:nvSpPr>
        <p:spPr>
          <a:xfrm>
            <a:off x="4443108" y="4235856"/>
            <a:ext cx="3847844" cy="464240"/>
          </a:xfrm>
          <a:prstGeom prst="rect">
            <a:avLst/>
          </a:prstGeom>
          <a:solidFill>
            <a:srgbClr val="C38F89"/>
          </a:solidFill>
          <a:ln w="12700">
            <a:noFill/>
            <a:prstDash val="solid"/>
          </a:ln>
        </p:spPr>
        <p:txBody>
          <a:bodyPr/>
          <a:lstStyle/>
          <a:p>
            <a:endParaRPr lang="it-IT" dirty="0"/>
          </a:p>
        </p:txBody>
      </p:sp>
      <p:sp>
        <p:nvSpPr>
          <p:cNvPr id="26" name="Text 9">
            <a:extLst>
              <a:ext uri="{FF2B5EF4-FFF2-40B4-BE49-F238E27FC236}">
                <a16:creationId xmlns:a16="http://schemas.microsoft.com/office/drawing/2014/main" id="{2E4FFAB8-11B3-4E84-C35C-906C940A8EE8}"/>
              </a:ext>
            </a:extLst>
          </p:cNvPr>
          <p:cNvSpPr/>
          <p:nvPr/>
        </p:nvSpPr>
        <p:spPr>
          <a:xfrm>
            <a:off x="4540756" y="4307956"/>
            <a:ext cx="3695005" cy="320040"/>
          </a:xfrm>
          <a:prstGeom prst="rect">
            <a:avLst/>
          </a:prstGeom>
          <a:noFill/>
          <a:ln>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365 Services</a:t>
            </a:r>
            <a:endParaRPr lang="en-US" sz="1600" dirty="0"/>
          </a:p>
        </p:txBody>
      </p:sp>
      <p:sp>
        <p:nvSpPr>
          <p:cNvPr id="27" name="Shape 2">
            <a:extLst>
              <a:ext uri="{FF2B5EF4-FFF2-40B4-BE49-F238E27FC236}">
                <a16:creationId xmlns:a16="http://schemas.microsoft.com/office/drawing/2014/main" id="{25403DF7-B9D1-3F40-1680-5BA3CE3B7F8A}"/>
              </a:ext>
            </a:extLst>
          </p:cNvPr>
          <p:cNvSpPr/>
          <p:nvPr/>
        </p:nvSpPr>
        <p:spPr>
          <a:xfrm>
            <a:off x="4443108" y="3699516"/>
            <a:ext cx="3847844" cy="464240"/>
          </a:xfrm>
          <a:prstGeom prst="rect">
            <a:avLst/>
          </a:prstGeom>
          <a:gradFill>
            <a:gsLst>
              <a:gs pos="0">
                <a:srgbClr val="E37F29"/>
              </a:gs>
              <a:gs pos="100000">
                <a:srgbClr val="C38F89"/>
              </a:gs>
            </a:gsLst>
            <a:lin ang="5400000" scaled="1"/>
          </a:gradFill>
          <a:ln w="12700">
            <a:noFill/>
            <a:prstDash val="solid"/>
          </a:ln>
        </p:spPr>
        <p:txBody>
          <a:bodyPr/>
          <a:lstStyle/>
          <a:p>
            <a:endParaRPr lang="it-IT" dirty="0"/>
          </a:p>
        </p:txBody>
      </p:sp>
      <p:sp>
        <p:nvSpPr>
          <p:cNvPr id="28" name="Text 9">
            <a:extLst>
              <a:ext uri="{FF2B5EF4-FFF2-40B4-BE49-F238E27FC236}">
                <a16:creationId xmlns:a16="http://schemas.microsoft.com/office/drawing/2014/main" id="{15711CDC-CB0B-DF31-6D0A-DCE387A3903D}"/>
              </a:ext>
            </a:extLst>
          </p:cNvPr>
          <p:cNvSpPr/>
          <p:nvPr/>
        </p:nvSpPr>
        <p:spPr>
          <a:xfrm>
            <a:off x="4540756" y="3771616"/>
            <a:ext cx="3695005" cy="320040"/>
          </a:xfrm>
          <a:prstGeom prst="rect">
            <a:avLst/>
          </a:prstGeom>
          <a:noFill/>
          <a:ln>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Productivity Contracts</a:t>
            </a:r>
            <a:endParaRPr lang="en-US" sz="1600" dirty="0"/>
          </a:p>
        </p:txBody>
      </p:sp>
      <p:sp>
        <p:nvSpPr>
          <p:cNvPr id="29" name="Shape 12">
            <a:extLst>
              <a:ext uri="{FF2B5EF4-FFF2-40B4-BE49-F238E27FC236}">
                <a16:creationId xmlns:a16="http://schemas.microsoft.com/office/drawing/2014/main" id="{7CBCB11A-D21E-AD96-7A5A-F60C23560657}"/>
              </a:ext>
            </a:extLst>
          </p:cNvPr>
          <p:cNvSpPr/>
          <p:nvPr/>
        </p:nvSpPr>
        <p:spPr>
          <a:xfrm>
            <a:off x="4443109" y="5629415"/>
            <a:ext cx="3847843" cy="457200"/>
          </a:xfrm>
          <a:prstGeom prst="rect">
            <a:avLst/>
          </a:prstGeom>
          <a:solidFill>
            <a:srgbClr val="6D998A"/>
          </a:solidFill>
          <a:ln w="12700">
            <a:noFill/>
            <a:prstDash val="solid"/>
          </a:ln>
        </p:spPr>
        <p:txBody>
          <a:bodyPr/>
          <a:lstStyle/>
          <a:p>
            <a:endParaRPr lang="it-IT" dirty="0">
              <a:highlight>
                <a:srgbClr val="6D998A"/>
              </a:highlight>
            </a:endParaRPr>
          </a:p>
        </p:txBody>
      </p:sp>
      <p:sp>
        <p:nvSpPr>
          <p:cNvPr id="30" name="Text 13">
            <a:extLst>
              <a:ext uri="{FF2B5EF4-FFF2-40B4-BE49-F238E27FC236}">
                <a16:creationId xmlns:a16="http://schemas.microsoft.com/office/drawing/2014/main" id="{96EA6AA9-E88E-A21C-7469-494C85906A2D}"/>
              </a:ext>
            </a:extLst>
          </p:cNvPr>
          <p:cNvSpPr/>
          <p:nvPr/>
        </p:nvSpPr>
        <p:spPr>
          <a:xfrm>
            <a:off x="4534550" y="5647703"/>
            <a:ext cx="3562818" cy="420624"/>
          </a:xfrm>
          <a:prstGeom prst="rect">
            <a:avLst/>
          </a:prstGeom>
          <a:noFill/>
          <a:ln>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Microsoft 365</a:t>
            </a:r>
            <a:endParaRPr lang="en-US" sz="1600" dirty="0"/>
          </a:p>
        </p:txBody>
      </p:sp>
      <p:sp>
        <p:nvSpPr>
          <p:cNvPr id="31" name="Shape 12">
            <a:extLst>
              <a:ext uri="{FF2B5EF4-FFF2-40B4-BE49-F238E27FC236}">
                <a16:creationId xmlns:a16="http://schemas.microsoft.com/office/drawing/2014/main" id="{625BE5FC-2A4E-95EC-F09F-7A2B981B78F7}"/>
              </a:ext>
            </a:extLst>
          </p:cNvPr>
          <p:cNvSpPr/>
          <p:nvPr/>
        </p:nvSpPr>
        <p:spPr>
          <a:xfrm>
            <a:off x="497618" y="5647703"/>
            <a:ext cx="3847843" cy="457200"/>
          </a:xfrm>
          <a:prstGeom prst="rect">
            <a:avLst/>
          </a:prstGeom>
          <a:solidFill>
            <a:srgbClr val="C6271B"/>
          </a:solidFill>
          <a:ln w="12700">
            <a:noFill/>
            <a:prstDash val="solid"/>
          </a:ln>
        </p:spPr>
        <p:txBody>
          <a:bodyPr/>
          <a:lstStyle/>
          <a:p>
            <a:endParaRPr lang="it-IT"/>
          </a:p>
        </p:txBody>
      </p:sp>
      <p:sp>
        <p:nvSpPr>
          <p:cNvPr id="32" name="Text 13">
            <a:extLst>
              <a:ext uri="{FF2B5EF4-FFF2-40B4-BE49-F238E27FC236}">
                <a16:creationId xmlns:a16="http://schemas.microsoft.com/office/drawing/2014/main" id="{298EEA62-78A9-504F-432F-2CB0BC3F16EF}"/>
              </a:ext>
            </a:extLst>
          </p:cNvPr>
          <p:cNvSpPr/>
          <p:nvPr/>
        </p:nvSpPr>
        <p:spPr>
          <a:xfrm>
            <a:off x="589059" y="5665991"/>
            <a:ext cx="3562818" cy="420624"/>
          </a:xfrm>
          <a:prstGeom prst="rect">
            <a:avLst/>
          </a:prstGeom>
          <a:noFill/>
          <a:ln>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SQL Server DB</a:t>
            </a:r>
            <a:endParaRPr lang="en-US" sz="1600" dirty="0"/>
          </a:p>
        </p:txBody>
      </p:sp>
      <p:cxnSp>
        <p:nvCxnSpPr>
          <p:cNvPr id="34" name="Straight Connector 33">
            <a:extLst>
              <a:ext uri="{FF2B5EF4-FFF2-40B4-BE49-F238E27FC236}">
                <a16:creationId xmlns:a16="http://schemas.microsoft.com/office/drawing/2014/main" id="{A14B01B6-1171-CDF4-E657-4E2E47853063}"/>
              </a:ext>
            </a:extLst>
          </p:cNvPr>
          <p:cNvCxnSpPr>
            <a:cxnSpLocks/>
          </p:cNvCxnSpPr>
          <p:nvPr/>
        </p:nvCxnSpPr>
        <p:spPr>
          <a:xfrm>
            <a:off x="246743" y="2973043"/>
            <a:ext cx="8409398" cy="0"/>
          </a:xfrm>
          <a:prstGeom prst="line">
            <a:avLst/>
          </a:prstGeom>
          <a:ln w="34925">
            <a:prstDash val="lgDash"/>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22E1F44F-7D19-3866-AE9D-87F66454C7EF}"/>
              </a:ext>
            </a:extLst>
          </p:cNvPr>
          <p:cNvCxnSpPr>
            <a:cxnSpLocks/>
          </p:cNvCxnSpPr>
          <p:nvPr/>
        </p:nvCxnSpPr>
        <p:spPr>
          <a:xfrm flipV="1">
            <a:off x="246743" y="5438210"/>
            <a:ext cx="8409398" cy="12431"/>
          </a:xfrm>
          <a:prstGeom prst="line">
            <a:avLst/>
          </a:prstGeom>
          <a:ln w="34925">
            <a:prstDash val="lgDash"/>
          </a:ln>
        </p:spPr>
        <p:style>
          <a:lnRef idx="1">
            <a:schemeClr val="accent1"/>
          </a:lnRef>
          <a:fillRef idx="0">
            <a:schemeClr val="accent1"/>
          </a:fillRef>
          <a:effectRef idx="0">
            <a:schemeClr val="accent1"/>
          </a:effectRef>
          <a:fontRef idx="minor">
            <a:schemeClr val="tx1"/>
          </a:fontRef>
        </p:style>
      </p:cxnSp>
      <p:sp>
        <p:nvSpPr>
          <p:cNvPr id="5" name="Shape 2">
            <a:extLst>
              <a:ext uri="{FF2B5EF4-FFF2-40B4-BE49-F238E27FC236}">
                <a16:creationId xmlns:a16="http://schemas.microsoft.com/office/drawing/2014/main" id="{1D697377-025A-1495-7F5C-EF35E454DDC1}"/>
              </a:ext>
            </a:extLst>
          </p:cNvPr>
          <p:cNvSpPr/>
          <p:nvPr/>
        </p:nvSpPr>
        <p:spPr>
          <a:xfrm>
            <a:off x="9544968" y="2196998"/>
            <a:ext cx="2389396" cy="464240"/>
          </a:xfrm>
          <a:prstGeom prst="rect">
            <a:avLst/>
          </a:prstGeom>
          <a:solidFill>
            <a:srgbClr val="C38F89"/>
          </a:solidFill>
          <a:ln w="12700">
            <a:noFill/>
            <a:prstDash val="solid"/>
          </a:ln>
        </p:spPr>
        <p:txBody>
          <a:bodyPr/>
          <a:lstStyle/>
          <a:p>
            <a:endParaRPr lang="it-IT" dirty="0"/>
          </a:p>
        </p:txBody>
      </p:sp>
      <p:sp>
        <p:nvSpPr>
          <p:cNvPr id="33" name="Text 9">
            <a:extLst>
              <a:ext uri="{FF2B5EF4-FFF2-40B4-BE49-F238E27FC236}">
                <a16:creationId xmlns:a16="http://schemas.microsoft.com/office/drawing/2014/main" id="{14718ADB-2B0A-8A28-E4ED-1F2FBCDCD135}"/>
              </a:ext>
            </a:extLst>
          </p:cNvPr>
          <p:cNvSpPr/>
          <p:nvPr/>
        </p:nvSpPr>
        <p:spPr>
          <a:xfrm>
            <a:off x="9586934" y="2269098"/>
            <a:ext cx="2294487" cy="320040"/>
          </a:xfrm>
          <a:prstGeom prst="rect">
            <a:avLst/>
          </a:prstGeom>
          <a:noFill/>
          <a:ln>
            <a:noFill/>
          </a:ln>
        </p:spPr>
        <p:txBody>
          <a:bodyPr wrap="square" lIns="0" tIns="0" rIns="0" bIns="0" rtlCol="0" anchor="ctr"/>
          <a:lstStyle/>
          <a:p>
            <a:r>
              <a:rPr lang="en-US" sz="1600" b="1" dirty="0">
                <a:solidFill>
                  <a:srgbClr val="FFFFFF"/>
                </a:solidFill>
                <a:latin typeface="Calibri" pitchFamily="34" charset="0"/>
                <a:ea typeface="Calibri" pitchFamily="34" charset="-122"/>
                <a:cs typeface="Calibri" pitchFamily="34" charset="-120"/>
              </a:rPr>
              <a:t>Custom Dev</a:t>
            </a:r>
            <a:endParaRPr lang="en-US" sz="1600" dirty="0"/>
          </a:p>
        </p:txBody>
      </p:sp>
      <p:sp>
        <p:nvSpPr>
          <p:cNvPr id="36" name="Shape 2">
            <a:extLst>
              <a:ext uri="{FF2B5EF4-FFF2-40B4-BE49-F238E27FC236}">
                <a16:creationId xmlns:a16="http://schemas.microsoft.com/office/drawing/2014/main" id="{691F1E21-D08D-9381-59ED-9B011E1D0199}"/>
              </a:ext>
            </a:extLst>
          </p:cNvPr>
          <p:cNvSpPr/>
          <p:nvPr/>
        </p:nvSpPr>
        <p:spPr>
          <a:xfrm>
            <a:off x="9538661" y="4323731"/>
            <a:ext cx="2389397" cy="464240"/>
          </a:xfrm>
          <a:prstGeom prst="rect">
            <a:avLst/>
          </a:prstGeom>
          <a:solidFill>
            <a:srgbClr val="CE744C"/>
          </a:solidFill>
          <a:ln w="12700">
            <a:noFill/>
            <a:prstDash val="solid"/>
          </a:ln>
        </p:spPr>
        <p:txBody>
          <a:bodyPr/>
          <a:lstStyle/>
          <a:p>
            <a:endParaRPr lang="it-IT" dirty="0"/>
          </a:p>
        </p:txBody>
      </p:sp>
      <p:sp>
        <p:nvSpPr>
          <p:cNvPr id="37" name="Text 9">
            <a:extLst>
              <a:ext uri="{FF2B5EF4-FFF2-40B4-BE49-F238E27FC236}">
                <a16:creationId xmlns:a16="http://schemas.microsoft.com/office/drawing/2014/main" id="{BE1D4924-F3B2-49C2-AA5D-F7781ED8D07B}"/>
              </a:ext>
            </a:extLst>
          </p:cNvPr>
          <p:cNvSpPr/>
          <p:nvPr/>
        </p:nvSpPr>
        <p:spPr>
          <a:xfrm>
            <a:off x="9580627" y="4395831"/>
            <a:ext cx="2294488" cy="320040"/>
          </a:xfrm>
          <a:prstGeom prst="rect">
            <a:avLst/>
          </a:prstGeom>
          <a:noFill/>
          <a:ln>
            <a:noFill/>
          </a:ln>
        </p:spPr>
        <p:txBody>
          <a:bodyPr wrap="square" lIns="0" tIns="0" rIns="0" bIns="0" rtlCol="0" anchor="ctr"/>
          <a:lstStyle/>
          <a:p>
            <a:r>
              <a:rPr lang="en-US" sz="1600" b="1" dirty="0">
                <a:solidFill>
                  <a:srgbClr val="FFFFFF"/>
                </a:solidFill>
                <a:latin typeface="Calibri" pitchFamily="34" charset="0"/>
                <a:ea typeface="Calibri" pitchFamily="34" charset="-122"/>
                <a:cs typeface="Calibri" pitchFamily="34" charset="-120"/>
              </a:rPr>
              <a:t>REST API Proxy</a:t>
            </a:r>
            <a:endParaRPr lang="en-US" sz="1600" dirty="0"/>
          </a:p>
        </p:txBody>
      </p:sp>
      <p:sp>
        <p:nvSpPr>
          <p:cNvPr id="38" name="Shape 2">
            <a:extLst>
              <a:ext uri="{FF2B5EF4-FFF2-40B4-BE49-F238E27FC236}">
                <a16:creationId xmlns:a16="http://schemas.microsoft.com/office/drawing/2014/main" id="{151ECD9C-95EA-2D29-DD96-BEC16CABBD78}"/>
              </a:ext>
            </a:extLst>
          </p:cNvPr>
          <p:cNvSpPr/>
          <p:nvPr/>
        </p:nvSpPr>
        <p:spPr>
          <a:xfrm>
            <a:off x="9532355" y="4885527"/>
            <a:ext cx="2402008" cy="464240"/>
          </a:xfrm>
          <a:prstGeom prst="rect">
            <a:avLst/>
          </a:prstGeom>
          <a:solidFill>
            <a:srgbClr val="6D998A"/>
          </a:solidFill>
          <a:ln w="12700">
            <a:noFill/>
            <a:prstDash val="solid"/>
          </a:ln>
        </p:spPr>
        <p:txBody>
          <a:bodyPr/>
          <a:lstStyle/>
          <a:p>
            <a:endParaRPr lang="it-IT" dirty="0"/>
          </a:p>
        </p:txBody>
      </p:sp>
      <p:sp>
        <p:nvSpPr>
          <p:cNvPr id="39" name="Text 9">
            <a:extLst>
              <a:ext uri="{FF2B5EF4-FFF2-40B4-BE49-F238E27FC236}">
                <a16:creationId xmlns:a16="http://schemas.microsoft.com/office/drawing/2014/main" id="{4C0CBE4C-4932-10BC-49EB-33A5B47633A9}"/>
              </a:ext>
            </a:extLst>
          </p:cNvPr>
          <p:cNvSpPr/>
          <p:nvPr/>
        </p:nvSpPr>
        <p:spPr>
          <a:xfrm>
            <a:off x="9580627" y="4957627"/>
            <a:ext cx="2306598" cy="320040"/>
          </a:xfrm>
          <a:prstGeom prst="rect">
            <a:avLst/>
          </a:prstGeom>
          <a:noFill/>
          <a:ln>
            <a:noFill/>
          </a:ln>
        </p:spPr>
        <p:txBody>
          <a:bodyPr wrap="square" lIns="0" tIns="0" rIns="0" bIns="0" rtlCol="0" anchor="ctr"/>
          <a:lstStyle/>
          <a:p>
            <a:r>
              <a:rPr lang="en-US" sz="1600" b="1" dirty="0">
                <a:solidFill>
                  <a:srgbClr val="FFFFFF"/>
                </a:solidFill>
                <a:latin typeface="Calibri" pitchFamily="34" charset="0"/>
                <a:ea typeface="Calibri" pitchFamily="34" charset="-122"/>
                <a:cs typeface="Calibri" pitchFamily="34" charset="-120"/>
              </a:rPr>
              <a:t>REST API</a:t>
            </a:r>
            <a:endParaRPr lang="en-US" sz="1600" dirty="0"/>
          </a:p>
        </p:txBody>
      </p:sp>
      <p:sp>
        <p:nvSpPr>
          <p:cNvPr id="42" name="Shape 2">
            <a:extLst>
              <a:ext uri="{FF2B5EF4-FFF2-40B4-BE49-F238E27FC236}">
                <a16:creationId xmlns:a16="http://schemas.microsoft.com/office/drawing/2014/main" id="{EEA76BFF-B197-CFC5-508D-67AC6AEBADB3}"/>
              </a:ext>
            </a:extLst>
          </p:cNvPr>
          <p:cNvSpPr/>
          <p:nvPr/>
        </p:nvSpPr>
        <p:spPr>
          <a:xfrm>
            <a:off x="9538662" y="1640730"/>
            <a:ext cx="2402008" cy="464240"/>
          </a:xfrm>
          <a:prstGeom prst="rect">
            <a:avLst/>
          </a:prstGeom>
          <a:gradFill>
            <a:gsLst>
              <a:gs pos="0">
                <a:srgbClr val="E37F29"/>
              </a:gs>
              <a:gs pos="100000">
                <a:srgbClr val="C38F89"/>
              </a:gs>
            </a:gsLst>
            <a:lin ang="5400000" scaled="1"/>
          </a:gradFill>
          <a:ln w="12700">
            <a:noFill/>
            <a:prstDash val="solid"/>
          </a:ln>
        </p:spPr>
        <p:txBody>
          <a:bodyPr/>
          <a:lstStyle/>
          <a:p>
            <a:endParaRPr lang="it-IT" dirty="0"/>
          </a:p>
        </p:txBody>
      </p:sp>
      <p:sp>
        <p:nvSpPr>
          <p:cNvPr id="43" name="Text 9">
            <a:extLst>
              <a:ext uri="{FF2B5EF4-FFF2-40B4-BE49-F238E27FC236}">
                <a16:creationId xmlns:a16="http://schemas.microsoft.com/office/drawing/2014/main" id="{39855173-9606-B78A-B9D8-F021A470AE3D}"/>
              </a:ext>
            </a:extLst>
          </p:cNvPr>
          <p:cNvSpPr/>
          <p:nvPr/>
        </p:nvSpPr>
        <p:spPr>
          <a:xfrm>
            <a:off x="9586934" y="1712830"/>
            <a:ext cx="2362614" cy="320040"/>
          </a:xfrm>
          <a:prstGeom prst="rect">
            <a:avLst/>
          </a:prstGeom>
          <a:noFill/>
          <a:ln>
            <a:noFill/>
          </a:ln>
        </p:spPr>
        <p:txBody>
          <a:bodyPr wrap="square" lIns="0" tIns="0" rIns="0" bIns="0" rtlCol="0" anchor="ctr"/>
          <a:lstStyle/>
          <a:p>
            <a:r>
              <a:rPr lang="en-US" sz="1600" b="1" dirty="0">
                <a:solidFill>
                  <a:srgbClr val="FFFFFF"/>
                </a:solidFill>
                <a:latin typeface="Calibri" pitchFamily="34" charset="0"/>
                <a:ea typeface="Calibri" pitchFamily="34" charset="-122"/>
                <a:cs typeface="Calibri" pitchFamily="34" charset="-120"/>
              </a:rPr>
              <a:t>Contracts Dev</a:t>
            </a:r>
            <a:endParaRPr lang="en-US" sz="1600" dirty="0"/>
          </a:p>
        </p:txBody>
      </p:sp>
      <p:sp>
        <p:nvSpPr>
          <p:cNvPr id="45" name="Shape 2">
            <a:extLst>
              <a:ext uri="{FF2B5EF4-FFF2-40B4-BE49-F238E27FC236}">
                <a16:creationId xmlns:a16="http://schemas.microsoft.com/office/drawing/2014/main" id="{3A82D00E-316A-C058-5578-48E3DECE736C}"/>
              </a:ext>
            </a:extLst>
          </p:cNvPr>
          <p:cNvSpPr/>
          <p:nvPr/>
        </p:nvSpPr>
        <p:spPr>
          <a:xfrm>
            <a:off x="9532355" y="5450641"/>
            <a:ext cx="2402008" cy="464240"/>
          </a:xfrm>
          <a:prstGeom prst="rect">
            <a:avLst/>
          </a:prstGeom>
          <a:solidFill>
            <a:srgbClr val="545359"/>
          </a:solidFill>
          <a:ln w="12700">
            <a:noFill/>
            <a:prstDash val="solid"/>
          </a:ln>
        </p:spPr>
        <p:txBody>
          <a:bodyPr/>
          <a:lstStyle/>
          <a:p>
            <a:endParaRPr lang="it-IT" dirty="0"/>
          </a:p>
        </p:txBody>
      </p:sp>
      <p:sp>
        <p:nvSpPr>
          <p:cNvPr id="46" name="Text 9">
            <a:extLst>
              <a:ext uri="{FF2B5EF4-FFF2-40B4-BE49-F238E27FC236}">
                <a16:creationId xmlns:a16="http://schemas.microsoft.com/office/drawing/2014/main" id="{CF51F212-35D5-F5FC-395B-E0B8A35219DE}"/>
              </a:ext>
            </a:extLst>
          </p:cNvPr>
          <p:cNvSpPr/>
          <p:nvPr/>
        </p:nvSpPr>
        <p:spPr>
          <a:xfrm>
            <a:off x="9580627" y="5522741"/>
            <a:ext cx="2306598" cy="320040"/>
          </a:xfrm>
          <a:prstGeom prst="rect">
            <a:avLst/>
          </a:prstGeom>
          <a:noFill/>
          <a:ln>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App Portal</a:t>
            </a:r>
            <a:endParaRPr lang="en-US" sz="1600" dirty="0"/>
          </a:p>
        </p:txBody>
      </p:sp>
      <p:sp>
        <p:nvSpPr>
          <p:cNvPr id="47" name="Shape 2">
            <a:extLst>
              <a:ext uri="{FF2B5EF4-FFF2-40B4-BE49-F238E27FC236}">
                <a16:creationId xmlns:a16="http://schemas.microsoft.com/office/drawing/2014/main" id="{2A843FB2-1C07-5335-9535-A70514DA47DE}"/>
              </a:ext>
            </a:extLst>
          </p:cNvPr>
          <p:cNvSpPr/>
          <p:nvPr/>
        </p:nvSpPr>
        <p:spPr>
          <a:xfrm>
            <a:off x="9532355" y="3762632"/>
            <a:ext cx="2402009" cy="464240"/>
          </a:xfrm>
          <a:prstGeom prst="rect">
            <a:avLst/>
          </a:prstGeom>
          <a:solidFill>
            <a:srgbClr val="293D4D"/>
          </a:solidFill>
          <a:ln w="12700">
            <a:noFill/>
            <a:prstDash val="solid"/>
          </a:ln>
        </p:spPr>
        <p:txBody>
          <a:bodyPr/>
          <a:lstStyle/>
          <a:p>
            <a:endParaRPr lang="it-IT" dirty="0"/>
          </a:p>
        </p:txBody>
      </p:sp>
      <p:sp>
        <p:nvSpPr>
          <p:cNvPr id="48" name="Text 9">
            <a:extLst>
              <a:ext uri="{FF2B5EF4-FFF2-40B4-BE49-F238E27FC236}">
                <a16:creationId xmlns:a16="http://schemas.microsoft.com/office/drawing/2014/main" id="{18638E3E-B214-FBD3-55E1-33FC76DBCB5B}"/>
              </a:ext>
            </a:extLst>
          </p:cNvPr>
          <p:cNvSpPr/>
          <p:nvPr/>
        </p:nvSpPr>
        <p:spPr>
          <a:xfrm>
            <a:off x="9580627" y="3834732"/>
            <a:ext cx="2306600" cy="320040"/>
          </a:xfrm>
          <a:prstGeom prst="rect">
            <a:avLst/>
          </a:prstGeom>
          <a:noFill/>
          <a:ln>
            <a:noFill/>
          </a:ln>
        </p:spPr>
        <p:txBody>
          <a:bodyPr wrap="square" lIns="0" tIns="0" rIns="0" bIns="0" rtlCol="0" anchor="ctr"/>
          <a:lstStyle/>
          <a:p>
            <a:r>
              <a:rPr lang="en-US" sz="1600" b="1" dirty="0">
                <a:solidFill>
                  <a:srgbClr val="FFFFFF"/>
                </a:solidFill>
                <a:latin typeface="Calibri" pitchFamily="34" charset="0"/>
                <a:ea typeface="Calibri" pitchFamily="34" charset="-122"/>
                <a:cs typeface="Calibri" pitchFamily="34" charset="-120"/>
              </a:rPr>
              <a:t>MES Data</a:t>
            </a:r>
            <a:endParaRPr lang="en-US" sz="1600" dirty="0"/>
          </a:p>
        </p:txBody>
      </p:sp>
      <p:sp>
        <p:nvSpPr>
          <p:cNvPr id="65" name="Shape 12">
            <a:extLst>
              <a:ext uri="{FF2B5EF4-FFF2-40B4-BE49-F238E27FC236}">
                <a16:creationId xmlns:a16="http://schemas.microsoft.com/office/drawing/2014/main" id="{01C1DFA0-44E1-FACF-F801-765F06BE3E77}"/>
              </a:ext>
            </a:extLst>
          </p:cNvPr>
          <p:cNvSpPr/>
          <p:nvPr/>
        </p:nvSpPr>
        <p:spPr>
          <a:xfrm>
            <a:off x="9538662" y="2744443"/>
            <a:ext cx="2402009" cy="457200"/>
          </a:xfrm>
          <a:prstGeom prst="rect">
            <a:avLst/>
          </a:prstGeom>
          <a:solidFill>
            <a:srgbClr val="C6271B"/>
          </a:solidFill>
          <a:ln w="12700">
            <a:noFill/>
            <a:prstDash val="solid"/>
          </a:ln>
        </p:spPr>
        <p:txBody>
          <a:bodyPr/>
          <a:lstStyle/>
          <a:p>
            <a:endParaRPr lang="it-IT"/>
          </a:p>
        </p:txBody>
      </p:sp>
      <p:sp>
        <p:nvSpPr>
          <p:cNvPr id="66" name="Text 13">
            <a:extLst>
              <a:ext uri="{FF2B5EF4-FFF2-40B4-BE49-F238E27FC236}">
                <a16:creationId xmlns:a16="http://schemas.microsoft.com/office/drawing/2014/main" id="{D356C9FD-95A4-D8D5-9A9A-A732ACE5D511}"/>
              </a:ext>
            </a:extLst>
          </p:cNvPr>
          <p:cNvSpPr/>
          <p:nvPr/>
        </p:nvSpPr>
        <p:spPr>
          <a:xfrm>
            <a:off x="9586934" y="2762731"/>
            <a:ext cx="2224083" cy="420624"/>
          </a:xfrm>
          <a:prstGeom prst="rect">
            <a:avLst/>
          </a:prstGeom>
          <a:noFill/>
          <a:ln>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SQL Server DB</a:t>
            </a:r>
            <a:endParaRPr lang="en-US" sz="1600" dirty="0"/>
          </a:p>
        </p:txBody>
      </p:sp>
      <p:sp>
        <p:nvSpPr>
          <p:cNvPr id="67" name="Text 9">
            <a:extLst>
              <a:ext uri="{FF2B5EF4-FFF2-40B4-BE49-F238E27FC236}">
                <a16:creationId xmlns:a16="http://schemas.microsoft.com/office/drawing/2014/main" id="{0FD158B8-EE50-2DA9-5443-87E6B0BE88FB}"/>
              </a:ext>
            </a:extLst>
          </p:cNvPr>
          <p:cNvSpPr/>
          <p:nvPr/>
        </p:nvSpPr>
        <p:spPr>
          <a:xfrm>
            <a:off x="9289143" y="1295471"/>
            <a:ext cx="2638915" cy="340538"/>
          </a:xfrm>
          <a:prstGeom prst="rect">
            <a:avLst/>
          </a:prstGeom>
          <a:noFill/>
          <a:ln>
            <a:noFill/>
          </a:ln>
        </p:spPr>
        <p:txBody>
          <a:bodyPr wrap="square" lIns="0" tIns="0" rIns="0" bIns="0" rtlCol="0" anchor="ctr"/>
          <a:lstStyle/>
          <a:p>
            <a:r>
              <a:rPr lang="en-US" sz="1600" b="1" dirty="0">
                <a:latin typeface="Calibri" pitchFamily="34" charset="0"/>
                <a:ea typeface="Calibri" pitchFamily="34" charset="-122"/>
                <a:cs typeface="Calibri" pitchFamily="34" charset="-120"/>
              </a:rPr>
              <a:t>CUSTOM</a:t>
            </a:r>
            <a:endParaRPr lang="en-US" sz="1600" dirty="0"/>
          </a:p>
        </p:txBody>
      </p:sp>
      <p:sp>
        <p:nvSpPr>
          <p:cNvPr id="68" name="Text 9">
            <a:extLst>
              <a:ext uri="{FF2B5EF4-FFF2-40B4-BE49-F238E27FC236}">
                <a16:creationId xmlns:a16="http://schemas.microsoft.com/office/drawing/2014/main" id="{B475D446-7469-F53F-248F-724EABB42FA2}"/>
              </a:ext>
            </a:extLst>
          </p:cNvPr>
          <p:cNvSpPr/>
          <p:nvPr/>
        </p:nvSpPr>
        <p:spPr>
          <a:xfrm>
            <a:off x="9236200" y="3411463"/>
            <a:ext cx="2638915" cy="340538"/>
          </a:xfrm>
          <a:prstGeom prst="rect">
            <a:avLst/>
          </a:prstGeom>
          <a:noFill/>
          <a:ln>
            <a:noFill/>
          </a:ln>
        </p:spPr>
        <p:txBody>
          <a:bodyPr wrap="square" lIns="0" tIns="0" rIns="0" bIns="0" rtlCol="0" anchor="ctr"/>
          <a:lstStyle/>
          <a:p>
            <a:r>
              <a:rPr lang="en-US" sz="1600" b="1" dirty="0">
                <a:latin typeface="Calibri" pitchFamily="34" charset="0"/>
                <a:ea typeface="Calibri" pitchFamily="34" charset="-122"/>
                <a:cs typeface="Calibri" pitchFamily="34" charset="-120"/>
              </a:rPr>
              <a:t>GEN AI</a:t>
            </a:r>
            <a:endParaRPr lang="en-US" sz="1600" dirty="0"/>
          </a:p>
        </p:txBody>
      </p:sp>
    </p:spTree>
    <p:extLst>
      <p:ext uri="{BB962C8B-B14F-4D97-AF65-F5344CB8AC3E}">
        <p14:creationId xmlns:p14="http://schemas.microsoft.com/office/powerpoint/2010/main" val="3246968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844B27B-864B-3979-8253-426173B9E743}"/>
              </a:ext>
            </a:extLst>
          </p:cNvPr>
          <p:cNvSpPr>
            <a:spLocks noGrp="1"/>
          </p:cNvSpPr>
          <p:nvPr>
            <p:ph type="title"/>
          </p:nvPr>
        </p:nvSpPr>
        <p:spPr/>
        <p:txBody>
          <a:bodyPr/>
          <a:lstStyle/>
          <a:p>
            <a:r>
              <a:rPr lang="en-US" dirty="0"/>
              <a:t>Demo</a:t>
            </a:r>
            <a:br>
              <a:rPr lang="en-US" dirty="0"/>
            </a:br>
            <a:endParaRPr lang="it-IT" dirty="0"/>
          </a:p>
        </p:txBody>
      </p:sp>
      <p:sp>
        <p:nvSpPr>
          <p:cNvPr id="7" name="Shape 2">
            <a:extLst>
              <a:ext uri="{FF2B5EF4-FFF2-40B4-BE49-F238E27FC236}">
                <a16:creationId xmlns:a16="http://schemas.microsoft.com/office/drawing/2014/main" id="{83AE0D34-382F-4DC3-06F3-FE6A76F99F79}"/>
              </a:ext>
            </a:extLst>
          </p:cNvPr>
          <p:cNvSpPr/>
          <p:nvPr/>
        </p:nvSpPr>
        <p:spPr>
          <a:xfrm>
            <a:off x="496888" y="1672137"/>
            <a:ext cx="2560320" cy="3999048"/>
          </a:xfrm>
          <a:prstGeom prst="rect">
            <a:avLst/>
          </a:prstGeom>
          <a:solidFill>
            <a:srgbClr val="293D4D"/>
          </a:solidFill>
          <a:ln w="19050">
            <a:noFill/>
            <a:prstDash val="solid"/>
          </a:ln>
          <a:effectLst>
            <a:outerShdw blurRad="101600" dist="38100" dir="8100000" algn="bl" rotWithShape="0">
              <a:srgbClr val="000000">
                <a:alpha val="18000"/>
              </a:srgbClr>
            </a:outerShdw>
          </a:effectLst>
        </p:spPr>
        <p:txBody>
          <a:bodyPr/>
          <a:lstStyle/>
          <a:p>
            <a:endParaRPr lang="it-IT"/>
          </a:p>
        </p:txBody>
      </p:sp>
      <p:sp>
        <p:nvSpPr>
          <p:cNvPr id="8" name="Shape 3">
            <a:extLst>
              <a:ext uri="{FF2B5EF4-FFF2-40B4-BE49-F238E27FC236}">
                <a16:creationId xmlns:a16="http://schemas.microsoft.com/office/drawing/2014/main" id="{A928FAA2-D438-53B3-3135-CDBE0A4E5666}"/>
              </a:ext>
            </a:extLst>
          </p:cNvPr>
          <p:cNvSpPr/>
          <p:nvPr/>
        </p:nvSpPr>
        <p:spPr>
          <a:xfrm>
            <a:off x="496888" y="1672137"/>
            <a:ext cx="2560320" cy="548640"/>
          </a:xfrm>
          <a:prstGeom prst="rect">
            <a:avLst/>
          </a:prstGeom>
          <a:solidFill>
            <a:srgbClr val="C38F89"/>
          </a:solidFill>
          <a:ln w="12700">
            <a:noFill/>
            <a:prstDash val="solid"/>
          </a:ln>
        </p:spPr>
        <p:txBody>
          <a:bodyPr/>
          <a:lstStyle/>
          <a:p>
            <a:endParaRPr lang="it-IT"/>
          </a:p>
        </p:txBody>
      </p:sp>
      <p:sp>
        <p:nvSpPr>
          <p:cNvPr id="9" name="Text 4">
            <a:extLst>
              <a:ext uri="{FF2B5EF4-FFF2-40B4-BE49-F238E27FC236}">
                <a16:creationId xmlns:a16="http://schemas.microsoft.com/office/drawing/2014/main" id="{7C6589A5-325F-5456-E695-860286A978DB}"/>
              </a:ext>
            </a:extLst>
          </p:cNvPr>
          <p:cNvSpPr/>
          <p:nvPr/>
        </p:nvSpPr>
        <p:spPr>
          <a:xfrm>
            <a:off x="496888" y="1672137"/>
            <a:ext cx="2560320" cy="548640"/>
          </a:xfrm>
          <a:prstGeom prst="rect">
            <a:avLst/>
          </a:prstGeom>
          <a:noFill/>
          <a:ln>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FASE 01</a:t>
            </a:r>
            <a:endParaRPr lang="en-US" dirty="0"/>
          </a:p>
        </p:txBody>
      </p:sp>
      <p:sp>
        <p:nvSpPr>
          <p:cNvPr id="10" name="Text 5">
            <a:extLst>
              <a:ext uri="{FF2B5EF4-FFF2-40B4-BE49-F238E27FC236}">
                <a16:creationId xmlns:a16="http://schemas.microsoft.com/office/drawing/2014/main" id="{BBDB5FB8-7749-EA25-62AC-B0274409BD53}"/>
              </a:ext>
            </a:extLst>
          </p:cNvPr>
          <p:cNvSpPr/>
          <p:nvPr/>
        </p:nvSpPr>
        <p:spPr>
          <a:xfrm>
            <a:off x="588328" y="2312217"/>
            <a:ext cx="2377440" cy="411480"/>
          </a:xfrm>
          <a:prstGeom prst="rect">
            <a:avLst/>
          </a:prstGeom>
          <a:noFill/>
          <a:ln>
            <a:noFill/>
          </a:ln>
        </p:spPr>
        <p:txBody>
          <a:bodyPr wrap="square" lIns="0" tIns="0" rIns="0" bIns="0" rtlCol="0" anchor="ctr"/>
          <a:lstStyle/>
          <a:p>
            <a:pPr marL="0" indent="0" algn="ctr">
              <a:buNone/>
            </a:pPr>
            <a:r>
              <a:rPr lang="en-US" sz="1600" b="1" dirty="0">
                <a:solidFill>
                  <a:srgbClr val="C38F89"/>
                </a:solidFill>
                <a:latin typeface="Calibri" pitchFamily="34" charset="0"/>
                <a:ea typeface="Calibri" pitchFamily="34" charset="-122"/>
                <a:cs typeface="Calibri" pitchFamily="34" charset="-120"/>
              </a:rPr>
              <a:t>API Microsoft 365</a:t>
            </a:r>
            <a:endParaRPr lang="en-US" sz="1600" dirty="0">
              <a:solidFill>
                <a:srgbClr val="C38F89"/>
              </a:solidFill>
            </a:endParaRPr>
          </a:p>
        </p:txBody>
      </p:sp>
      <p:sp>
        <p:nvSpPr>
          <p:cNvPr id="11" name="Text 6">
            <a:extLst>
              <a:ext uri="{FF2B5EF4-FFF2-40B4-BE49-F238E27FC236}">
                <a16:creationId xmlns:a16="http://schemas.microsoft.com/office/drawing/2014/main" id="{9A3D8B77-9DDE-EE56-A6FC-4666CA66224B}"/>
              </a:ext>
            </a:extLst>
          </p:cNvPr>
          <p:cNvSpPr/>
          <p:nvPr/>
        </p:nvSpPr>
        <p:spPr>
          <a:xfrm>
            <a:off x="588328" y="2815137"/>
            <a:ext cx="2377440" cy="2754448"/>
          </a:xfrm>
          <a:prstGeom prst="rect">
            <a:avLst/>
          </a:prstGeom>
          <a:noFill/>
          <a:ln>
            <a:noFill/>
          </a:ln>
        </p:spPr>
        <p:txBody>
          <a:bodyPr wrap="square" rtlCol="0" anchor="t"/>
          <a:lstStyle/>
          <a:p>
            <a:pPr marL="342900" indent="-342900">
              <a:spcAft>
                <a:spcPts val="500"/>
              </a:spcAft>
              <a:buSzPct val="100000"/>
              <a:buChar char="•"/>
            </a:pPr>
            <a:r>
              <a:rPr lang="en-US" sz="1600" dirty="0">
                <a:solidFill>
                  <a:srgbClr val="CBD5E1"/>
                </a:solidFill>
                <a:latin typeface="Calibri" pitchFamily="34" charset="0"/>
                <a:ea typeface="Calibri" pitchFamily="34" charset="-122"/>
                <a:cs typeface="Calibri" pitchFamily="34" charset="-120"/>
              </a:rPr>
              <a:t>Consumare API 365 con GenAI</a:t>
            </a:r>
            <a:endParaRPr lang="en-US" sz="1600" dirty="0"/>
          </a:p>
          <a:p>
            <a:pPr marL="342900" indent="-342900">
              <a:spcAft>
                <a:spcPts val="500"/>
              </a:spcAft>
              <a:buSzPct val="100000"/>
              <a:buChar char="•"/>
            </a:pPr>
            <a:r>
              <a:rPr lang="en-US" sz="1600" dirty="0">
                <a:solidFill>
                  <a:srgbClr val="CBD5E1"/>
                </a:solidFill>
                <a:latin typeface="Calibri" pitchFamily="34" charset="0"/>
                <a:ea typeface="Calibri" pitchFamily="34" charset="-122"/>
                <a:cs typeface="Calibri" pitchFamily="34" charset="-120"/>
              </a:rPr>
              <a:t>Il 'finto Outlook' e il '</a:t>
            </a:r>
            <a:r>
              <a:rPr lang="en-US" sz="1600" dirty="0" err="1">
                <a:solidFill>
                  <a:srgbClr val="CBD5E1"/>
                </a:solidFill>
                <a:latin typeface="Calibri" pitchFamily="34" charset="0"/>
                <a:ea typeface="Calibri" pitchFamily="34" charset="-122"/>
                <a:cs typeface="Calibri" pitchFamily="34" charset="-120"/>
              </a:rPr>
              <a:t>finto</a:t>
            </a:r>
            <a:r>
              <a:rPr lang="en-US" sz="1600" dirty="0">
                <a:solidFill>
                  <a:srgbClr val="CBD5E1"/>
                </a:solidFill>
                <a:latin typeface="Calibri" pitchFamily="34" charset="0"/>
                <a:ea typeface="Calibri" pitchFamily="34" charset="-122"/>
                <a:cs typeface="Calibri" pitchFamily="34" charset="-120"/>
              </a:rPr>
              <a:t> OneDrive'</a:t>
            </a:r>
            <a:endParaRPr lang="en-US" sz="1600" dirty="0"/>
          </a:p>
          <a:p>
            <a:pPr marL="342900" indent="-342900">
              <a:spcAft>
                <a:spcPts val="500"/>
              </a:spcAft>
              <a:buSzPct val="100000"/>
              <a:buChar char="•"/>
            </a:pPr>
            <a:r>
              <a:rPr lang="en-US" sz="1600" dirty="0">
                <a:solidFill>
                  <a:srgbClr val="CBD5E1"/>
                </a:solidFill>
                <a:latin typeface="Calibri" pitchFamily="34" charset="0"/>
                <a:ea typeface="Calibri" pitchFamily="34" charset="-122"/>
                <a:cs typeface="Calibri" pitchFamily="34" charset="-120"/>
              </a:rPr>
              <a:t>Calendar, Mail, OneDrive API</a:t>
            </a:r>
          </a:p>
        </p:txBody>
      </p:sp>
      <p:pic>
        <p:nvPicPr>
          <p:cNvPr id="73" name="Picture 72">
            <a:extLst>
              <a:ext uri="{FF2B5EF4-FFF2-40B4-BE49-F238E27FC236}">
                <a16:creationId xmlns:a16="http://schemas.microsoft.com/office/drawing/2014/main" id="{79261B33-CCC8-5986-34E9-0AFDBBD2F918}"/>
              </a:ext>
            </a:extLst>
          </p:cNvPr>
          <p:cNvPicPr>
            <a:picLocks noChangeAspect="1"/>
          </p:cNvPicPr>
          <p:nvPr/>
        </p:nvPicPr>
        <p:blipFill>
          <a:blip r:embed="rId3"/>
          <a:stretch>
            <a:fillRect/>
          </a:stretch>
        </p:blipFill>
        <p:spPr>
          <a:xfrm>
            <a:off x="3435150" y="1196664"/>
            <a:ext cx="7846400" cy="382226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6" name="Picture 75">
            <a:extLst>
              <a:ext uri="{FF2B5EF4-FFF2-40B4-BE49-F238E27FC236}">
                <a16:creationId xmlns:a16="http://schemas.microsoft.com/office/drawing/2014/main" id="{0C832B12-0481-507A-2425-C11FBDC83041}"/>
              </a:ext>
            </a:extLst>
          </p:cNvPr>
          <p:cNvPicPr>
            <a:picLocks noChangeAspect="1"/>
          </p:cNvPicPr>
          <p:nvPr/>
        </p:nvPicPr>
        <p:blipFill>
          <a:blip r:embed="rId4"/>
          <a:stretch>
            <a:fillRect/>
          </a:stretch>
        </p:blipFill>
        <p:spPr>
          <a:xfrm>
            <a:off x="7008928" y="1366613"/>
            <a:ext cx="4581003" cy="2714168"/>
          </a:xfrm>
          <a:prstGeom prst="rect">
            <a:avLst/>
          </a:prstGeom>
        </p:spPr>
      </p:pic>
      <p:pic>
        <p:nvPicPr>
          <p:cNvPr id="75" name="Picture 74">
            <a:extLst>
              <a:ext uri="{FF2B5EF4-FFF2-40B4-BE49-F238E27FC236}">
                <a16:creationId xmlns:a16="http://schemas.microsoft.com/office/drawing/2014/main" id="{A9161C87-1C06-A651-56A2-6725EA430B24}"/>
              </a:ext>
            </a:extLst>
          </p:cNvPr>
          <p:cNvPicPr>
            <a:picLocks noChangeAspect="1"/>
          </p:cNvPicPr>
          <p:nvPr/>
        </p:nvPicPr>
        <p:blipFill rotWithShape="1">
          <a:blip r:embed="rId5"/>
          <a:srcRect r="26800" b="19983"/>
          <a:stretch>
            <a:fillRect/>
          </a:stretch>
        </p:blipFill>
        <p:spPr>
          <a:xfrm>
            <a:off x="5006181" y="3208922"/>
            <a:ext cx="6917531" cy="289660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1937674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AE2E7-202A-F0C0-E2D4-680555788A2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9BD43B4-CFBF-6BB5-FBFD-4BC1376710B8}"/>
              </a:ext>
            </a:extLst>
          </p:cNvPr>
          <p:cNvSpPr>
            <a:spLocks noGrp="1"/>
          </p:cNvSpPr>
          <p:nvPr>
            <p:ph type="title"/>
          </p:nvPr>
        </p:nvSpPr>
        <p:spPr/>
        <p:txBody>
          <a:bodyPr/>
          <a:lstStyle/>
          <a:p>
            <a:r>
              <a:rPr lang="en-US" dirty="0"/>
              <a:t>Demo</a:t>
            </a:r>
            <a:br>
              <a:rPr lang="en-US" dirty="0"/>
            </a:br>
            <a:endParaRPr lang="it-IT" dirty="0"/>
          </a:p>
        </p:txBody>
      </p:sp>
      <p:sp>
        <p:nvSpPr>
          <p:cNvPr id="12" name="Shape 7">
            <a:extLst>
              <a:ext uri="{FF2B5EF4-FFF2-40B4-BE49-F238E27FC236}">
                <a16:creationId xmlns:a16="http://schemas.microsoft.com/office/drawing/2014/main" id="{1D215479-B97F-19BD-4543-9C93CF19AA7F}"/>
              </a:ext>
            </a:extLst>
          </p:cNvPr>
          <p:cNvSpPr/>
          <p:nvPr/>
        </p:nvSpPr>
        <p:spPr>
          <a:xfrm>
            <a:off x="497616" y="1672137"/>
            <a:ext cx="2560320" cy="3999048"/>
          </a:xfrm>
          <a:prstGeom prst="rect">
            <a:avLst/>
          </a:prstGeom>
          <a:solidFill>
            <a:srgbClr val="293D4D"/>
          </a:solidFill>
          <a:ln w="19050">
            <a:noFill/>
            <a:prstDash val="solid"/>
          </a:ln>
          <a:effectLst>
            <a:outerShdw blurRad="101600" dist="38100" dir="8100000" algn="bl" rotWithShape="0">
              <a:srgbClr val="000000">
                <a:alpha val="18000"/>
              </a:srgbClr>
            </a:outerShdw>
          </a:effectLst>
        </p:spPr>
        <p:txBody>
          <a:bodyPr/>
          <a:lstStyle/>
          <a:p>
            <a:endParaRPr lang="it-IT"/>
          </a:p>
        </p:txBody>
      </p:sp>
      <p:sp>
        <p:nvSpPr>
          <p:cNvPr id="13" name="Shape 8">
            <a:extLst>
              <a:ext uri="{FF2B5EF4-FFF2-40B4-BE49-F238E27FC236}">
                <a16:creationId xmlns:a16="http://schemas.microsoft.com/office/drawing/2014/main" id="{6B1C13A8-246E-0E47-A79B-FA18E89E3672}"/>
              </a:ext>
            </a:extLst>
          </p:cNvPr>
          <p:cNvSpPr/>
          <p:nvPr/>
        </p:nvSpPr>
        <p:spPr>
          <a:xfrm>
            <a:off x="497616" y="1672137"/>
            <a:ext cx="2560320" cy="548640"/>
          </a:xfrm>
          <a:prstGeom prst="rect">
            <a:avLst/>
          </a:prstGeom>
          <a:solidFill>
            <a:srgbClr val="E37F29"/>
          </a:solidFill>
          <a:ln w="12700">
            <a:noFill/>
            <a:prstDash val="solid"/>
          </a:ln>
        </p:spPr>
        <p:txBody>
          <a:bodyPr/>
          <a:lstStyle/>
          <a:p>
            <a:endParaRPr lang="it-IT"/>
          </a:p>
        </p:txBody>
      </p:sp>
      <p:sp>
        <p:nvSpPr>
          <p:cNvPr id="14" name="Text 9">
            <a:extLst>
              <a:ext uri="{FF2B5EF4-FFF2-40B4-BE49-F238E27FC236}">
                <a16:creationId xmlns:a16="http://schemas.microsoft.com/office/drawing/2014/main" id="{3435BD69-54C4-4130-11A9-3A5F71679A77}"/>
              </a:ext>
            </a:extLst>
          </p:cNvPr>
          <p:cNvSpPr/>
          <p:nvPr/>
        </p:nvSpPr>
        <p:spPr>
          <a:xfrm>
            <a:off x="497616" y="1672137"/>
            <a:ext cx="2560320" cy="548640"/>
          </a:xfrm>
          <a:prstGeom prst="rect">
            <a:avLst/>
          </a:prstGeom>
          <a:noFill/>
          <a:ln>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FASE 02</a:t>
            </a:r>
            <a:endParaRPr lang="en-US" dirty="0"/>
          </a:p>
        </p:txBody>
      </p:sp>
      <p:sp>
        <p:nvSpPr>
          <p:cNvPr id="15" name="Text 10">
            <a:extLst>
              <a:ext uri="{FF2B5EF4-FFF2-40B4-BE49-F238E27FC236}">
                <a16:creationId xmlns:a16="http://schemas.microsoft.com/office/drawing/2014/main" id="{5A6B143E-000E-21BD-1D82-38F97758911A}"/>
              </a:ext>
            </a:extLst>
          </p:cNvPr>
          <p:cNvSpPr/>
          <p:nvPr/>
        </p:nvSpPr>
        <p:spPr>
          <a:xfrm>
            <a:off x="589056" y="2312217"/>
            <a:ext cx="2377440" cy="411480"/>
          </a:xfrm>
          <a:prstGeom prst="rect">
            <a:avLst/>
          </a:prstGeom>
          <a:noFill/>
          <a:ln>
            <a:noFill/>
          </a:ln>
        </p:spPr>
        <p:txBody>
          <a:bodyPr wrap="square" lIns="0" tIns="0" rIns="0" bIns="0" rtlCol="0" anchor="ctr"/>
          <a:lstStyle/>
          <a:p>
            <a:pPr marL="0" indent="0" algn="ctr">
              <a:buNone/>
            </a:pPr>
            <a:r>
              <a:rPr lang="en-US" sz="1600" b="1" dirty="0">
                <a:solidFill>
                  <a:srgbClr val="E37F29"/>
                </a:solidFill>
                <a:latin typeface="Calibri" pitchFamily="34" charset="0"/>
                <a:ea typeface="Calibri" pitchFamily="34" charset="-122"/>
                <a:cs typeface="Calibri" pitchFamily="34" charset="-120"/>
              </a:rPr>
              <a:t>Database + API</a:t>
            </a:r>
            <a:endParaRPr lang="en-US" sz="1600" dirty="0">
              <a:solidFill>
                <a:srgbClr val="E37F29"/>
              </a:solidFill>
            </a:endParaRPr>
          </a:p>
        </p:txBody>
      </p:sp>
      <p:sp>
        <p:nvSpPr>
          <p:cNvPr id="16" name="Text 11">
            <a:extLst>
              <a:ext uri="{FF2B5EF4-FFF2-40B4-BE49-F238E27FC236}">
                <a16:creationId xmlns:a16="http://schemas.microsoft.com/office/drawing/2014/main" id="{1FE84E30-CA37-CB57-CC24-54DE865D867C}"/>
              </a:ext>
            </a:extLst>
          </p:cNvPr>
          <p:cNvSpPr/>
          <p:nvPr/>
        </p:nvSpPr>
        <p:spPr>
          <a:xfrm>
            <a:off x="589056" y="2815137"/>
            <a:ext cx="2377440" cy="2754448"/>
          </a:xfrm>
          <a:prstGeom prst="rect">
            <a:avLst/>
          </a:prstGeom>
          <a:noFill/>
          <a:ln>
            <a:noFill/>
          </a:ln>
        </p:spPr>
        <p:txBody>
          <a:bodyPr wrap="square" rtlCol="0" anchor="t"/>
          <a:lstStyle/>
          <a:p>
            <a:pPr marL="342900" indent="-342900">
              <a:spcAft>
                <a:spcPts val="500"/>
              </a:spcAft>
              <a:buSzPct val="100000"/>
              <a:buChar char="•"/>
            </a:pPr>
            <a:r>
              <a:rPr lang="en-US" sz="1600" dirty="0">
                <a:solidFill>
                  <a:srgbClr val="CBD5E1"/>
                </a:solidFill>
                <a:latin typeface="Calibri" pitchFamily="34" charset="0"/>
                <a:ea typeface="Calibri" pitchFamily="34" charset="-122"/>
                <a:cs typeface="Calibri" pitchFamily="34" charset="-120"/>
              </a:rPr>
              <a:t>Dominio applicativo IoT/industrial</a:t>
            </a:r>
            <a:endParaRPr lang="en-US" sz="1600" dirty="0"/>
          </a:p>
          <a:p>
            <a:pPr marL="342900" indent="-342900">
              <a:spcAft>
                <a:spcPts val="500"/>
              </a:spcAft>
              <a:buSzPct val="100000"/>
              <a:buChar char="•"/>
            </a:pPr>
            <a:r>
              <a:rPr lang="en-US" sz="1600" dirty="0">
                <a:solidFill>
                  <a:srgbClr val="CBD5E1"/>
                </a:solidFill>
                <a:latin typeface="Calibri" pitchFamily="34" charset="0"/>
                <a:ea typeface="Calibri" pitchFamily="34" charset="-122"/>
                <a:cs typeface="Calibri" pitchFamily="34" charset="-120"/>
              </a:rPr>
              <a:t>GenAI genera ORM e API CRUD</a:t>
            </a:r>
            <a:endParaRPr lang="en-US" sz="1600" dirty="0"/>
          </a:p>
        </p:txBody>
      </p:sp>
      <p:pic>
        <p:nvPicPr>
          <p:cNvPr id="3" name="Picture 2">
            <a:extLst>
              <a:ext uri="{FF2B5EF4-FFF2-40B4-BE49-F238E27FC236}">
                <a16:creationId xmlns:a16="http://schemas.microsoft.com/office/drawing/2014/main" id="{6D6DBAF0-7502-7710-25B5-41D8BEBAA987}"/>
              </a:ext>
            </a:extLst>
          </p:cNvPr>
          <p:cNvPicPr>
            <a:picLocks noChangeAspect="1"/>
          </p:cNvPicPr>
          <p:nvPr/>
        </p:nvPicPr>
        <p:blipFill>
          <a:blip r:embed="rId3"/>
          <a:stretch>
            <a:fillRect/>
          </a:stretch>
        </p:blipFill>
        <p:spPr>
          <a:xfrm>
            <a:off x="4126744" y="1672137"/>
            <a:ext cx="6776444" cy="3999049"/>
          </a:xfrm>
          <a:prstGeom prst="rect">
            <a:avLst/>
          </a:prstGeom>
        </p:spPr>
      </p:pic>
    </p:spTree>
    <p:extLst>
      <p:ext uri="{BB962C8B-B14F-4D97-AF65-F5344CB8AC3E}">
        <p14:creationId xmlns:p14="http://schemas.microsoft.com/office/powerpoint/2010/main" val="9935002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6D8A7-F9BD-3644-0F2C-E5CF1E2723F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169F2C9-E6D4-B76C-D082-8D45E1902D93}"/>
              </a:ext>
            </a:extLst>
          </p:cNvPr>
          <p:cNvSpPr>
            <a:spLocks noGrp="1"/>
          </p:cNvSpPr>
          <p:nvPr>
            <p:ph type="title"/>
          </p:nvPr>
        </p:nvSpPr>
        <p:spPr/>
        <p:txBody>
          <a:bodyPr/>
          <a:lstStyle/>
          <a:p>
            <a:r>
              <a:rPr lang="en-US" dirty="0"/>
              <a:t>Demo</a:t>
            </a:r>
            <a:br>
              <a:rPr lang="en-US" dirty="0"/>
            </a:br>
            <a:endParaRPr lang="it-IT" dirty="0"/>
          </a:p>
        </p:txBody>
      </p:sp>
      <p:sp>
        <p:nvSpPr>
          <p:cNvPr id="17" name="Shape 12">
            <a:extLst>
              <a:ext uri="{FF2B5EF4-FFF2-40B4-BE49-F238E27FC236}">
                <a16:creationId xmlns:a16="http://schemas.microsoft.com/office/drawing/2014/main" id="{3CE4154B-D663-05A9-3BDB-206B5CF9D03F}"/>
              </a:ext>
            </a:extLst>
          </p:cNvPr>
          <p:cNvSpPr/>
          <p:nvPr/>
        </p:nvSpPr>
        <p:spPr>
          <a:xfrm>
            <a:off x="497616" y="1672137"/>
            <a:ext cx="2560320" cy="3999048"/>
          </a:xfrm>
          <a:prstGeom prst="rect">
            <a:avLst/>
          </a:prstGeom>
          <a:solidFill>
            <a:srgbClr val="293D4D"/>
          </a:solidFill>
          <a:ln w="19050">
            <a:noFill/>
            <a:prstDash val="solid"/>
          </a:ln>
          <a:effectLst>
            <a:outerShdw blurRad="101600" dist="38100" dir="8100000" algn="bl" rotWithShape="0">
              <a:srgbClr val="000000">
                <a:alpha val="18000"/>
              </a:srgbClr>
            </a:outerShdw>
          </a:effectLst>
        </p:spPr>
        <p:txBody>
          <a:bodyPr/>
          <a:lstStyle/>
          <a:p>
            <a:endParaRPr lang="it-IT"/>
          </a:p>
        </p:txBody>
      </p:sp>
      <p:sp>
        <p:nvSpPr>
          <p:cNvPr id="18" name="Shape 13">
            <a:extLst>
              <a:ext uri="{FF2B5EF4-FFF2-40B4-BE49-F238E27FC236}">
                <a16:creationId xmlns:a16="http://schemas.microsoft.com/office/drawing/2014/main" id="{E496EC1D-046B-B291-B2BF-221D5EE97A62}"/>
              </a:ext>
            </a:extLst>
          </p:cNvPr>
          <p:cNvSpPr/>
          <p:nvPr/>
        </p:nvSpPr>
        <p:spPr>
          <a:xfrm>
            <a:off x="497616" y="1672137"/>
            <a:ext cx="2560320" cy="548640"/>
          </a:xfrm>
          <a:prstGeom prst="rect">
            <a:avLst/>
          </a:prstGeom>
          <a:solidFill>
            <a:srgbClr val="6D998A"/>
          </a:solidFill>
          <a:ln w="12700">
            <a:noFill/>
            <a:prstDash val="solid"/>
          </a:ln>
        </p:spPr>
        <p:txBody>
          <a:bodyPr/>
          <a:lstStyle/>
          <a:p>
            <a:endParaRPr lang="it-IT"/>
          </a:p>
        </p:txBody>
      </p:sp>
      <p:sp>
        <p:nvSpPr>
          <p:cNvPr id="19" name="Text 14">
            <a:extLst>
              <a:ext uri="{FF2B5EF4-FFF2-40B4-BE49-F238E27FC236}">
                <a16:creationId xmlns:a16="http://schemas.microsoft.com/office/drawing/2014/main" id="{4B355C87-CD40-4DCF-2389-5E5D3AF122E1}"/>
              </a:ext>
            </a:extLst>
          </p:cNvPr>
          <p:cNvSpPr/>
          <p:nvPr/>
        </p:nvSpPr>
        <p:spPr>
          <a:xfrm>
            <a:off x="497616" y="1672137"/>
            <a:ext cx="2560320" cy="548640"/>
          </a:xfrm>
          <a:prstGeom prst="rect">
            <a:avLst/>
          </a:prstGeom>
          <a:noFill/>
          <a:ln>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FASE 03</a:t>
            </a:r>
            <a:endParaRPr lang="en-US" dirty="0"/>
          </a:p>
        </p:txBody>
      </p:sp>
      <p:sp>
        <p:nvSpPr>
          <p:cNvPr id="20" name="Text 15">
            <a:extLst>
              <a:ext uri="{FF2B5EF4-FFF2-40B4-BE49-F238E27FC236}">
                <a16:creationId xmlns:a16="http://schemas.microsoft.com/office/drawing/2014/main" id="{4CC8A4BD-A67E-7D9F-6DFB-2DD66E338370}"/>
              </a:ext>
            </a:extLst>
          </p:cNvPr>
          <p:cNvSpPr/>
          <p:nvPr/>
        </p:nvSpPr>
        <p:spPr>
          <a:xfrm>
            <a:off x="589056" y="2312217"/>
            <a:ext cx="2377440" cy="411480"/>
          </a:xfrm>
          <a:prstGeom prst="rect">
            <a:avLst/>
          </a:prstGeom>
          <a:noFill/>
          <a:ln>
            <a:noFill/>
          </a:ln>
        </p:spPr>
        <p:txBody>
          <a:bodyPr wrap="square" lIns="0" tIns="0" rIns="0" bIns="0" rtlCol="0" anchor="ctr"/>
          <a:lstStyle/>
          <a:p>
            <a:pPr marL="0" indent="0" algn="ctr">
              <a:buNone/>
            </a:pPr>
            <a:r>
              <a:rPr lang="en-US" sz="1600" b="1" dirty="0">
                <a:solidFill>
                  <a:srgbClr val="6D998A"/>
                </a:solidFill>
                <a:latin typeface="Calibri" pitchFamily="34" charset="0"/>
                <a:ea typeface="Calibri" pitchFamily="34" charset="-122"/>
                <a:cs typeface="Calibri" pitchFamily="34" charset="-120"/>
              </a:rPr>
              <a:t>Composizione finale</a:t>
            </a:r>
            <a:endParaRPr lang="en-US" sz="1600" dirty="0">
              <a:solidFill>
                <a:srgbClr val="6D998A"/>
              </a:solidFill>
            </a:endParaRPr>
          </a:p>
        </p:txBody>
      </p:sp>
      <p:sp>
        <p:nvSpPr>
          <p:cNvPr id="21" name="Text 16">
            <a:extLst>
              <a:ext uri="{FF2B5EF4-FFF2-40B4-BE49-F238E27FC236}">
                <a16:creationId xmlns:a16="http://schemas.microsoft.com/office/drawing/2014/main" id="{B19CD865-8492-6095-42DB-0B412C976873}"/>
              </a:ext>
            </a:extLst>
          </p:cNvPr>
          <p:cNvSpPr/>
          <p:nvPr/>
        </p:nvSpPr>
        <p:spPr>
          <a:xfrm>
            <a:off x="589056" y="2815137"/>
            <a:ext cx="2377440" cy="2754448"/>
          </a:xfrm>
          <a:prstGeom prst="rect">
            <a:avLst/>
          </a:prstGeom>
          <a:noFill/>
          <a:ln>
            <a:noFill/>
          </a:ln>
        </p:spPr>
        <p:txBody>
          <a:bodyPr wrap="square" rtlCol="0" anchor="t"/>
          <a:lstStyle/>
          <a:p>
            <a:pPr marL="342900" indent="-342900">
              <a:spcAft>
                <a:spcPts val="500"/>
              </a:spcAft>
              <a:buSzPct val="100000"/>
              <a:buChar char="•"/>
            </a:pPr>
            <a:r>
              <a:rPr lang="en-US" sz="1600" dirty="0">
                <a:solidFill>
                  <a:srgbClr val="CBD5E1"/>
                </a:solidFill>
                <a:latin typeface="Calibri" pitchFamily="34" charset="0"/>
                <a:ea typeface="Calibri" pitchFamily="34" charset="-122"/>
                <a:cs typeface="Calibri" pitchFamily="34" charset="-120"/>
              </a:rPr>
              <a:t>Un solo applicativo coerente</a:t>
            </a:r>
            <a:endParaRPr lang="en-US" sz="1600" dirty="0"/>
          </a:p>
          <a:p>
            <a:pPr marL="342900" indent="-342900">
              <a:spcAft>
                <a:spcPts val="500"/>
              </a:spcAft>
              <a:buSzPct val="100000"/>
              <a:buFontTx/>
              <a:buChar char="•"/>
            </a:pPr>
            <a:r>
              <a:rPr lang="en-US" sz="1600" dirty="0">
                <a:solidFill>
                  <a:srgbClr val="CBD5E1"/>
                </a:solidFill>
                <a:latin typeface="Calibri" pitchFamily="34" charset="0"/>
                <a:ea typeface="Calibri" pitchFamily="34" charset="-122"/>
                <a:cs typeface="Calibri" pitchFamily="34" charset="-120"/>
              </a:rPr>
              <a:t>GenAI genera il proxy REST di frontend</a:t>
            </a:r>
            <a:endParaRPr lang="en-US" sz="1600" dirty="0"/>
          </a:p>
          <a:p>
            <a:pPr marL="342900" indent="-342900">
              <a:spcAft>
                <a:spcPts val="500"/>
              </a:spcAft>
              <a:buSzPct val="100000"/>
              <a:buChar char="•"/>
            </a:pPr>
            <a:r>
              <a:rPr lang="en-US" sz="1600" dirty="0">
                <a:solidFill>
                  <a:srgbClr val="CBD5E1"/>
                </a:solidFill>
                <a:latin typeface="Calibri" pitchFamily="34" charset="0"/>
                <a:ea typeface="Calibri" pitchFamily="34" charset="-122"/>
                <a:cs typeface="Calibri" pitchFamily="34" charset="-120"/>
              </a:rPr>
              <a:t>365 come infrastruttura di componenti</a:t>
            </a:r>
            <a:endParaRPr lang="en-US" sz="1600" dirty="0"/>
          </a:p>
          <a:p>
            <a:pPr marL="342900" indent="-342900">
              <a:spcAft>
                <a:spcPts val="500"/>
              </a:spcAft>
              <a:buSzPct val="100000"/>
              <a:buChar char="•"/>
            </a:pPr>
            <a:r>
              <a:rPr lang="en-US" sz="1600" dirty="0">
                <a:solidFill>
                  <a:srgbClr val="CBD5E1"/>
                </a:solidFill>
                <a:latin typeface="Calibri" pitchFamily="34" charset="0"/>
                <a:ea typeface="Calibri" pitchFamily="34" charset="-122"/>
                <a:cs typeface="Calibri" pitchFamily="34" charset="-120"/>
              </a:rPr>
              <a:t>Custom dove serve, 365 dove basta</a:t>
            </a:r>
          </a:p>
          <a:p>
            <a:pPr marL="342900" indent="-342900">
              <a:spcAft>
                <a:spcPts val="500"/>
              </a:spcAft>
              <a:buSzPct val="100000"/>
              <a:buChar char="•"/>
            </a:pPr>
            <a:endParaRPr lang="en-US" sz="1600" dirty="0"/>
          </a:p>
        </p:txBody>
      </p:sp>
      <p:pic>
        <p:nvPicPr>
          <p:cNvPr id="3" name="Picture 2">
            <a:extLst>
              <a:ext uri="{FF2B5EF4-FFF2-40B4-BE49-F238E27FC236}">
                <a16:creationId xmlns:a16="http://schemas.microsoft.com/office/drawing/2014/main" id="{07E96A89-ACC2-7D3B-856E-34B5AB2F419A}"/>
              </a:ext>
            </a:extLst>
          </p:cNvPr>
          <p:cNvPicPr>
            <a:picLocks noChangeAspect="1"/>
          </p:cNvPicPr>
          <p:nvPr/>
        </p:nvPicPr>
        <p:blipFill>
          <a:blip r:embed="rId3"/>
          <a:stretch>
            <a:fillRect/>
          </a:stretch>
        </p:blipFill>
        <p:spPr>
          <a:xfrm>
            <a:off x="3454400" y="2057802"/>
            <a:ext cx="6096000" cy="2742396"/>
          </a:xfrm>
          <a:prstGeom prst="rect">
            <a:avLst/>
          </a:prstGeom>
        </p:spPr>
      </p:pic>
      <p:pic>
        <p:nvPicPr>
          <p:cNvPr id="6" name="Picture 5">
            <a:extLst>
              <a:ext uri="{FF2B5EF4-FFF2-40B4-BE49-F238E27FC236}">
                <a16:creationId xmlns:a16="http://schemas.microsoft.com/office/drawing/2014/main" id="{CAB7A210-FF5A-F120-7569-82207497767D}"/>
              </a:ext>
            </a:extLst>
          </p:cNvPr>
          <p:cNvPicPr>
            <a:picLocks noChangeAspect="1"/>
          </p:cNvPicPr>
          <p:nvPr/>
        </p:nvPicPr>
        <p:blipFill>
          <a:blip r:embed="rId4"/>
          <a:stretch>
            <a:fillRect/>
          </a:stretch>
        </p:blipFill>
        <p:spPr>
          <a:xfrm>
            <a:off x="5014184" y="3232318"/>
            <a:ext cx="6680200" cy="3024830"/>
          </a:xfrm>
          <a:prstGeom prst="rect">
            <a:avLst/>
          </a:prstGeom>
        </p:spPr>
      </p:pic>
    </p:spTree>
    <p:extLst>
      <p:ext uri="{BB962C8B-B14F-4D97-AF65-F5344CB8AC3E}">
        <p14:creationId xmlns:p14="http://schemas.microsoft.com/office/powerpoint/2010/main" val="32162258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32102-E863-0E96-8AE8-6B089EE418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60E815-B923-19C7-942C-3BAF8EDCD8D1}"/>
              </a:ext>
            </a:extLst>
          </p:cNvPr>
          <p:cNvSpPr>
            <a:spLocks noGrp="1"/>
          </p:cNvSpPr>
          <p:nvPr>
            <p:ph type="title"/>
          </p:nvPr>
        </p:nvSpPr>
        <p:spPr/>
        <p:txBody>
          <a:bodyPr/>
          <a:lstStyle/>
          <a:p>
            <a:r>
              <a:rPr dirty="0"/>
              <a:t>Conclusioni</a:t>
            </a:r>
          </a:p>
        </p:txBody>
      </p:sp>
      <p:sp>
        <p:nvSpPr>
          <p:cNvPr id="3" name="Text Placeholder 2">
            <a:extLst>
              <a:ext uri="{FF2B5EF4-FFF2-40B4-BE49-F238E27FC236}">
                <a16:creationId xmlns:a16="http://schemas.microsoft.com/office/drawing/2014/main" id="{BCE1F364-A3F2-9D5B-7414-CB138ACCF482}"/>
              </a:ext>
            </a:extLst>
          </p:cNvPr>
          <p:cNvSpPr>
            <a:spLocks noGrp="1"/>
          </p:cNvSpPr>
          <p:nvPr>
            <p:ph type="body" idx="1"/>
          </p:nvPr>
        </p:nvSpPr>
        <p:spPr/>
        <p:txBody>
          <a:bodyPr/>
          <a:lstStyle/>
          <a:p>
            <a:endParaRPr lang="it-IT"/>
          </a:p>
        </p:txBody>
      </p:sp>
    </p:spTree>
    <p:extLst>
      <p:ext uri="{BB962C8B-B14F-4D97-AF65-F5344CB8AC3E}">
        <p14:creationId xmlns:p14="http://schemas.microsoft.com/office/powerpoint/2010/main" val="1470500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0F797-8846-BA38-DF43-4C09F82574EB}"/>
              </a:ext>
            </a:extLst>
          </p:cNvPr>
          <p:cNvSpPr>
            <a:spLocks noGrp="1"/>
          </p:cNvSpPr>
          <p:nvPr>
            <p:ph type="title"/>
          </p:nvPr>
        </p:nvSpPr>
        <p:spPr/>
        <p:txBody>
          <a:bodyPr/>
          <a:lstStyle/>
          <a:p>
            <a:r>
              <a:rPr lang="it-IT" dirty="0"/>
              <a:t>Conclusioni</a:t>
            </a:r>
          </a:p>
        </p:txBody>
      </p:sp>
      <p:sp>
        <p:nvSpPr>
          <p:cNvPr id="25" name="Text Placeholder 24">
            <a:extLst>
              <a:ext uri="{FF2B5EF4-FFF2-40B4-BE49-F238E27FC236}">
                <a16:creationId xmlns:a16="http://schemas.microsoft.com/office/drawing/2014/main" id="{F1792450-4D87-C6E1-3519-83404A361756}"/>
              </a:ext>
            </a:extLst>
          </p:cNvPr>
          <p:cNvSpPr>
            <a:spLocks noGrp="1"/>
          </p:cNvSpPr>
          <p:nvPr>
            <p:ph idx="1"/>
          </p:nvPr>
        </p:nvSpPr>
        <p:spPr/>
        <p:txBody>
          <a:bodyPr/>
          <a:lstStyle/>
          <a:p>
            <a:r>
              <a:rPr lang="it-IT" dirty="0"/>
              <a:t>Il tempo effettivo dedicato alla preparazione della demo, tutto quello che troverete nel repo, sicuramente molto meno di 16 ore, forse circa 8-10.</a:t>
            </a:r>
          </a:p>
          <a:p>
            <a:r>
              <a:rPr lang="it-IT" dirty="0"/>
              <a:t>Il tempo di ragionamento e pianificazione, dovuto anche ad altri progetti, tante più ore o meglio giorni.</a:t>
            </a:r>
          </a:p>
        </p:txBody>
      </p:sp>
      <p:grpSp>
        <p:nvGrpSpPr>
          <p:cNvPr id="3" name="Group 2">
            <a:extLst>
              <a:ext uri="{FF2B5EF4-FFF2-40B4-BE49-F238E27FC236}">
                <a16:creationId xmlns:a16="http://schemas.microsoft.com/office/drawing/2014/main" id="{65428093-90B9-3803-1946-1A33A96FCF34}"/>
              </a:ext>
            </a:extLst>
          </p:cNvPr>
          <p:cNvGrpSpPr/>
          <p:nvPr/>
        </p:nvGrpSpPr>
        <p:grpSpPr>
          <a:xfrm>
            <a:off x="2072640" y="2891458"/>
            <a:ext cx="4023360" cy="1417320"/>
            <a:chOff x="1930853" y="1876697"/>
            <a:chExt cx="4023360" cy="1417320"/>
          </a:xfrm>
        </p:grpSpPr>
        <p:sp>
          <p:nvSpPr>
            <p:cNvPr id="7" name="Shape 3">
              <a:extLst>
                <a:ext uri="{FF2B5EF4-FFF2-40B4-BE49-F238E27FC236}">
                  <a16:creationId xmlns:a16="http://schemas.microsoft.com/office/drawing/2014/main" id="{FC937C2F-8CA8-36EA-CEC9-B32E031B6392}"/>
                </a:ext>
              </a:extLst>
            </p:cNvPr>
            <p:cNvSpPr/>
            <p:nvPr/>
          </p:nvSpPr>
          <p:spPr>
            <a:xfrm>
              <a:off x="1930853" y="1876697"/>
              <a:ext cx="4023360" cy="1417320"/>
            </a:xfrm>
            <a:prstGeom prst="rect">
              <a:avLst/>
            </a:prstGeom>
            <a:solidFill>
              <a:srgbClr val="293D4D"/>
            </a:solidFill>
            <a:ln w="12700">
              <a:noFill/>
              <a:prstDash val="solid"/>
            </a:ln>
            <a:effectLst>
              <a:outerShdw blurRad="101600" dist="38100" dir="8100000" algn="bl" rotWithShape="0">
                <a:srgbClr val="000000">
                  <a:alpha val="18000"/>
                </a:srgbClr>
              </a:outerShdw>
            </a:effectLst>
          </p:spPr>
          <p:txBody>
            <a:bodyPr/>
            <a:lstStyle/>
            <a:p>
              <a:endParaRPr lang="it-IT"/>
            </a:p>
          </p:txBody>
        </p:sp>
        <p:sp>
          <p:nvSpPr>
            <p:cNvPr id="8" name="Shape 4">
              <a:extLst>
                <a:ext uri="{FF2B5EF4-FFF2-40B4-BE49-F238E27FC236}">
                  <a16:creationId xmlns:a16="http://schemas.microsoft.com/office/drawing/2014/main" id="{1E0D3FD1-C2B8-154E-F70F-F611442FD5B9}"/>
                </a:ext>
              </a:extLst>
            </p:cNvPr>
            <p:cNvSpPr/>
            <p:nvPr/>
          </p:nvSpPr>
          <p:spPr>
            <a:xfrm>
              <a:off x="1930853" y="1876697"/>
              <a:ext cx="64008" cy="1417320"/>
            </a:xfrm>
            <a:prstGeom prst="rect">
              <a:avLst/>
            </a:prstGeom>
            <a:solidFill>
              <a:srgbClr val="C38F89"/>
            </a:solidFill>
            <a:ln w="12700">
              <a:noFill/>
              <a:prstDash val="solid"/>
            </a:ln>
          </p:spPr>
          <p:txBody>
            <a:bodyPr/>
            <a:lstStyle/>
            <a:p>
              <a:endParaRPr lang="it-IT"/>
            </a:p>
          </p:txBody>
        </p:sp>
        <p:sp>
          <p:nvSpPr>
            <p:cNvPr id="9" name="Text 5">
              <a:extLst>
                <a:ext uri="{FF2B5EF4-FFF2-40B4-BE49-F238E27FC236}">
                  <a16:creationId xmlns:a16="http://schemas.microsoft.com/office/drawing/2014/main" id="{D7EDA05F-D223-2DB6-1A5E-44DAA8F5175D}"/>
                </a:ext>
              </a:extLst>
            </p:cNvPr>
            <p:cNvSpPr/>
            <p:nvPr/>
          </p:nvSpPr>
          <p:spPr>
            <a:xfrm>
              <a:off x="2113733" y="1949849"/>
              <a:ext cx="3749040" cy="347472"/>
            </a:xfrm>
            <a:prstGeom prst="rect">
              <a:avLst/>
            </a:prstGeom>
            <a:noFill/>
            <a:ln>
              <a:noFill/>
            </a:ln>
          </p:spPr>
          <p:txBody>
            <a:bodyPr wrap="square" lIns="0" tIns="0" rIns="0" bIns="0" rtlCol="0" anchor="ctr"/>
            <a:lstStyle/>
            <a:p>
              <a:pPr marL="0" indent="0">
                <a:buNone/>
              </a:pPr>
              <a:r>
                <a:rPr lang="en-US" sz="1600" b="1" dirty="0">
                  <a:solidFill>
                    <a:srgbClr val="C38F89"/>
                  </a:solidFill>
                  <a:latin typeface="Calibri" pitchFamily="34" charset="0"/>
                  <a:ea typeface="Calibri" pitchFamily="34" charset="-122"/>
                  <a:cs typeface="Calibri" pitchFamily="34" charset="-120"/>
                </a:rPr>
                <a:t>La direzione è tracciata</a:t>
              </a:r>
              <a:endParaRPr lang="en-US" sz="1600" dirty="0">
                <a:solidFill>
                  <a:srgbClr val="C38F89"/>
                </a:solidFill>
              </a:endParaRPr>
            </a:p>
          </p:txBody>
        </p:sp>
        <p:sp>
          <p:nvSpPr>
            <p:cNvPr id="10" name="Text 6">
              <a:extLst>
                <a:ext uri="{FF2B5EF4-FFF2-40B4-BE49-F238E27FC236}">
                  <a16:creationId xmlns:a16="http://schemas.microsoft.com/office/drawing/2014/main" id="{613D1450-D4AF-9A33-BEE6-5C846F9466FE}"/>
                </a:ext>
              </a:extLst>
            </p:cNvPr>
            <p:cNvSpPr/>
            <p:nvPr/>
          </p:nvSpPr>
          <p:spPr>
            <a:xfrm>
              <a:off x="2113733" y="2315609"/>
              <a:ext cx="3749040" cy="914400"/>
            </a:xfrm>
            <a:prstGeom prst="rect">
              <a:avLst/>
            </a:prstGeom>
            <a:noFill/>
            <a:ln>
              <a:noFill/>
            </a:ln>
          </p:spPr>
          <p:txBody>
            <a:bodyPr wrap="square" rtlCol="0" anchor="t"/>
            <a:lstStyle/>
            <a:p>
              <a:pPr marL="0" indent="0">
                <a:buNone/>
              </a:pPr>
              <a:r>
                <a:rPr lang="en-US" sz="1400" dirty="0">
                  <a:solidFill>
                    <a:srgbClr val="CBD5E1"/>
                  </a:solidFill>
                  <a:latin typeface="Calibri" pitchFamily="34" charset="0"/>
                  <a:ea typeface="Calibri" pitchFamily="34" charset="-122"/>
                  <a:cs typeface="Calibri" pitchFamily="34" charset="-120"/>
                </a:rPr>
                <a:t>Volenti o nolenti, la GenAI è parte del futuro dello sviluppo software. Guardarlo con spirito costruttivo è la scelta razionale.</a:t>
              </a:r>
              <a:endParaRPr lang="en-US" sz="1400" dirty="0"/>
            </a:p>
          </p:txBody>
        </p:sp>
      </p:grpSp>
      <p:grpSp>
        <p:nvGrpSpPr>
          <p:cNvPr id="4" name="Group 3">
            <a:extLst>
              <a:ext uri="{FF2B5EF4-FFF2-40B4-BE49-F238E27FC236}">
                <a16:creationId xmlns:a16="http://schemas.microsoft.com/office/drawing/2014/main" id="{D856D6BB-5E52-D507-80E8-E63BCF0F87F0}"/>
              </a:ext>
            </a:extLst>
          </p:cNvPr>
          <p:cNvGrpSpPr/>
          <p:nvPr/>
        </p:nvGrpSpPr>
        <p:grpSpPr>
          <a:xfrm>
            <a:off x="6370320" y="2891458"/>
            <a:ext cx="4023360" cy="1417320"/>
            <a:chOff x="6228533" y="1876697"/>
            <a:chExt cx="4023360" cy="1417320"/>
          </a:xfrm>
        </p:grpSpPr>
        <p:sp>
          <p:nvSpPr>
            <p:cNvPr id="11" name="Shape 7">
              <a:extLst>
                <a:ext uri="{FF2B5EF4-FFF2-40B4-BE49-F238E27FC236}">
                  <a16:creationId xmlns:a16="http://schemas.microsoft.com/office/drawing/2014/main" id="{7B74B144-E66D-23B7-B7CE-6E39EDC9DB7E}"/>
                </a:ext>
              </a:extLst>
            </p:cNvPr>
            <p:cNvSpPr/>
            <p:nvPr/>
          </p:nvSpPr>
          <p:spPr>
            <a:xfrm>
              <a:off x="6228533" y="1876697"/>
              <a:ext cx="4023360" cy="1417320"/>
            </a:xfrm>
            <a:prstGeom prst="rect">
              <a:avLst/>
            </a:prstGeom>
            <a:solidFill>
              <a:srgbClr val="293D4D"/>
            </a:solidFill>
            <a:ln w="12700">
              <a:noFill/>
              <a:prstDash val="solid"/>
            </a:ln>
            <a:effectLst>
              <a:outerShdw blurRad="101600" dist="38100" dir="8100000" algn="bl" rotWithShape="0">
                <a:srgbClr val="000000">
                  <a:alpha val="18000"/>
                </a:srgbClr>
              </a:outerShdw>
            </a:effectLst>
          </p:spPr>
          <p:txBody>
            <a:bodyPr/>
            <a:lstStyle/>
            <a:p>
              <a:endParaRPr lang="it-IT"/>
            </a:p>
          </p:txBody>
        </p:sp>
        <p:sp>
          <p:nvSpPr>
            <p:cNvPr id="12" name="Shape 8">
              <a:extLst>
                <a:ext uri="{FF2B5EF4-FFF2-40B4-BE49-F238E27FC236}">
                  <a16:creationId xmlns:a16="http://schemas.microsoft.com/office/drawing/2014/main" id="{FE6C26FA-1E88-8E61-28C2-7CC7800D05AD}"/>
                </a:ext>
              </a:extLst>
            </p:cNvPr>
            <p:cNvSpPr/>
            <p:nvPr/>
          </p:nvSpPr>
          <p:spPr>
            <a:xfrm>
              <a:off x="6228533" y="1876697"/>
              <a:ext cx="64008" cy="1417320"/>
            </a:xfrm>
            <a:prstGeom prst="rect">
              <a:avLst/>
            </a:prstGeom>
            <a:solidFill>
              <a:srgbClr val="E37F29"/>
            </a:solidFill>
            <a:ln w="12700">
              <a:noFill/>
              <a:prstDash val="solid"/>
            </a:ln>
          </p:spPr>
          <p:txBody>
            <a:bodyPr/>
            <a:lstStyle/>
            <a:p>
              <a:endParaRPr lang="it-IT"/>
            </a:p>
          </p:txBody>
        </p:sp>
        <p:sp>
          <p:nvSpPr>
            <p:cNvPr id="13" name="Text 9">
              <a:extLst>
                <a:ext uri="{FF2B5EF4-FFF2-40B4-BE49-F238E27FC236}">
                  <a16:creationId xmlns:a16="http://schemas.microsoft.com/office/drawing/2014/main" id="{C148D7ED-DB8A-C3AE-ED7F-FC5D37DC6C29}"/>
                </a:ext>
              </a:extLst>
            </p:cNvPr>
            <p:cNvSpPr/>
            <p:nvPr/>
          </p:nvSpPr>
          <p:spPr>
            <a:xfrm>
              <a:off x="6411413" y="1949849"/>
              <a:ext cx="3749040" cy="347472"/>
            </a:xfrm>
            <a:prstGeom prst="rect">
              <a:avLst/>
            </a:prstGeom>
            <a:noFill/>
            <a:ln>
              <a:noFill/>
            </a:ln>
          </p:spPr>
          <p:txBody>
            <a:bodyPr wrap="square" lIns="0" tIns="0" rIns="0" bIns="0" rtlCol="0" anchor="ctr"/>
            <a:lstStyle/>
            <a:p>
              <a:pPr marL="0" indent="0">
                <a:buNone/>
              </a:pPr>
              <a:r>
                <a:rPr lang="en-US" sz="1600" b="1" dirty="0">
                  <a:solidFill>
                    <a:srgbClr val="E37F29"/>
                  </a:solidFill>
                  <a:latin typeface="Calibri" pitchFamily="34" charset="0"/>
                  <a:ea typeface="Calibri" pitchFamily="34" charset="-122"/>
                  <a:cs typeface="Calibri" pitchFamily="34" charset="-120"/>
                </a:rPr>
                <a:t>La responsabilità rimane tua</a:t>
              </a:r>
              <a:endParaRPr lang="en-US" sz="1600" dirty="0">
                <a:solidFill>
                  <a:srgbClr val="E37F29"/>
                </a:solidFill>
              </a:endParaRPr>
            </a:p>
          </p:txBody>
        </p:sp>
        <p:sp>
          <p:nvSpPr>
            <p:cNvPr id="14" name="Text 10">
              <a:extLst>
                <a:ext uri="{FF2B5EF4-FFF2-40B4-BE49-F238E27FC236}">
                  <a16:creationId xmlns:a16="http://schemas.microsoft.com/office/drawing/2014/main" id="{B5D8084E-5E24-9786-5FC3-0CB41F146F39}"/>
                </a:ext>
              </a:extLst>
            </p:cNvPr>
            <p:cNvSpPr/>
            <p:nvPr/>
          </p:nvSpPr>
          <p:spPr>
            <a:xfrm>
              <a:off x="6411413" y="2315609"/>
              <a:ext cx="3749040" cy="914400"/>
            </a:xfrm>
            <a:prstGeom prst="rect">
              <a:avLst/>
            </a:prstGeom>
            <a:noFill/>
            <a:ln>
              <a:noFill/>
            </a:ln>
          </p:spPr>
          <p:txBody>
            <a:bodyPr wrap="square" rtlCol="0" anchor="t"/>
            <a:lstStyle/>
            <a:p>
              <a:pPr marL="0" indent="0">
                <a:buNone/>
              </a:pPr>
              <a:r>
                <a:rPr lang="en-US" sz="1400" dirty="0">
                  <a:solidFill>
                    <a:srgbClr val="CBD5E1"/>
                  </a:solidFill>
                  <a:latin typeface="Calibri" pitchFamily="34" charset="0"/>
                  <a:ea typeface="Calibri" pitchFamily="34" charset="-122"/>
                  <a:cs typeface="Calibri" pitchFamily="34" charset="-120"/>
                </a:rPr>
                <a:t>La GenAI esegue. Tu definisci: confini, interfacce, requisiti, qualità. La pigrizia nel controllo è responsabilità del developer.</a:t>
              </a:r>
              <a:endParaRPr lang="en-US" sz="1400" dirty="0"/>
            </a:p>
          </p:txBody>
        </p:sp>
      </p:grpSp>
      <p:grpSp>
        <p:nvGrpSpPr>
          <p:cNvPr id="6" name="Group 5">
            <a:extLst>
              <a:ext uri="{FF2B5EF4-FFF2-40B4-BE49-F238E27FC236}">
                <a16:creationId xmlns:a16="http://schemas.microsoft.com/office/drawing/2014/main" id="{9389597C-2991-28D3-9B92-13080498DF3F}"/>
              </a:ext>
            </a:extLst>
          </p:cNvPr>
          <p:cNvGrpSpPr/>
          <p:nvPr/>
        </p:nvGrpSpPr>
        <p:grpSpPr>
          <a:xfrm>
            <a:off x="2072640" y="4491658"/>
            <a:ext cx="4023360" cy="1417320"/>
            <a:chOff x="1930853" y="3476897"/>
            <a:chExt cx="4023360" cy="1417320"/>
          </a:xfrm>
        </p:grpSpPr>
        <p:sp>
          <p:nvSpPr>
            <p:cNvPr id="15" name="Shape 11">
              <a:extLst>
                <a:ext uri="{FF2B5EF4-FFF2-40B4-BE49-F238E27FC236}">
                  <a16:creationId xmlns:a16="http://schemas.microsoft.com/office/drawing/2014/main" id="{796B7386-ED55-413D-88C8-448239FC9FB6}"/>
                </a:ext>
              </a:extLst>
            </p:cNvPr>
            <p:cNvSpPr/>
            <p:nvPr/>
          </p:nvSpPr>
          <p:spPr>
            <a:xfrm>
              <a:off x="1930853" y="3476897"/>
              <a:ext cx="4023360" cy="1417320"/>
            </a:xfrm>
            <a:prstGeom prst="rect">
              <a:avLst/>
            </a:prstGeom>
            <a:solidFill>
              <a:srgbClr val="293D4D"/>
            </a:solidFill>
            <a:ln w="12700">
              <a:noFill/>
              <a:prstDash val="solid"/>
            </a:ln>
            <a:effectLst>
              <a:outerShdw blurRad="101600" dist="38100" dir="8100000" algn="bl" rotWithShape="0">
                <a:srgbClr val="000000">
                  <a:alpha val="18000"/>
                </a:srgbClr>
              </a:outerShdw>
            </a:effectLst>
          </p:spPr>
          <p:txBody>
            <a:bodyPr/>
            <a:lstStyle/>
            <a:p>
              <a:endParaRPr lang="it-IT"/>
            </a:p>
          </p:txBody>
        </p:sp>
        <p:sp>
          <p:nvSpPr>
            <p:cNvPr id="16" name="Shape 12">
              <a:extLst>
                <a:ext uri="{FF2B5EF4-FFF2-40B4-BE49-F238E27FC236}">
                  <a16:creationId xmlns:a16="http://schemas.microsoft.com/office/drawing/2014/main" id="{21114878-448F-BC6E-32F7-695F96388126}"/>
                </a:ext>
              </a:extLst>
            </p:cNvPr>
            <p:cNvSpPr/>
            <p:nvPr/>
          </p:nvSpPr>
          <p:spPr>
            <a:xfrm>
              <a:off x="1930853" y="3476897"/>
              <a:ext cx="64008" cy="1417320"/>
            </a:xfrm>
            <a:prstGeom prst="rect">
              <a:avLst/>
            </a:prstGeom>
            <a:solidFill>
              <a:srgbClr val="6D998A"/>
            </a:solidFill>
            <a:ln w="12700">
              <a:noFill/>
              <a:prstDash val="solid"/>
            </a:ln>
          </p:spPr>
          <p:txBody>
            <a:bodyPr/>
            <a:lstStyle/>
            <a:p>
              <a:endParaRPr lang="it-IT"/>
            </a:p>
          </p:txBody>
        </p:sp>
        <p:sp>
          <p:nvSpPr>
            <p:cNvPr id="17" name="Text 13">
              <a:extLst>
                <a:ext uri="{FF2B5EF4-FFF2-40B4-BE49-F238E27FC236}">
                  <a16:creationId xmlns:a16="http://schemas.microsoft.com/office/drawing/2014/main" id="{0C7ED367-7596-6162-6D4E-C245DA80CFCB}"/>
                </a:ext>
              </a:extLst>
            </p:cNvPr>
            <p:cNvSpPr/>
            <p:nvPr/>
          </p:nvSpPr>
          <p:spPr>
            <a:xfrm>
              <a:off x="2113733" y="3550049"/>
              <a:ext cx="3749040" cy="347472"/>
            </a:xfrm>
            <a:prstGeom prst="rect">
              <a:avLst/>
            </a:prstGeom>
            <a:noFill/>
            <a:ln>
              <a:noFill/>
            </a:ln>
          </p:spPr>
          <p:txBody>
            <a:bodyPr wrap="square" lIns="0" tIns="0" rIns="0" bIns="0" rtlCol="0" anchor="ctr"/>
            <a:lstStyle/>
            <a:p>
              <a:pPr marL="0" indent="0">
                <a:buNone/>
              </a:pPr>
              <a:r>
                <a:rPr lang="en-US" sz="1600" b="1" dirty="0">
                  <a:solidFill>
                    <a:srgbClr val="6D998A"/>
                  </a:solidFill>
                  <a:latin typeface="Calibri" pitchFamily="34" charset="0"/>
                  <a:ea typeface="Calibri" pitchFamily="34" charset="-122"/>
                  <a:cs typeface="Calibri" pitchFamily="34" charset="-120"/>
                </a:rPr>
                <a:t>365 + .NET + GenAI = opportunità</a:t>
              </a:r>
              <a:endParaRPr lang="en-US" sz="1600" dirty="0">
                <a:solidFill>
                  <a:srgbClr val="6D998A"/>
                </a:solidFill>
              </a:endParaRPr>
            </a:p>
          </p:txBody>
        </p:sp>
        <p:sp>
          <p:nvSpPr>
            <p:cNvPr id="18" name="Text 14">
              <a:extLst>
                <a:ext uri="{FF2B5EF4-FFF2-40B4-BE49-F238E27FC236}">
                  <a16:creationId xmlns:a16="http://schemas.microsoft.com/office/drawing/2014/main" id="{7417C0D9-FDCB-99E9-5753-03391084D417}"/>
                </a:ext>
              </a:extLst>
            </p:cNvPr>
            <p:cNvSpPr/>
            <p:nvPr/>
          </p:nvSpPr>
          <p:spPr>
            <a:xfrm>
              <a:off x="2113733" y="3915809"/>
              <a:ext cx="3749040" cy="914400"/>
            </a:xfrm>
            <a:prstGeom prst="rect">
              <a:avLst/>
            </a:prstGeom>
            <a:noFill/>
            <a:ln>
              <a:noFill/>
            </a:ln>
          </p:spPr>
          <p:txBody>
            <a:bodyPr wrap="square" rtlCol="0" anchor="t"/>
            <a:lstStyle/>
            <a:p>
              <a:pPr marL="0" indent="0">
                <a:buNone/>
              </a:pPr>
              <a:r>
                <a:rPr lang="en-US" sz="1400" dirty="0">
                  <a:solidFill>
                    <a:srgbClr val="CBD5E1"/>
                  </a:solidFill>
                  <a:latin typeface="Calibri" pitchFamily="34" charset="0"/>
                  <a:ea typeface="Calibri" pitchFamily="34" charset="-122"/>
                  <a:cs typeface="Calibri" pitchFamily="34" charset="-120"/>
                </a:rPr>
                <a:t>Integrare 365 come infrastruttura, sviluppare custom con GenAI, applicare SRP: un trinomio concreto e praticabile oggi.</a:t>
              </a:r>
              <a:endParaRPr lang="en-US" sz="1400" dirty="0"/>
            </a:p>
          </p:txBody>
        </p:sp>
      </p:grpSp>
      <p:grpSp>
        <p:nvGrpSpPr>
          <p:cNvPr id="23" name="Group 22">
            <a:extLst>
              <a:ext uri="{FF2B5EF4-FFF2-40B4-BE49-F238E27FC236}">
                <a16:creationId xmlns:a16="http://schemas.microsoft.com/office/drawing/2014/main" id="{79837B6D-B76C-4984-34AD-070120724748}"/>
              </a:ext>
            </a:extLst>
          </p:cNvPr>
          <p:cNvGrpSpPr/>
          <p:nvPr/>
        </p:nvGrpSpPr>
        <p:grpSpPr>
          <a:xfrm>
            <a:off x="6370320" y="4491658"/>
            <a:ext cx="4023360" cy="1417320"/>
            <a:chOff x="6228533" y="3476897"/>
            <a:chExt cx="4023360" cy="1417320"/>
          </a:xfrm>
        </p:grpSpPr>
        <p:sp>
          <p:nvSpPr>
            <p:cNvPr id="19" name="Shape 15">
              <a:extLst>
                <a:ext uri="{FF2B5EF4-FFF2-40B4-BE49-F238E27FC236}">
                  <a16:creationId xmlns:a16="http://schemas.microsoft.com/office/drawing/2014/main" id="{715441BB-EA97-64BE-ABEB-5510E7FCE3F3}"/>
                </a:ext>
              </a:extLst>
            </p:cNvPr>
            <p:cNvSpPr/>
            <p:nvPr/>
          </p:nvSpPr>
          <p:spPr>
            <a:xfrm>
              <a:off x="6228533" y="3476897"/>
              <a:ext cx="4023360" cy="1417320"/>
            </a:xfrm>
            <a:prstGeom prst="rect">
              <a:avLst/>
            </a:prstGeom>
            <a:solidFill>
              <a:srgbClr val="293D4D"/>
            </a:solidFill>
            <a:ln w="12700">
              <a:noFill/>
              <a:prstDash val="solid"/>
            </a:ln>
            <a:effectLst>
              <a:outerShdw blurRad="101600" dist="38100" dir="8100000" algn="bl" rotWithShape="0">
                <a:srgbClr val="000000">
                  <a:alpha val="18000"/>
                </a:srgbClr>
              </a:outerShdw>
            </a:effectLst>
          </p:spPr>
          <p:txBody>
            <a:bodyPr/>
            <a:lstStyle/>
            <a:p>
              <a:endParaRPr lang="it-IT"/>
            </a:p>
          </p:txBody>
        </p:sp>
        <p:sp>
          <p:nvSpPr>
            <p:cNvPr id="20" name="Shape 16">
              <a:extLst>
                <a:ext uri="{FF2B5EF4-FFF2-40B4-BE49-F238E27FC236}">
                  <a16:creationId xmlns:a16="http://schemas.microsoft.com/office/drawing/2014/main" id="{AA4CF6AB-18B2-9E5D-A72F-11E0948B64AB}"/>
                </a:ext>
              </a:extLst>
            </p:cNvPr>
            <p:cNvSpPr/>
            <p:nvPr/>
          </p:nvSpPr>
          <p:spPr>
            <a:xfrm>
              <a:off x="6228533" y="3476897"/>
              <a:ext cx="64008" cy="1417320"/>
            </a:xfrm>
            <a:prstGeom prst="rect">
              <a:avLst/>
            </a:prstGeom>
            <a:solidFill>
              <a:srgbClr val="545359"/>
            </a:solidFill>
            <a:ln w="12700">
              <a:noFill/>
              <a:prstDash val="solid"/>
            </a:ln>
          </p:spPr>
          <p:txBody>
            <a:bodyPr/>
            <a:lstStyle/>
            <a:p>
              <a:endParaRPr lang="it-IT"/>
            </a:p>
          </p:txBody>
        </p:sp>
        <p:sp>
          <p:nvSpPr>
            <p:cNvPr id="21" name="Text 17">
              <a:extLst>
                <a:ext uri="{FF2B5EF4-FFF2-40B4-BE49-F238E27FC236}">
                  <a16:creationId xmlns:a16="http://schemas.microsoft.com/office/drawing/2014/main" id="{98C2DE82-0AF6-212D-5160-14EB8ECDABE7}"/>
                </a:ext>
              </a:extLst>
            </p:cNvPr>
            <p:cNvSpPr/>
            <p:nvPr/>
          </p:nvSpPr>
          <p:spPr>
            <a:xfrm>
              <a:off x="6411413" y="3550049"/>
              <a:ext cx="3749040" cy="347472"/>
            </a:xfrm>
            <a:prstGeom prst="rect">
              <a:avLst/>
            </a:prstGeom>
            <a:noFill/>
            <a:ln>
              <a:noFill/>
            </a:ln>
          </p:spPr>
          <p:txBody>
            <a:bodyPr wrap="square" lIns="0" tIns="0" rIns="0" bIns="0" rtlCol="0" anchor="ctr"/>
            <a:lstStyle/>
            <a:p>
              <a:pPr marL="0" indent="0">
                <a:buNone/>
              </a:pPr>
              <a:r>
                <a:rPr lang="en-US" sz="1600" b="1" dirty="0">
                  <a:solidFill>
                    <a:srgbClr val="545359"/>
                  </a:solidFill>
                  <a:latin typeface="Calibri" pitchFamily="34" charset="0"/>
                  <a:ea typeface="Calibri" pitchFamily="34" charset="-122"/>
                  <a:cs typeface="Calibri" pitchFamily="34" charset="-120"/>
                </a:rPr>
                <a:t>Customizzazione sostenibile</a:t>
              </a:r>
              <a:endParaRPr lang="en-US" sz="1600" dirty="0">
                <a:solidFill>
                  <a:srgbClr val="545359"/>
                </a:solidFill>
              </a:endParaRPr>
            </a:p>
          </p:txBody>
        </p:sp>
        <p:sp>
          <p:nvSpPr>
            <p:cNvPr id="22" name="Text 18">
              <a:extLst>
                <a:ext uri="{FF2B5EF4-FFF2-40B4-BE49-F238E27FC236}">
                  <a16:creationId xmlns:a16="http://schemas.microsoft.com/office/drawing/2014/main" id="{D4DBF9FA-97A9-8055-A714-5603139DF95A}"/>
                </a:ext>
              </a:extLst>
            </p:cNvPr>
            <p:cNvSpPr/>
            <p:nvPr/>
          </p:nvSpPr>
          <p:spPr>
            <a:xfrm>
              <a:off x="6411413" y="3915809"/>
              <a:ext cx="3749040" cy="914400"/>
            </a:xfrm>
            <a:prstGeom prst="rect">
              <a:avLst/>
            </a:prstGeom>
            <a:noFill/>
            <a:ln>
              <a:noFill/>
            </a:ln>
          </p:spPr>
          <p:txBody>
            <a:bodyPr wrap="square" rtlCol="0" anchor="t"/>
            <a:lstStyle/>
            <a:p>
              <a:pPr marL="0" indent="0">
                <a:buNone/>
              </a:pPr>
              <a:r>
                <a:rPr lang="en-US" sz="1400" dirty="0">
                  <a:solidFill>
                    <a:srgbClr val="CBD5E1"/>
                  </a:solidFill>
                  <a:latin typeface="Calibri" pitchFamily="34" charset="0"/>
                  <a:ea typeface="Calibri" pitchFamily="34" charset="-122"/>
                  <a:cs typeface="Calibri" pitchFamily="34" charset="-120"/>
                </a:rPr>
                <a:t>Le commesse maturano in prodotto. L'investimento si ammortizza. Non è un one-shot: è un approccio industriale alla personalizzazione.</a:t>
              </a:r>
              <a:endParaRPr lang="en-US" sz="1400" dirty="0"/>
            </a:p>
          </p:txBody>
        </p:sp>
      </p:grpSp>
    </p:spTree>
    <p:extLst>
      <p:ext uri="{BB962C8B-B14F-4D97-AF65-F5344CB8AC3E}">
        <p14:creationId xmlns:p14="http://schemas.microsoft.com/office/powerpoint/2010/main" val="1619096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12EC4-3ACA-9163-4C9C-C913063C2622}"/>
            </a:ext>
          </a:extLst>
        </p:cNvPr>
        <p:cNvGrpSpPr/>
        <p:nvPr/>
      </p:nvGrpSpPr>
      <p:grpSpPr>
        <a:xfrm>
          <a:off x="0" y="0"/>
          <a:ext cx="0" cy="0"/>
          <a:chOff x="0" y="0"/>
          <a:chExt cx="0" cy="0"/>
        </a:xfrm>
      </p:grpSpPr>
      <p:pic>
        <p:nvPicPr>
          <p:cNvPr id="43" name="Picture 2">
            <a:extLst>
              <a:ext uri="{FF2B5EF4-FFF2-40B4-BE49-F238E27FC236}">
                <a16:creationId xmlns:a16="http://schemas.microsoft.com/office/drawing/2014/main" id="{D7B134AE-E792-E030-EE68-E2E9D1A80B57}"/>
              </a:ext>
            </a:extLst>
          </p:cNvPr>
          <p:cNvPicPr>
            <a:picLocks noChangeAspect="1"/>
          </p:cNvPicPr>
          <p:nvPr/>
        </p:nvPicPr>
        <p:blipFill>
          <a:blip r:embed="rId3">
            <a:lum bright="70000" contrast="-70000"/>
          </a:blip>
          <a:srcRect/>
          <a:stretch>
            <a:fillRect/>
          </a:stretch>
        </p:blipFill>
        <p:spPr>
          <a:xfrm>
            <a:off x="7649278" y="1754042"/>
            <a:ext cx="1009650" cy="1009650"/>
          </a:xfrm>
          <a:prstGeom prst="rect">
            <a:avLst/>
          </a:prstGeom>
        </p:spPr>
      </p:pic>
      <p:pic>
        <p:nvPicPr>
          <p:cNvPr id="44" name="Picture 9">
            <a:extLst>
              <a:ext uri="{FF2B5EF4-FFF2-40B4-BE49-F238E27FC236}">
                <a16:creationId xmlns:a16="http://schemas.microsoft.com/office/drawing/2014/main" id="{CC21F14A-F013-65B3-7D4B-D88E8A94D09C}"/>
              </a:ext>
            </a:extLst>
          </p:cNvPr>
          <p:cNvPicPr>
            <a:picLocks noChangeAspect="1"/>
          </p:cNvPicPr>
          <p:nvPr/>
        </p:nvPicPr>
        <p:blipFill>
          <a:blip r:embed="rId4"/>
          <a:stretch>
            <a:fillRect/>
          </a:stretch>
        </p:blipFill>
        <p:spPr>
          <a:xfrm>
            <a:off x="7384640" y="1549497"/>
            <a:ext cx="1094435" cy="1005856"/>
          </a:xfrm>
          <a:prstGeom prst="rect">
            <a:avLst/>
          </a:prstGeom>
        </p:spPr>
      </p:pic>
      <p:sp>
        <p:nvSpPr>
          <p:cNvPr id="18" name="Title 17">
            <a:extLst>
              <a:ext uri="{FF2B5EF4-FFF2-40B4-BE49-F238E27FC236}">
                <a16:creationId xmlns:a16="http://schemas.microsoft.com/office/drawing/2014/main" id="{C20415D5-90C0-9886-75A6-E06C9489B198}"/>
              </a:ext>
            </a:extLst>
          </p:cNvPr>
          <p:cNvSpPr>
            <a:spLocks noGrp="1"/>
          </p:cNvSpPr>
          <p:nvPr>
            <p:ph type="title"/>
          </p:nvPr>
        </p:nvSpPr>
        <p:spPr>
          <a:xfrm>
            <a:off x="838200" y="365125"/>
            <a:ext cx="10515600" cy="1325563"/>
          </a:xfrm>
        </p:spPr>
        <p:txBody>
          <a:bodyPr>
            <a:normAutofit/>
          </a:bodyPr>
          <a:lstStyle/>
          <a:p>
            <a:r>
              <a:rPr lang="it-IT" dirty="0"/>
              <a:t>Grazie</a:t>
            </a:r>
          </a:p>
        </p:txBody>
      </p:sp>
      <p:sp>
        <p:nvSpPr>
          <p:cNvPr id="17" name="Oval 70">
            <a:extLst>
              <a:ext uri="{FF2B5EF4-FFF2-40B4-BE49-F238E27FC236}">
                <a16:creationId xmlns:a16="http://schemas.microsoft.com/office/drawing/2014/main" id="{A4856CDD-34B0-8EB9-17F1-824416AA1884}"/>
              </a:ext>
            </a:extLst>
          </p:cNvPr>
          <p:cNvSpPr>
            <a:spLocks noGrp="1"/>
          </p:cNvSpPr>
          <p:nvPr/>
        </p:nvSpPr>
        <p:spPr>
          <a:xfrm>
            <a:off x="7426883" y="3891370"/>
            <a:ext cx="1009948" cy="1005856"/>
          </a:xfrm>
          <a:prstGeom prst="ellipse">
            <a:avLst/>
          </a:prstGeom>
          <a:solidFill>
            <a:srgbClr val="0087AF"/>
          </a:solidFill>
          <a:ln>
            <a:noFill/>
          </a:ln>
        </p:spPr>
        <p:txBody>
          <a:bodyPr vert="horz" wrap="square" lIns="121920" tIns="60960" rIns="121920" bIns="60960" anchor="t"/>
          <a:lstStyle/>
          <a:p>
            <a:pPr>
              <a:buNone/>
              <a:defRPr>
                <a:latin typeface="Segoe Print"/>
                <a:ea typeface="Segoe Print"/>
                <a:cs typeface="Segoe Print"/>
              </a:defRPr>
            </a:pPr>
            <a:endParaRPr sz="2400">
              <a:latin typeface="Segoe Print"/>
              <a:ea typeface="Segoe Print"/>
              <a:cs typeface="Segoe Print"/>
            </a:endParaRPr>
          </a:p>
        </p:txBody>
      </p:sp>
      <p:sp>
        <p:nvSpPr>
          <p:cNvPr id="20" name="Freeform 71">
            <a:extLst>
              <a:ext uri="{FF2B5EF4-FFF2-40B4-BE49-F238E27FC236}">
                <a16:creationId xmlns:a16="http://schemas.microsoft.com/office/drawing/2014/main" id="{20E202A8-FE68-C286-D795-77ABD5E48CA6}"/>
              </a:ext>
            </a:extLst>
          </p:cNvPr>
          <p:cNvSpPr>
            <a:spLocks noGrp="1"/>
          </p:cNvSpPr>
          <p:nvPr/>
        </p:nvSpPr>
        <p:spPr>
          <a:xfrm>
            <a:off x="7680392" y="4128523"/>
            <a:ext cx="494752" cy="494752"/>
          </a:xfrm>
          <a:custGeom>
            <a:avLst/>
            <a:gdLst>
              <a:gd name="T0" fmla="*/ 23 w 98"/>
              <a:gd name="T1" fmla="*/ 98 h 98"/>
              <a:gd name="T2" fmla="*/ 2 w 98"/>
              <a:gd name="T3" fmla="*/ 98 h 98"/>
              <a:gd name="T4" fmla="*/ 2 w 98"/>
              <a:gd name="T5" fmla="*/ 32 h 98"/>
              <a:gd name="T6" fmla="*/ 23 w 98"/>
              <a:gd name="T7" fmla="*/ 32 h 98"/>
              <a:gd name="T8" fmla="*/ 23 w 98"/>
              <a:gd name="T9" fmla="*/ 98 h 98"/>
              <a:gd name="T10" fmla="*/ 12 w 98"/>
              <a:gd name="T11" fmla="*/ 24 h 98"/>
              <a:gd name="T12" fmla="*/ 0 w 98"/>
              <a:gd name="T13" fmla="*/ 12 h 98"/>
              <a:gd name="T14" fmla="*/ 12 w 98"/>
              <a:gd name="T15" fmla="*/ 0 h 98"/>
              <a:gd name="T16" fmla="*/ 24 w 98"/>
              <a:gd name="T17" fmla="*/ 12 h 98"/>
              <a:gd name="T18" fmla="*/ 12 w 98"/>
              <a:gd name="T19" fmla="*/ 24 h 98"/>
              <a:gd name="T20" fmla="*/ 98 w 98"/>
              <a:gd name="T21" fmla="*/ 98 h 98"/>
              <a:gd name="T22" fmla="*/ 78 w 98"/>
              <a:gd name="T23" fmla="*/ 98 h 98"/>
              <a:gd name="T24" fmla="*/ 78 w 98"/>
              <a:gd name="T25" fmla="*/ 64 h 98"/>
              <a:gd name="T26" fmla="*/ 67 w 98"/>
              <a:gd name="T27" fmla="*/ 49 h 98"/>
              <a:gd name="T28" fmla="*/ 55 w 98"/>
              <a:gd name="T29" fmla="*/ 64 h 98"/>
              <a:gd name="T30" fmla="*/ 55 w 98"/>
              <a:gd name="T31" fmla="*/ 98 h 98"/>
              <a:gd name="T32" fmla="*/ 35 w 98"/>
              <a:gd name="T33" fmla="*/ 98 h 98"/>
              <a:gd name="T34" fmla="*/ 35 w 98"/>
              <a:gd name="T35" fmla="*/ 32 h 98"/>
              <a:gd name="T36" fmla="*/ 55 w 98"/>
              <a:gd name="T37" fmla="*/ 32 h 98"/>
              <a:gd name="T38" fmla="*/ 55 w 98"/>
              <a:gd name="T39" fmla="*/ 41 h 98"/>
              <a:gd name="T40" fmla="*/ 75 w 98"/>
              <a:gd name="T41" fmla="*/ 30 h 98"/>
              <a:gd name="T42" fmla="*/ 98 w 98"/>
              <a:gd name="T43" fmla="*/ 56 h 98"/>
              <a:gd name="T44" fmla="*/ 98 w 98"/>
              <a:gd name="T45" fmla="*/ 98 h 98"/>
            </a:gdLst>
            <a:ahLst/>
            <a:cxnLst/>
            <a:rect l="0" t="0" r="r" b="b"/>
            <a:pathLst>
              <a:path w="98" h="98">
                <a:moveTo>
                  <a:pt x="23" y="98"/>
                </a:moveTo>
                <a:cubicBezTo>
                  <a:pt x="2" y="98"/>
                  <a:pt x="2" y="98"/>
                  <a:pt x="2" y="98"/>
                </a:cubicBezTo>
                <a:cubicBezTo>
                  <a:pt x="2" y="32"/>
                  <a:pt x="2" y="32"/>
                  <a:pt x="2" y="32"/>
                </a:cubicBezTo>
                <a:cubicBezTo>
                  <a:pt x="23" y="32"/>
                  <a:pt x="23" y="32"/>
                  <a:pt x="23" y="32"/>
                </a:cubicBezTo>
                <a:lnTo>
                  <a:pt x="23" y="98"/>
                </a:lnTo>
                <a:close/>
                <a:moveTo>
                  <a:pt x="12" y="24"/>
                </a:moveTo>
                <a:cubicBezTo>
                  <a:pt x="6" y="24"/>
                  <a:pt x="0" y="18"/>
                  <a:pt x="0" y="12"/>
                </a:cubicBezTo>
                <a:cubicBezTo>
                  <a:pt x="0" y="5"/>
                  <a:pt x="6" y="0"/>
                  <a:pt x="12" y="0"/>
                </a:cubicBezTo>
                <a:cubicBezTo>
                  <a:pt x="19" y="0"/>
                  <a:pt x="24" y="5"/>
                  <a:pt x="24" y="12"/>
                </a:cubicBezTo>
                <a:cubicBezTo>
                  <a:pt x="24" y="18"/>
                  <a:pt x="19" y="24"/>
                  <a:pt x="12" y="24"/>
                </a:cubicBezTo>
                <a:close/>
                <a:moveTo>
                  <a:pt x="98" y="98"/>
                </a:moveTo>
                <a:cubicBezTo>
                  <a:pt x="78" y="98"/>
                  <a:pt x="78" y="98"/>
                  <a:pt x="78" y="98"/>
                </a:cubicBezTo>
                <a:cubicBezTo>
                  <a:pt x="78" y="98"/>
                  <a:pt x="78" y="73"/>
                  <a:pt x="78" y="64"/>
                </a:cubicBezTo>
                <a:cubicBezTo>
                  <a:pt x="78" y="54"/>
                  <a:pt x="75" y="49"/>
                  <a:pt x="67" y="49"/>
                </a:cubicBezTo>
                <a:cubicBezTo>
                  <a:pt x="59" y="49"/>
                  <a:pt x="55" y="54"/>
                  <a:pt x="55" y="64"/>
                </a:cubicBezTo>
                <a:cubicBezTo>
                  <a:pt x="55" y="74"/>
                  <a:pt x="55" y="98"/>
                  <a:pt x="55" y="98"/>
                </a:cubicBezTo>
                <a:cubicBezTo>
                  <a:pt x="35" y="98"/>
                  <a:pt x="35" y="98"/>
                  <a:pt x="35" y="98"/>
                </a:cubicBezTo>
                <a:cubicBezTo>
                  <a:pt x="35" y="32"/>
                  <a:pt x="35" y="32"/>
                  <a:pt x="35" y="32"/>
                </a:cubicBezTo>
                <a:cubicBezTo>
                  <a:pt x="55" y="32"/>
                  <a:pt x="55" y="32"/>
                  <a:pt x="55" y="32"/>
                </a:cubicBezTo>
                <a:cubicBezTo>
                  <a:pt x="55" y="41"/>
                  <a:pt x="55" y="41"/>
                  <a:pt x="55" y="41"/>
                </a:cubicBezTo>
                <a:cubicBezTo>
                  <a:pt x="55" y="41"/>
                  <a:pt x="61" y="30"/>
                  <a:pt x="75" y="30"/>
                </a:cubicBezTo>
                <a:cubicBezTo>
                  <a:pt x="89" y="30"/>
                  <a:pt x="98" y="39"/>
                  <a:pt x="98" y="56"/>
                </a:cubicBezTo>
                <a:cubicBezTo>
                  <a:pt x="98" y="74"/>
                  <a:pt x="98" y="98"/>
                  <a:pt x="98" y="98"/>
                </a:cubicBezTo>
                <a:close/>
              </a:path>
            </a:pathLst>
          </a:custGeom>
          <a:solidFill>
            <a:srgbClr val="FFFFFF"/>
          </a:solidFill>
          <a:ln>
            <a:noFill/>
          </a:ln>
        </p:spPr>
        <p:txBody>
          <a:bodyPr vert="horz" wrap="square" lIns="121920" tIns="60960" rIns="121920" bIns="60960" anchor="t"/>
          <a:lstStyle/>
          <a:p>
            <a:pPr>
              <a:buNone/>
              <a:defRPr>
                <a:latin typeface="Segoe Print"/>
                <a:ea typeface="Segoe Print"/>
                <a:cs typeface="Segoe Print"/>
              </a:defRPr>
            </a:pPr>
            <a:endParaRPr sz="2400">
              <a:latin typeface="Segoe Print"/>
              <a:ea typeface="Segoe Print"/>
              <a:cs typeface="Segoe Print"/>
            </a:endParaRPr>
          </a:p>
        </p:txBody>
      </p:sp>
      <p:sp>
        <p:nvSpPr>
          <p:cNvPr id="22" name="Oval 46">
            <a:extLst>
              <a:ext uri="{FF2B5EF4-FFF2-40B4-BE49-F238E27FC236}">
                <a16:creationId xmlns:a16="http://schemas.microsoft.com/office/drawing/2014/main" id="{8D1A475E-DA06-1C89-A040-B7B1B73C2D59}"/>
              </a:ext>
            </a:extLst>
          </p:cNvPr>
          <p:cNvSpPr>
            <a:spLocks noGrp="1"/>
          </p:cNvSpPr>
          <p:nvPr/>
        </p:nvSpPr>
        <p:spPr>
          <a:xfrm>
            <a:off x="7426883" y="2758517"/>
            <a:ext cx="1009948" cy="1009948"/>
          </a:xfrm>
          <a:prstGeom prst="ellipse">
            <a:avLst/>
          </a:prstGeom>
          <a:solidFill>
            <a:srgbClr val="2D2D37"/>
          </a:solidFill>
          <a:ln>
            <a:noFill/>
          </a:ln>
        </p:spPr>
        <p:txBody>
          <a:bodyPr vert="horz" wrap="square" lIns="121920" tIns="60960" rIns="121920" bIns="60960" anchor="t"/>
          <a:lstStyle/>
          <a:p>
            <a:pPr>
              <a:buNone/>
              <a:defRPr>
                <a:latin typeface="Segoe Print"/>
                <a:ea typeface="Segoe Print"/>
                <a:cs typeface="Segoe Print"/>
              </a:defRPr>
            </a:pPr>
            <a:endParaRPr sz="2400">
              <a:latin typeface="Segoe Print"/>
              <a:ea typeface="Segoe Print"/>
              <a:cs typeface="Segoe Print"/>
            </a:endParaRPr>
          </a:p>
        </p:txBody>
      </p:sp>
      <p:sp>
        <p:nvSpPr>
          <p:cNvPr id="24" name="Oval 113">
            <a:extLst>
              <a:ext uri="{FF2B5EF4-FFF2-40B4-BE49-F238E27FC236}">
                <a16:creationId xmlns:a16="http://schemas.microsoft.com/office/drawing/2014/main" id="{8374F897-FDE3-1A2C-373C-546BC8D866E4}"/>
              </a:ext>
            </a:extLst>
          </p:cNvPr>
          <p:cNvSpPr>
            <a:spLocks noGrp="1"/>
          </p:cNvSpPr>
          <p:nvPr/>
        </p:nvSpPr>
        <p:spPr>
          <a:xfrm>
            <a:off x="7557789" y="2755160"/>
            <a:ext cx="763436" cy="763436"/>
          </a:xfrm>
          <a:prstGeom prst="ellipse">
            <a:avLst/>
          </a:prstGeom>
          <a:solidFill>
            <a:srgbClr val="2D2D37"/>
          </a:solidFill>
          <a:ln>
            <a:noFill/>
          </a:ln>
        </p:spPr>
        <p:txBody>
          <a:bodyPr vert="horz" wrap="square" lIns="91440" tIns="45720" rIns="91440" bIns="45720" anchor="t"/>
          <a:lstStyle/>
          <a:p>
            <a:pPr>
              <a:buNone/>
              <a:defRPr>
                <a:latin typeface="Segoe Print"/>
                <a:ea typeface="Segoe Print"/>
                <a:cs typeface="Segoe Print"/>
              </a:defRPr>
            </a:pPr>
            <a:endParaRPr>
              <a:latin typeface="Segoe Print"/>
              <a:ea typeface="Segoe Print"/>
              <a:cs typeface="Segoe Print"/>
            </a:endParaRPr>
          </a:p>
        </p:txBody>
      </p:sp>
      <p:sp>
        <p:nvSpPr>
          <p:cNvPr id="25" name="Freeform 114">
            <a:extLst>
              <a:ext uri="{FF2B5EF4-FFF2-40B4-BE49-F238E27FC236}">
                <a16:creationId xmlns:a16="http://schemas.microsoft.com/office/drawing/2014/main" id="{043EEB89-C494-AC89-61A7-19D4A66AC74C}"/>
              </a:ext>
            </a:extLst>
          </p:cNvPr>
          <p:cNvSpPr>
            <a:spLocks noGrp="1"/>
          </p:cNvSpPr>
          <p:nvPr/>
        </p:nvSpPr>
        <p:spPr>
          <a:xfrm>
            <a:off x="7692789" y="3036723"/>
            <a:ext cx="482169" cy="469806"/>
          </a:xfrm>
          <a:custGeom>
            <a:avLst/>
            <a:gdLst>
              <a:gd name="T0" fmla="*/ 63 w 126"/>
              <a:gd name="T1" fmla="*/ 0 h 123"/>
              <a:gd name="T2" fmla="*/ 0 w 126"/>
              <a:gd name="T3" fmla="*/ 63 h 123"/>
              <a:gd name="T4" fmla="*/ 42 w 126"/>
              <a:gd name="T5" fmla="*/ 123 h 123"/>
              <a:gd name="T6" fmla="*/ 42 w 126"/>
              <a:gd name="T7" fmla="*/ 123 h 123"/>
              <a:gd name="T8" fmla="*/ 44 w 126"/>
              <a:gd name="T9" fmla="*/ 123 h 123"/>
              <a:gd name="T10" fmla="*/ 47 w 126"/>
              <a:gd name="T11" fmla="*/ 119 h 123"/>
              <a:gd name="T12" fmla="*/ 47 w 126"/>
              <a:gd name="T13" fmla="*/ 119 h 123"/>
              <a:gd name="T14" fmla="*/ 47 w 126"/>
              <a:gd name="T15" fmla="*/ 119 h 123"/>
              <a:gd name="T16" fmla="*/ 47 w 126"/>
              <a:gd name="T17" fmla="*/ 108 h 123"/>
              <a:gd name="T18" fmla="*/ 34 w 126"/>
              <a:gd name="T19" fmla="*/ 108 h 123"/>
              <a:gd name="T20" fmla="*/ 25 w 126"/>
              <a:gd name="T21" fmla="*/ 98 h 123"/>
              <a:gd name="T22" fmla="*/ 17 w 126"/>
              <a:gd name="T23" fmla="*/ 89 h 123"/>
              <a:gd name="T24" fmla="*/ 26 w 126"/>
              <a:gd name="T25" fmla="*/ 90 h 123"/>
              <a:gd name="T26" fmla="*/ 40 w 126"/>
              <a:gd name="T27" fmla="*/ 101 h 123"/>
              <a:gd name="T28" fmla="*/ 48 w 126"/>
              <a:gd name="T29" fmla="*/ 99 h 123"/>
              <a:gd name="T30" fmla="*/ 51 w 126"/>
              <a:gd name="T31" fmla="*/ 92 h 123"/>
              <a:gd name="T32" fmla="*/ 22 w 126"/>
              <a:gd name="T33" fmla="*/ 62 h 123"/>
              <a:gd name="T34" fmla="*/ 29 w 126"/>
              <a:gd name="T35" fmla="*/ 43 h 123"/>
              <a:gd name="T36" fmla="*/ 30 w 126"/>
              <a:gd name="T37" fmla="*/ 26 h 123"/>
              <a:gd name="T38" fmla="*/ 47 w 126"/>
              <a:gd name="T39" fmla="*/ 33 h 123"/>
              <a:gd name="T40" fmla="*/ 63 w 126"/>
              <a:gd name="T41" fmla="*/ 31 h 123"/>
              <a:gd name="T42" fmla="*/ 63 w 126"/>
              <a:gd name="T43" fmla="*/ 31 h 123"/>
              <a:gd name="T44" fmla="*/ 63 w 126"/>
              <a:gd name="T45" fmla="*/ 31 h 123"/>
              <a:gd name="T46" fmla="*/ 63 w 126"/>
              <a:gd name="T47" fmla="*/ 31 h 123"/>
              <a:gd name="T48" fmla="*/ 63 w 126"/>
              <a:gd name="T49" fmla="*/ 31 h 123"/>
              <a:gd name="T50" fmla="*/ 79 w 126"/>
              <a:gd name="T51" fmla="*/ 33 h 123"/>
              <a:gd name="T52" fmla="*/ 96 w 126"/>
              <a:gd name="T53" fmla="*/ 26 h 123"/>
              <a:gd name="T54" fmla="*/ 97 w 126"/>
              <a:gd name="T55" fmla="*/ 43 h 123"/>
              <a:gd name="T56" fmla="*/ 104 w 126"/>
              <a:gd name="T57" fmla="*/ 62 h 123"/>
              <a:gd name="T58" fmla="*/ 75 w 126"/>
              <a:gd name="T59" fmla="*/ 92 h 123"/>
              <a:gd name="T60" fmla="*/ 79 w 126"/>
              <a:gd name="T61" fmla="*/ 103 h 123"/>
              <a:gd name="T62" fmla="*/ 79 w 126"/>
              <a:gd name="T63" fmla="*/ 119 h 123"/>
              <a:gd name="T64" fmla="*/ 82 w 126"/>
              <a:gd name="T65" fmla="*/ 123 h 123"/>
              <a:gd name="T66" fmla="*/ 83 w 126"/>
              <a:gd name="T67" fmla="*/ 123 h 123"/>
              <a:gd name="T68" fmla="*/ 84 w 126"/>
              <a:gd name="T69" fmla="*/ 123 h 123"/>
              <a:gd name="T70" fmla="*/ 126 w 126"/>
              <a:gd name="T71" fmla="*/ 63 h 123"/>
              <a:gd name="T72" fmla="*/ 63 w 126"/>
              <a:gd name="T73" fmla="*/ 0 h 123"/>
            </a:gdLst>
            <a:ahLst/>
            <a:cxnLst/>
            <a:rect l="0" t="0" r="r" b="b"/>
            <a:pathLst>
              <a:path w="126" h="123">
                <a:moveTo>
                  <a:pt x="63" y="0"/>
                </a:moveTo>
                <a:cubicBezTo>
                  <a:pt x="28" y="0"/>
                  <a:pt x="0" y="28"/>
                  <a:pt x="0" y="63"/>
                </a:cubicBezTo>
                <a:cubicBezTo>
                  <a:pt x="0" y="91"/>
                  <a:pt x="17" y="114"/>
                  <a:pt x="42" y="123"/>
                </a:cubicBezTo>
                <a:cubicBezTo>
                  <a:pt x="42" y="123"/>
                  <a:pt x="42" y="123"/>
                  <a:pt x="42" y="123"/>
                </a:cubicBezTo>
                <a:cubicBezTo>
                  <a:pt x="43" y="123"/>
                  <a:pt x="43" y="123"/>
                  <a:pt x="44" y="123"/>
                </a:cubicBezTo>
                <a:cubicBezTo>
                  <a:pt x="46" y="123"/>
                  <a:pt x="47" y="122"/>
                  <a:pt x="47" y="119"/>
                </a:cubicBezTo>
                <a:cubicBezTo>
                  <a:pt x="47" y="119"/>
                  <a:pt x="47" y="119"/>
                  <a:pt x="47" y="119"/>
                </a:cubicBezTo>
                <a:cubicBezTo>
                  <a:pt x="47" y="119"/>
                  <a:pt x="47" y="119"/>
                  <a:pt x="47" y="119"/>
                </a:cubicBezTo>
                <a:cubicBezTo>
                  <a:pt x="47" y="116"/>
                  <a:pt x="47" y="112"/>
                  <a:pt x="47" y="108"/>
                </a:cubicBezTo>
                <a:cubicBezTo>
                  <a:pt x="43" y="109"/>
                  <a:pt x="37" y="110"/>
                  <a:pt x="34" y="108"/>
                </a:cubicBezTo>
                <a:cubicBezTo>
                  <a:pt x="30" y="106"/>
                  <a:pt x="27" y="103"/>
                  <a:pt x="25" y="98"/>
                </a:cubicBezTo>
                <a:cubicBezTo>
                  <a:pt x="23" y="92"/>
                  <a:pt x="17" y="90"/>
                  <a:pt x="17" y="89"/>
                </a:cubicBezTo>
                <a:cubicBezTo>
                  <a:pt x="16" y="88"/>
                  <a:pt x="23" y="86"/>
                  <a:pt x="26" y="90"/>
                </a:cubicBezTo>
                <a:cubicBezTo>
                  <a:pt x="30" y="94"/>
                  <a:pt x="33" y="102"/>
                  <a:pt x="40" y="101"/>
                </a:cubicBezTo>
                <a:cubicBezTo>
                  <a:pt x="44" y="100"/>
                  <a:pt x="46" y="100"/>
                  <a:pt x="48" y="99"/>
                </a:cubicBezTo>
                <a:cubicBezTo>
                  <a:pt x="48" y="97"/>
                  <a:pt x="49" y="94"/>
                  <a:pt x="51" y="92"/>
                </a:cubicBezTo>
                <a:cubicBezTo>
                  <a:pt x="34" y="89"/>
                  <a:pt x="22" y="80"/>
                  <a:pt x="22" y="62"/>
                </a:cubicBezTo>
                <a:cubicBezTo>
                  <a:pt x="22" y="54"/>
                  <a:pt x="25" y="47"/>
                  <a:pt x="29" y="43"/>
                </a:cubicBezTo>
                <a:cubicBezTo>
                  <a:pt x="28" y="39"/>
                  <a:pt x="27" y="30"/>
                  <a:pt x="30" y="26"/>
                </a:cubicBezTo>
                <a:cubicBezTo>
                  <a:pt x="30" y="26"/>
                  <a:pt x="35" y="24"/>
                  <a:pt x="47" y="33"/>
                </a:cubicBezTo>
                <a:cubicBezTo>
                  <a:pt x="52" y="32"/>
                  <a:pt x="57" y="31"/>
                  <a:pt x="63" y="31"/>
                </a:cubicBezTo>
                <a:cubicBezTo>
                  <a:pt x="63" y="31"/>
                  <a:pt x="63" y="31"/>
                  <a:pt x="63" y="31"/>
                </a:cubicBezTo>
                <a:cubicBezTo>
                  <a:pt x="63" y="31"/>
                  <a:pt x="63" y="31"/>
                  <a:pt x="63" y="31"/>
                </a:cubicBezTo>
                <a:cubicBezTo>
                  <a:pt x="63" y="31"/>
                  <a:pt x="63" y="31"/>
                  <a:pt x="63" y="31"/>
                </a:cubicBezTo>
                <a:cubicBezTo>
                  <a:pt x="63" y="31"/>
                  <a:pt x="63" y="31"/>
                  <a:pt x="63" y="31"/>
                </a:cubicBezTo>
                <a:cubicBezTo>
                  <a:pt x="69" y="31"/>
                  <a:pt x="74" y="32"/>
                  <a:pt x="79" y="33"/>
                </a:cubicBezTo>
                <a:cubicBezTo>
                  <a:pt x="92" y="24"/>
                  <a:pt x="96" y="26"/>
                  <a:pt x="96" y="26"/>
                </a:cubicBezTo>
                <a:cubicBezTo>
                  <a:pt x="99" y="30"/>
                  <a:pt x="98" y="39"/>
                  <a:pt x="97" y="43"/>
                </a:cubicBezTo>
                <a:cubicBezTo>
                  <a:pt x="101" y="47"/>
                  <a:pt x="104" y="54"/>
                  <a:pt x="104" y="62"/>
                </a:cubicBezTo>
                <a:cubicBezTo>
                  <a:pt x="104" y="80"/>
                  <a:pt x="92" y="89"/>
                  <a:pt x="75" y="92"/>
                </a:cubicBezTo>
                <a:cubicBezTo>
                  <a:pt x="79" y="95"/>
                  <a:pt x="79" y="101"/>
                  <a:pt x="79" y="103"/>
                </a:cubicBezTo>
                <a:cubicBezTo>
                  <a:pt x="79" y="105"/>
                  <a:pt x="79" y="119"/>
                  <a:pt x="79" y="119"/>
                </a:cubicBezTo>
                <a:cubicBezTo>
                  <a:pt x="79" y="122"/>
                  <a:pt x="80" y="123"/>
                  <a:pt x="82" y="123"/>
                </a:cubicBezTo>
                <a:cubicBezTo>
                  <a:pt x="83" y="123"/>
                  <a:pt x="83" y="123"/>
                  <a:pt x="83" y="123"/>
                </a:cubicBezTo>
                <a:cubicBezTo>
                  <a:pt x="84" y="123"/>
                  <a:pt x="84" y="123"/>
                  <a:pt x="84" y="123"/>
                </a:cubicBezTo>
                <a:cubicBezTo>
                  <a:pt x="109" y="114"/>
                  <a:pt x="126" y="91"/>
                  <a:pt x="126" y="63"/>
                </a:cubicBezTo>
                <a:cubicBezTo>
                  <a:pt x="126" y="28"/>
                  <a:pt x="98" y="0"/>
                  <a:pt x="63" y="0"/>
                </a:cubicBezTo>
                <a:close/>
              </a:path>
            </a:pathLst>
          </a:custGeom>
          <a:solidFill>
            <a:srgbClr val="FFFFFF"/>
          </a:solidFill>
          <a:ln>
            <a:noFill/>
          </a:ln>
        </p:spPr>
        <p:txBody>
          <a:bodyPr vert="horz" wrap="square" lIns="91440" tIns="45720" rIns="91440" bIns="45720" anchor="t"/>
          <a:lstStyle/>
          <a:p>
            <a:pPr>
              <a:buNone/>
              <a:defRPr>
                <a:latin typeface="Segoe Print"/>
                <a:ea typeface="Segoe Print"/>
                <a:cs typeface="Segoe Print"/>
              </a:defRPr>
            </a:pPr>
            <a:endParaRPr>
              <a:latin typeface="Segoe Print"/>
              <a:ea typeface="Segoe Print"/>
              <a:cs typeface="Segoe Print"/>
            </a:endParaRPr>
          </a:p>
        </p:txBody>
      </p:sp>
      <p:pic>
        <p:nvPicPr>
          <p:cNvPr id="51" name="Picture 2">
            <a:extLst>
              <a:ext uri="{FF2B5EF4-FFF2-40B4-BE49-F238E27FC236}">
                <a16:creationId xmlns:a16="http://schemas.microsoft.com/office/drawing/2014/main" id="{496947BA-66D5-130C-DE21-E153966EC48F}"/>
              </a:ext>
            </a:extLst>
          </p:cNvPr>
          <p:cNvPicPr>
            <a:picLocks noChangeAspect="1"/>
          </p:cNvPicPr>
          <p:nvPr/>
        </p:nvPicPr>
        <p:blipFill>
          <a:blip r:embed="rId5"/>
          <a:srcRect/>
          <a:stretch>
            <a:fillRect/>
          </a:stretch>
        </p:blipFill>
        <p:spPr>
          <a:xfrm>
            <a:off x="7448233" y="4982032"/>
            <a:ext cx="967249" cy="967249"/>
          </a:xfrm>
          <a:prstGeom prst="ellipse">
            <a:avLst/>
          </a:prstGeom>
          <a:ln w="63500" cap="rnd">
            <a:noFill/>
          </a:ln>
          <a:effectLst>
            <a:outerShdw blurRad="381000" dist="292100" dir="5400000" sx="-80000" sy="-18000" rotWithShape="0">
              <a:srgbClr val="000000">
                <a:alpha val="22000"/>
              </a:srgbClr>
            </a:outerShdw>
          </a:effectLst>
        </p:spPr>
      </p:pic>
      <p:sp>
        <p:nvSpPr>
          <p:cNvPr id="11" name="Text Placeholder 4">
            <a:extLst>
              <a:ext uri="{FF2B5EF4-FFF2-40B4-BE49-F238E27FC236}">
                <a16:creationId xmlns:a16="http://schemas.microsoft.com/office/drawing/2014/main" id="{20F138D7-E106-8E81-0938-7358740BF179}"/>
              </a:ext>
            </a:extLst>
          </p:cNvPr>
          <p:cNvSpPr>
            <a:spLocks noGrp="1"/>
          </p:cNvSpPr>
          <p:nvPr/>
        </p:nvSpPr>
        <p:spPr>
          <a:xfrm>
            <a:off x="8658928" y="2065410"/>
            <a:ext cx="3876675" cy="431800"/>
          </a:xfrm>
          <a:prstGeom prst="rect">
            <a:avLst/>
          </a:prstGeom>
        </p:spPr>
        <p:txBody>
          <a:bodyPr>
            <a:normAutofit/>
          </a:bodyPr>
          <a:lstStyle>
            <a:lvl1pPr marL="228600" indent="-228600" algn="l" defTabSz="914400">
              <a:lnSpc>
                <a:spcPct val="90000"/>
              </a:lnSpc>
              <a:spcBef>
                <a:spcPts val="1000"/>
              </a:spcBef>
              <a:buClr>
                <a:srgbClr val="2E7A40"/>
              </a:buClr>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Clr>
                <a:srgbClr val="2E7A40"/>
              </a:buClr>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Clr>
                <a:srgbClr val="2E7A40"/>
              </a:buClr>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Clr>
                <a:srgbClr val="2E7A40"/>
              </a:buClr>
              <a:buFont typeface="Arial"/>
              <a:buChar char="•"/>
              <a:defRPr sz="1600" kern="1200">
                <a:solidFill>
                  <a:schemeClr val="tx1"/>
                </a:solidFill>
                <a:latin typeface="+mn-lt"/>
                <a:ea typeface="+mn-lt"/>
                <a:cs typeface="+mn-lt"/>
              </a:defRPr>
            </a:lvl4pPr>
            <a:lvl5pPr marL="2057400" indent="-228600" algn="l" defTabSz="914400">
              <a:lnSpc>
                <a:spcPct val="90000"/>
              </a:lnSpc>
              <a:spcBef>
                <a:spcPts val="500"/>
              </a:spcBef>
              <a:buClr>
                <a:srgbClr val="2E7A40"/>
              </a:buClr>
              <a:buFont typeface="Arial"/>
              <a:buChar char="•"/>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buNone/>
              <a:defRPr>
                <a:latin typeface="Segoe Print"/>
                <a:ea typeface="Segoe Print"/>
                <a:cs typeface="Segoe Print"/>
              </a:defRPr>
            </a:pPr>
            <a:r>
              <a:rPr>
                <a:solidFill>
                  <a:schemeClr val="bg1">
                    <a:lumMod val="85000"/>
                  </a:schemeClr>
                </a:solidFill>
                <a:latin typeface="Segoe Print"/>
                <a:ea typeface="Segoe Print"/>
                <a:cs typeface="Segoe Print"/>
              </a:rPr>
              <a:t>marco_parenzan</a:t>
            </a:r>
          </a:p>
        </p:txBody>
      </p:sp>
      <p:sp>
        <p:nvSpPr>
          <p:cNvPr id="27" name="Text Placeholder 5">
            <a:extLst>
              <a:ext uri="{FF2B5EF4-FFF2-40B4-BE49-F238E27FC236}">
                <a16:creationId xmlns:a16="http://schemas.microsoft.com/office/drawing/2014/main" id="{EF3AC8D9-95FE-A1A4-6997-4D837F8D2164}"/>
              </a:ext>
            </a:extLst>
          </p:cNvPr>
          <p:cNvSpPr>
            <a:spLocks noGrp="1"/>
          </p:cNvSpPr>
          <p:nvPr/>
        </p:nvSpPr>
        <p:spPr>
          <a:xfrm>
            <a:off x="8443480" y="3074728"/>
            <a:ext cx="3876675" cy="431800"/>
          </a:xfrm>
          <a:prstGeom prst="rect">
            <a:avLst/>
          </a:prstGeom>
        </p:spPr>
        <p:txBody>
          <a:bodyPr>
            <a:normAutofit/>
          </a:bodyPr>
          <a:lstStyle>
            <a:lvl1pPr marL="228600" indent="-228600" algn="l" defTabSz="914400">
              <a:lnSpc>
                <a:spcPct val="90000"/>
              </a:lnSpc>
              <a:spcBef>
                <a:spcPts val="1000"/>
              </a:spcBef>
              <a:buClr>
                <a:srgbClr val="2E7A40"/>
              </a:buClr>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Clr>
                <a:srgbClr val="2E7A40"/>
              </a:buClr>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Clr>
                <a:srgbClr val="2E7A40"/>
              </a:buClr>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Clr>
                <a:srgbClr val="2E7A40"/>
              </a:buClr>
              <a:buFont typeface="Arial"/>
              <a:buChar char="•"/>
              <a:defRPr sz="1600" kern="1200">
                <a:solidFill>
                  <a:schemeClr val="tx1"/>
                </a:solidFill>
                <a:latin typeface="+mn-lt"/>
                <a:ea typeface="+mn-lt"/>
                <a:cs typeface="+mn-lt"/>
              </a:defRPr>
            </a:lvl4pPr>
            <a:lvl5pPr marL="2057400" indent="-228600" algn="l" defTabSz="914400">
              <a:lnSpc>
                <a:spcPct val="90000"/>
              </a:lnSpc>
              <a:spcBef>
                <a:spcPts val="500"/>
              </a:spcBef>
              <a:buClr>
                <a:srgbClr val="2E7A40"/>
              </a:buClr>
              <a:buFont typeface="Arial"/>
              <a:buChar char="•"/>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buNone/>
              <a:defRPr>
                <a:latin typeface="Segoe Print"/>
                <a:ea typeface="Segoe Print"/>
                <a:cs typeface="Segoe Print"/>
              </a:defRPr>
            </a:pPr>
            <a:r>
              <a:rPr>
                <a:latin typeface="Segoe Print"/>
                <a:ea typeface="Segoe Print"/>
                <a:cs typeface="Segoe Print"/>
              </a:rPr>
              <a:t>marcoparenzan</a:t>
            </a:r>
          </a:p>
        </p:txBody>
      </p:sp>
      <p:sp>
        <p:nvSpPr>
          <p:cNvPr id="28" name="Text Placeholder 6">
            <a:extLst>
              <a:ext uri="{FF2B5EF4-FFF2-40B4-BE49-F238E27FC236}">
                <a16:creationId xmlns:a16="http://schemas.microsoft.com/office/drawing/2014/main" id="{48F4E20D-B87C-AF4A-43AB-368BDEE48364}"/>
              </a:ext>
            </a:extLst>
          </p:cNvPr>
          <p:cNvSpPr>
            <a:spLocks noGrp="1"/>
          </p:cNvSpPr>
          <p:nvPr/>
        </p:nvSpPr>
        <p:spPr>
          <a:xfrm>
            <a:off x="8443480" y="4193915"/>
            <a:ext cx="3876675" cy="431800"/>
          </a:xfrm>
          <a:prstGeom prst="rect">
            <a:avLst/>
          </a:prstGeom>
        </p:spPr>
        <p:txBody>
          <a:bodyPr>
            <a:normAutofit/>
          </a:bodyPr>
          <a:lstStyle>
            <a:lvl1pPr marL="228600" indent="-228600" algn="l" defTabSz="914400">
              <a:lnSpc>
                <a:spcPct val="90000"/>
              </a:lnSpc>
              <a:spcBef>
                <a:spcPts val="1000"/>
              </a:spcBef>
              <a:buClr>
                <a:srgbClr val="2E7A40"/>
              </a:buClr>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Clr>
                <a:srgbClr val="2E7A40"/>
              </a:buClr>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Clr>
                <a:srgbClr val="2E7A40"/>
              </a:buClr>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Clr>
                <a:srgbClr val="2E7A40"/>
              </a:buClr>
              <a:buFont typeface="Arial"/>
              <a:buChar char="•"/>
              <a:defRPr sz="1600" kern="1200">
                <a:solidFill>
                  <a:schemeClr val="tx1"/>
                </a:solidFill>
                <a:latin typeface="+mn-lt"/>
                <a:ea typeface="+mn-lt"/>
                <a:cs typeface="+mn-lt"/>
              </a:defRPr>
            </a:lvl4pPr>
            <a:lvl5pPr marL="2057400" indent="-228600" algn="l" defTabSz="914400">
              <a:lnSpc>
                <a:spcPct val="90000"/>
              </a:lnSpc>
              <a:spcBef>
                <a:spcPts val="500"/>
              </a:spcBef>
              <a:buClr>
                <a:srgbClr val="2E7A40"/>
              </a:buClr>
              <a:buFont typeface="Arial"/>
              <a:buChar char="•"/>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buNone/>
              <a:defRPr>
                <a:latin typeface="Segoe Print"/>
                <a:ea typeface="Segoe Print"/>
                <a:cs typeface="Segoe Print"/>
              </a:defRPr>
            </a:pPr>
            <a:r>
              <a:rPr>
                <a:latin typeface="Segoe Print"/>
                <a:ea typeface="Segoe Print"/>
                <a:cs typeface="Segoe Print"/>
              </a:rPr>
              <a:t>marcoparenzan</a:t>
            </a:r>
          </a:p>
        </p:txBody>
      </p:sp>
      <p:sp>
        <p:nvSpPr>
          <p:cNvPr id="30" name="Text Placeholder 18">
            <a:extLst>
              <a:ext uri="{FF2B5EF4-FFF2-40B4-BE49-F238E27FC236}">
                <a16:creationId xmlns:a16="http://schemas.microsoft.com/office/drawing/2014/main" id="{961CDDC8-0ACE-9C6A-D2B4-D80B4E997B07}"/>
              </a:ext>
            </a:extLst>
          </p:cNvPr>
          <p:cNvSpPr>
            <a:spLocks noGrp="1"/>
          </p:cNvSpPr>
          <p:nvPr/>
        </p:nvSpPr>
        <p:spPr>
          <a:xfrm>
            <a:off x="8443480" y="5266447"/>
            <a:ext cx="4010025" cy="803275"/>
          </a:xfrm>
          <a:prstGeom prst="rect">
            <a:avLst/>
          </a:prstGeom>
        </p:spPr>
        <p:txBody>
          <a:bodyPr vert="horz" lIns="91440" tIns="45720" rIns="91440" bIns="45720">
            <a:normAutofit/>
          </a:bodyPr>
          <a:lstStyle>
            <a:lvl1pPr marL="228600" indent="-228600" algn="l" defTabSz="914400">
              <a:lnSpc>
                <a:spcPct val="90000"/>
              </a:lnSpc>
              <a:spcBef>
                <a:spcPts val="1000"/>
              </a:spcBef>
              <a:buClr>
                <a:srgbClr val="2E7A40"/>
              </a:buClr>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Clr>
                <a:srgbClr val="2E7A40"/>
              </a:buClr>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Clr>
                <a:srgbClr val="2E7A40"/>
              </a:buClr>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Clr>
                <a:srgbClr val="2E7A40"/>
              </a:buClr>
              <a:buFont typeface="Arial"/>
              <a:buChar char="•"/>
              <a:defRPr sz="1600" kern="1200">
                <a:solidFill>
                  <a:schemeClr val="tx1"/>
                </a:solidFill>
                <a:latin typeface="+mn-lt"/>
                <a:ea typeface="+mn-lt"/>
                <a:cs typeface="+mn-lt"/>
              </a:defRPr>
            </a:lvl4pPr>
            <a:lvl5pPr marL="2057400" indent="-228600" algn="l" defTabSz="914400">
              <a:lnSpc>
                <a:spcPct val="90000"/>
              </a:lnSpc>
              <a:spcBef>
                <a:spcPts val="500"/>
              </a:spcBef>
              <a:buClr>
                <a:srgbClr val="2E7A40"/>
              </a:buClr>
              <a:buFont typeface="Arial"/>
              <a:buChar char="•"/>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buNone/>
              <a:defRPr>
                <a:latin typeface="Segoe Print"/>
                <a:ea typeface="Segoe Print"/>
                <a:cs typeface="Segoe Print"/>
              </a:defRPr>
            </a:pPr>
            <a:r>
              <a:rPr>
                <a:latin typeface="Segoe Print"/>
                <a:ea typeface="Segoe Print"/>
                <a:cs typeface="Segoe Print"/>
              </a:rPr>
              <a:t>marcoparenzan</a:t>
            </a:r>
          </a:p>
        </p:txBody>
      </p:sp>
      <p:pic>
        <p:nvPicPr>
          <p:cNvPr id="56" name="Picture 4">
            <a:extLst>
              <a:ext uri="{FF2B5EF4-FFF2-40B4-BE49-F238E27FC236}">
                <a16:creationId xmlns:a16="http://schemas.microsoft.com/office/drawing/2014/main" id="{6E73F573-1C5A-FD26-B5EB-4A124CBD1ECD}"/>
              </a:ext>
            </a:extLst>
          </p:cNvPr>
          <p:cNvPicPr>
            <a:picLocks noChangeAspect="1"/>
          </p:cNvPicPr>
          <p:nvPr/>
        </p:nvPicPr>
        <p:blipFill>
          <a:blip r:embed="rId6"/>
          <a:srcRect/>
          <a:stretch>
            <a:fillRect/>
          </a:stretch>
        </p:blipFill>
        <p:spPr>
          <a:xfrm>
            <a:off x="4696437" y="2163252"/>
            <a:ext cx="1584901" cy="635751"/>
          </a:xfrm>
          <a:prstGeom prst="rect">
            <a:avLst/>
          </a:prstGeom>
        </p:spPr>
      </p:pic>
      <p:pic>
        <p:nvPicPr>
          <p:cNvPr id="57" name="Picture 6">
            <a:extLst>
              <a:ext uri="{FF2B5EF4-FFF2-40B4-BE49-F238E27FC236}">
                <a16:creationId xmlns:a16="http://schemas.microsoft.com/office/drawing/2014/main" id="{1A81D787-CE49-E390-92DF-0AAB40F01F0A}"/>
              </a:ext>
            </a:extLst>
          </p:cNvPr>
          <p:cNvPicPr>
            <a:picLocks noChangeAspect="1"/>
          </p:cNvPicPr>
          <p:nvPr/>
        </p:nvPicPr>
        <p:blipFill>
          <a:blip r:embed="rId7"/>
          <a:srcRect/>
          <a:stretch>
            <a:fillRect/>
          </a:stretch>
        </p:blipFill>
        <p:spPr>
          <a:xfrm>
            <a:off x="4684042" y="2921461"/>
            <a:ext cx="1609691" cy="652084"/>
          </a:xfrm>
          <a:prstGeom prst="rect">
            <a:avLst/>
          </a:prstGeom>
        </p:spPr>
      </p:pic>
      <p:pic>
        <p:nvPicPr>
          <p:cNvPr id="58" name="Picture 31">
            <a:extLst>
              <a:ext uri="{FF2B5EF4-FFF2-40B4-BE49-F238E27FC236}">
                <a16:creationId xmlns:a16="http://schemas.microsoft.com/office/drawing/2014/main" id="{D86471B2-BE5C-390B-E183-E5443D2532FE}"/>
              </a:ext>
            </a:extLst>
          </p:cNvPr>
          <p:cNvPicPr>
            <a:picLocks noChangeAspect="1"/>
          </p:cNvPicPr>
          <p:nvPr/>
        </p:nvPicPr>
        <p:blipFill>
          <a:blip r:embed="rId8"/>
          <a:stretch>
            <a:fillRect/>
          </a:stretch>
        </p:blipFill>
        <p:spPr>
          <a:xfrm>
            <a:off x="4684042" y="3696004"/>
            <a:ext cx="1609691" cy="536564"/>
          </a:xfrm>
          <a:prstGeom prst="rect">
            <a:avLst/>
          </a:prstGeom>
        </p:spPr>
      </p:pic>
      <p:sp>
        <p:nvSpPr>
          <p:cNvPr id="3" name="Text Placeholder 4">
            <a:extLst>
              <a:ext uri="{FF2B5EF4-FFF2-40B4-BE49-F238E27FC236}">
                <a16:creationId xmlns:a16="http://schemas.microsoft.com/office/drawing/2014/main" id="{621C05CD-7DA8-A857-0987-DD2631084F52}"/>
              </a:ext>
            </a:extLst>
          </p:cNvPr>
          <p:cNvSpPr>
            <a:spLocks noGrp="1"/>
          </p:cNvSpPr>
          <p:nvPr/>
        </p:nvSpPr>
        <p:spPr>
          <a:xfrm>
            <a:off x="8443480" y="1839853"/>
            <a:ext cx="3876675" cy="431800"/>
          </a:xfrm>
          <a:prstGeom prst="rect">
            <a:avLst/>
          </a:prstGeom>
        </p:spPr>
        <p:txBody>
          <a:bodyPr>
            <a:normAutofit fontScale="84142" lnSpcReduction="10000"/>
          </a:bodyPr>
          <a:lstStyle>
            <a:lvl1pPr marL="228600" indent="-228600" algn="l" defTabSz="914400">
              <a:lnSpc>
                <a:spcPct val="90000"/>
              </a:lnSpc>
              <a:spcBef>
                <a:spcPts val="1000"/>
              </a:spcBef>
              <a:buClr>
                <a:srgbClr val="2E7A40"/>
              </a:buClr>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Clr>
                <a:srgbClr val="2E7A40"/>
              </a:buClr>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Clr>
                <a:srgbClr val="2E7A40"/>
              </a:buClr>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Clr>
                <a:srgbClr val="2E7A40"/>
              </a:buClr>
              <a:buFont typeface="Arial"/>
              <a:buChar char="•"/>
              <a:defRPr sz="1600" kern="1200">
                <a:solidFill>
                  <a:schemeClr val="tx1"/>
                </a:solidFill>
                <a:latin typeface="+mn-lt"/>
                <a:ea typeface="+mn-lt"/>
                <a:cs typeface="+mn-lt"/>
              </a:defRPr>
            </a:lvl4pPr>
            <a:lvl5pPr marL="2057400" indent="-228600" algn="l" defTabSz="914400">
              <a:lnSpc>
                <a:spcPct val="90000"/>
              </a:lnSpc>
              <a:spcBef>
                <a:spcPts val="500"/>
              </a:spcBef>
              <a:buClr>
                <a:srgbClr val="2E7A40"/>
              </a:buClr>
              <a:buFont typeface="Arial"/>
              <a:buChar char="•"/>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buNone/>
              <a:defRPr>
                <a:latin typeface="Segoe Print"/>
                <a:ea typeface="Segoe Print"/>
                <a:cs typeface="Segoe Print"/>
              </a:defRPr>
            </a:pPr>
            <a:r>
              <a:rPr>
                <a:latin typeface="Segoe Print"/>
                <a:ea typeface="Segoe Print"/>
                <a:cs typeface="Segoe Print"/>
              </a:rPr>
              <a:t>marcoparenzan.bsky.social</a:t>
            </a:r>
          </a:p>
        </p:txBody>
      </p:sp>
      <p:sp>
        <p:nvSpPr>
          <p:cNvPr id="9" name="AutoShape 2">
            <a:extLst>
              <a:ext uri="{FF2B5EF4-FFF2-40B4-BE49-F238E27FC236}">
                <a16:creationId xmlns:a16="http://schemas.microsoft.com/office/drawing/2014/main" id="{65363C82-2E95-20A1-CBD4-D252D9B32741}"/>
              </a:ext>
            </a:extLst>
          </p:cNvPr>
          <p:cNvSpPr>
            <a:spLocks noGrp="1"/>
          </p:cNvSpPr>
          <p:nvPr/>
        </p:nvSpPr>
        <p:spPr>
          <a:xfrm>
            <a:off x="6501628" y="2310943"/>
            <a:ext cx="763436" cy="523220"/>
          </a:xfrm>
          <a:prstGeom prst="rect">
            <a:avLst/>
          </a:prstGeom>
          <a:noFill/>
        </p:spPr>
        <p:txBody>
          <a:bodyPr wrap="square" lIns="91440" tIns="45720" rIns="91440" bIns="45720">
            <a:spAutoFit/>
          </a:bodyPr>
          <a:lstStyle/>
          <a:p>
            <a:pPr algn="ctr">
              <a:buNone/>
              <a:defRPr>
                <a:latin typeface="Segoe Print"/>
                <a:ea typeface="Segoe Print"/>
                <a:cs typeface="Segoe Print"/>
              </a:defRPr>
            </a:pPr>
            <a:endParaRPr sz="2800" b="1">
              <a:solidFill>
                <a:srgbClr val="324147"/>
              </a:solidFill>
              <a:latin typeface="Segoe Print"/>
              <a:ea typeface="Segoe Print"/>
              <a:cs typeface="Segoe Print"/>
            </a:endParaRPr>
          </a:p>
        </p:txBody>
      </p:sp>
      <p:sp>
        <p:nvSpPr>
          <p:cNvPr id="2" name="Rectangle 1">
            <a:extLst>
              <a:ext uri="{FF2B5EF4-FFF2-40B4-BE49-F238E27FC236}">
                <a16:creationId xmlns:a16="http://schemas.microsoft.com/office/drawing/2014/main" id="{75A80242-1F54-8860-1622-540F294200BA}"/>
              </a:ext>
            </a:extLst>
          </p:cNvPr>
          <p:cNvSpPr>
            <a:spLocks noGrp="1"/>
          </p:cNvSpPr>
          <p:nvPr/>
        </p:nvSpPr>
        <p:spPr>
          <a:xfrm>
            <a:off x="5910884" y="1758090"/>
            <a:ext cx="740908" cy="523220"/>
          </a:xfrm>
          <a:prstGeom prst="rect">
            <a:avLst/>
          </a:prstGeom>
          <a:noFill/>
        </p:spPr>
        <p:txBody>
          <a:bodyPr wrap="none" lIns="91440" tIns="45720" rIns="91440" bIns="45720">
            <a:spAutoFit/>
          </a:bodyPr>
          <a:lstStyle/>
          <a:p>
            <a:pPr algn="ctr">
              <a:buNone/>
              <a:defRPr>
                <a:latin typeface="Segoe Print"/>
                <a:ea typeface="Segoe Print"/>
                <a:cs typeface="Segoe Print"/>
              </a:defRPr>
            </a:pPr>
            <a:r>
              <a:rPr sz="2800" b="1" cap="none" spc="0">
                <a:solidFill>
                  <a:srgbClr val="014085"/>
                </a:solidFill>
                <a:latin typeface="Segoe Print"/>
                <a:ea typeface="Segoe Print"/>
                <a:cs typeface="Segoe Print"/>
              </a:rPr>
              <a:t>IoT</a:t>
            </a:r>
          </a:p>
        </p:txBody>
      </p:sp>
      <p:pic>
        <p:nvPicPr>
          <p:cNvPr id="62" name="Picture 28">
            <a:extLst>
              <a:ext uri="{FF2B5EF4-FFF2-40B4-BE49-F238E27FC236}">
                <a16:creationId xmlns:a16="http://schemas.microsoft.com/office/drawing/2014/main" id="{847F9F8C-17ED-001A-E69B-306CACB3B3C4}"/>
              </a:ext>
            </a:extLst>
          </p:cNvPr>
          <p:cNvPicPr>
            <a:picLocks noChangeAspect="1"/>
          </p:cNvPicPr>
          <p:nvPr/>
        </p:nvPicPr>
        <p:blipFill>
          <a:blip r:embed="rId9"/>
          <a:stretch>
            <a:fillRect/>
          </a:stretch>
        </p:blipFill>
        <p:spPr>
          <a:xfrm>
            <a:off x="4931701" y="4427381"/>
            <a:ext cx="1098970" cy="1275141"/>
          </a:xfrm>
          <a:prstGeom prst="rect">
            <a:avLst/>
          </a:prstGeom>
        </p:spPr>
      </p:pic>
      <p:pic>
        <p:nvPicPr>
          <p:cNvPr id="63" name="Graphic 11">
            <a:extLst>
              <a:ext uri="{FF2B5EF4-FFF2-40B4-BE49-F238E27FC236}">
                <a16:creationId xmlns:a16="http://schemas.microsoft.com/office/drawing/2014/main" id="{E6FC5D0E-17B6-0230-045F-757464FDB5E3}"/>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rot="8124349">
            <a:off x="6908880" y="4314933"/>
            <a:ext cx="609600" cy="914400"/>
          </a:xfrm>
          <a:prstGeom prst="rect">
            <a:avLst/>
          </a:prstGeom>
        </p:spPr>
      </p:pic>
      <p:pic>
        <p:nvPicPr>
          <p:cNvPr id="64" name="Picture 14">
            <a:extLst>
              <a:ext uri="{FF2B5EF4-FFF2-40B4-BE49-F238E27FC236}">
                <a16:creationId xmlns:a16="http://schemas.microsoft.com/office/drawing/2014/main" id="{BE10F43B-A395-BD45-4DC8-B4831333B708}"/>
              </a:ext>
            </a:extLst>
          </p:cNvPr>
          <p:cNvPicPr>
            <a:picLocks noChangeAspect="1"/>
          </p:cNvPicPr>
          <p:nvPr/>
        </p:nvPicPr>
        <p:blipFill>
          <a:blip r:embed="rId11"/>
          <a:stretch>
            <a:fillRect/>
          </a:stretch>
        </p:blipFill>
        <p:spPr>
          <a:xfrm rot="6659039">
            <a:off x="6648774" y="4725872"/>
            <a:ext cx="609600" cy="914400"/>
          </a:xfrm>
          <a:prstGeom prst="rect">
            <a:avLst/>
          </a:prstGeom>
        </p:spPr>
      </p:pic>
      <p:pic>
        <p:nvPicPr>
          <p:cNvPr id="65" name="Picture 30">
            <a:extLst>
              <a:ext uri="{FF2B5EF4-FFF2-40B4-BE49-F238E27FC236}">
                <a16:creationId xmlns:a16="http://schemas.microsoft.com/office/drawing/2014/main" id="{695DF888-5C28-AEDF-1D74-B54BD3AA75DA}"/>
              </a:ext>
            </a:extLst>
          </p:cNvPr>
          <p:cNvPicPr>
            <a:picLocks noChangeAspect="1"/>
          </p:cNvPicPr>
          <p:nvPr/>
        </p:nvPicPr>
        <p:blipFill>
          <a:blip r:embed="rId12"/>
          <a:stretch>
            <a:fillRect/>
          </a:stretch>
        </p:blipFill>
        <p:spPr>
          <a:xfrm rot="4659396">
            <a:off x="6648774" y="5255655"/>
            <a:ext cx="609600" cy="914400"/>
          </a:xfrm>
          <a:prstGeom prst="rect">
            <a:avLst/>
          </a:prstGeom>
        </p:spPr>
      </p:pic>
      <p:pic>
        <p:nvPicPr>
          <p:cNvPr id="66" name="Picture 32">
            <a:extLst>
              <a:ext uri="{FF2B5EF4-FFF2-40B4-BE49-F238E27FC236}">
                <a16:creationId xmlns:a16="http://schemas.microsoft.com/office/drawing/2014/main" id="{C8A44C2C-55A9-9F2C-5A63-932E73534D6E}"/>
              </a:ext>
            </a:extLst>
          </p:cNvPr>
          <p:cNvPicPr>
            <a:picLocks noChangeAspect="1"/>
          </p:cNvPicPr>
          <p:nvPr/>
        </p:nvPicPr>
        <p:blipFill>
          <a:blip r:embed="rId13"/>
          <a:stretch>
            <a:fillRect/>
          </a:stretch>
        </p:blipFill>
        <p:spPr>
          <a:xfrm rot="2657831">
            <a:off x="6909466" y="5696999"/>
            <a:ext cx="609600" cy="914400"/>
          </a:xfrm>
          <a:prstGeom prst="rect">
            <a:avLst/>
          </a:prstGeom>
        </p:spPr>
      </p:pic>
      <p:pic>
        <p:nvPicPr>
          <p:cNvPr id="67" name="Picture 5">
            <a:extLst>
              <a:ext uri="{FF2B5EF4-FFF2-40B4-BE49-F238E27FC236}">
                <a16:creationId xmlns:a16="http://schemas.microsoft.com/office/drawing/2014/main" id="{EC6DB573-212E-A532-6297-EC0E0F3610FC}"/>
              </a:ext>
            </a:extLst>
          </p:cNvPr>
          <p:cNvPicPr>
            <a:picLocks noChangeAspect="1"/>
          </p:cNvPicPr>
          <p:nvPr/>
        </p:nvPicPr>
        <p:blipFill>
          <a:blip r:embed="rId14"/>
          <a:stretch>
            <a:fillRect/>
          </a:stretch>
        </p:blipFill>
        <p:spPr>
          <a:xfrm>
            <a:off x="633364" y="1754042"/>
            <a:ext cx="4094930" cy="4094930"/>
          </a:xfrm>
          <a:prstGeom prst="rect">
            <a:avLst/>
          </a:prstGeom>
        </p:spPr>
      </p:pic>
      <p:sp>
        <p:nvSpPr>
          <p:cNvPr id="5" name="TextBox 4">
            <a:extLst>
              <a:ext uri="{FF2B5EF4-FFF2-40B4-BE49-F238E27FC236}">
                <a16:creationId xmlns:a16="http://schemas.microsoft.com/office/drawing/2014/main" id="{D4AEB32C-021B-D450-4F67-A5A1933AB9D9}"/>
              </a:ext>
            </a:extLst>
          </p:cNvPr>
          <p:cNvSpPr txBox="1"/>
          <p:nvPr/>
        </p:nvSpPr>
        <p:spPr>
          <a:xfrm>
            <a:off x="4931701" y="816903"/>
            <a:ext cx="6270170" cy="369332"/>
          </a:xfrm>
          <a:prstGeom prst="rect">
            <a:avLst/>
          </a:prstGeom>
          <a:noFill/>
        </p:spPr>
        <p:txBody>
          <a:bodyPr wrap="square">
            <a:spAutoFit/>
          </a:bodyPr>
          <a:lstStyle/>
          <a:p>
            <a:r>
              <a:rPr lang="it-IT" dirty="0">
                <a:hlinkClick r:id="rId15"/>
              </a:rPr>
              <a:t>https://github.com/marcoparenzan/TheMesThing</a:t>
            </a:r>
            <a:r>
              <a:rPr lang="it-IT" dirty="0"/>
              <a:t> </a:t>
            </a:r>
          </a:p>
        </p:txBody>
      </p:sp>
    </p:spTree>
    <p:extLst>
      <p:ext uri="{BB962C8B-B14F-4D97-AF65-F5344CB8AC3E}">
        <p14:creationId xmlns:p14="http://schemas.microsoft.com/office/powerpoint/2010/main" val="1618862316"/>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413</TotalTime>
  <Words>3434</Words>
  <Application>Microsoft Office PowerPoint</Application>
  <PresentationFormat>Widescreen</PresentationFormat>
  <Paragraphs>355</Paragraphs>
  <Slides>42</Slides>
  <Notes>23</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42</vt:i4>
      </vt:variant>
    </vt:vector>
  </HeadingPairs>
  <TitlesOfParts>
    <vt:vector size="53" baseType="lpstr">
      <vt:lpstr>Aptos</vt:lpstr>
      <vt:lpstr>Arial</vt:lpstr>
      <vt:lpstr>Calibri</vt:lpstr>
      <vt:lpstr>Calibri Light</vt:lpstr>
      <vt:lpstr>Courier New</vt:lpstr>
      <vt:lpstr>Segoe Print</vt:lpstr>
      <vt:lpstr>Segoe UI Semilight</vt:lpstr>
      <vt:lpstr>-webkit-standard</vt:lpstr>
      <vt:lpstr>Wingdings</vt:lpstr>
      <vt:lpstr>Custom Design</vt:lpstr>
      <vt:lpstr>Office Theme</vt:lpstr>
      <vt:lpstr>Oltre il Low-Code: costruire soluzioni custom integrate con Microsoft 365 nell’era della GenAI</vt:lpstr>
      <vt:lpstr>PowerPoint Presentation</vt:lpstr>
      <vt:lpstr>Sono Marco Parenzan</vt:lpstr>
      <vt:lpstr>Sto girando attorno all’idea di un MES  (forse uno SCADA?)</vt:lpstr>
      <vt:lpstr>𝗪𝗵𝘆 𝗕𝘂𝗶𝗹𝗱 𝗮𝗻 𝗠𝗘𝗦 𝗪𝗵𝗲𝗻 𝗬𝗼𝘂 𝗖𝗮𝗻 𝗕𝘂𝘆 𝗢𝗻𝗲?</vt:lpstr>
      <vt:lpstr>Obiettivo</vt:lpstr>
      <vt:lpstr>Agenda</vt:lpstr>
      <vt:lpstr>Update</vt:lpstr>
      <vt:lpstr>Il contesto</vt:lpstr>
      <vt:lpstr>Una storia </vt:lpstr>
      <vt:lpstr>Power Apps: filosofia condivisa, limiti reali </vt:lpstr>
      <vt:lpstr>Cosa impariamo dalle Power Apps?</vt:lpstr>
      <vt:lpstr>Inciso: Copilot Studio</vt:lpstr>
      <vt:lpstr>DEMO</vt:lpstr>
      <vt:lpstr>Il ruolo della GenAI e di 365</vt:lpstr>
      <vt:lpstr>Cit. usare l’AI come chat è come usare un fax</vt:lpstr>
      <vt:lpstr>GenAI: il mito della customizzazione ritorna realtà? </vt:lpstr>
      <vt:lpstr>La responsabilità del codice verso il cliente</vt:lpstr>
      <vt:lpstr>Qualità dell’implementazione: contratti e interfacce </vt:lpstr>
      <vt:lpstr>Domanda: non c’è un modo per definire requisiti in maniera diversa/più veloce?</vt:lpstr>
      <vt:lpstr>Microsoft 365: il pilastro sottovalutato “dai dev” e dal business </vt:lpstr>
      <vt:lpstr>DEMO</vt:lpstr>
      <vt:lpstr>Razionalizzare e organizzare il proprio lavoro in librerie di qualità</vt:lpstr>
      <vt:lpstr>Tecnicismi e caratteristiche</vt:lpstr>
      <vt:lpstr>DEFINIRE IL MONDO PRIMA DI INTERROGARLO</vt:lpstr>
      <vt:lpstr>Il metodo di lavoro con un copilot</vt:lpstr>
      <vt:lpstr>Ontly</vt:lpstr>
      <vt:lpstr>PySharp</vt:lpstr>
      <vt:lpstr>RalfAI</vt:lpstr>
      <vt:lpstr>DEMO</vt:lpstr>
      <vt:lpstr>Architettura e proposta di soluzione</vt:lpstr>
      <vt:lpstr>I pilastri della customizzazione sostenibile </vt:lpstr>
      <vt:lpstr>L'architettura della soluzione </vt:lpstr>
      <vt:lpstr>DEMO</vt:lpstr>
      <vt:lpstr>Lo scenario di Demo</vt:lpstr>
      <vt:lpstr>Vertical Slices</vt:lpstr>
      <vt:lpstr>Demo </vt:lpstr>
      <vt:lpstr>Demo </vt:lpstr>
      <vt:lpstr>Demo </vt:lpstr>
      <vt:lpstr>Conclusioni</vt:lpstr>
      <vt:lpstr>Conclusioni</vt:lpstr>
      <vt:lpstr>Grazie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Marco Parenzan</dc:creator>
  <cp:lastModifiedBy>Marco Parenzan</cp:lastModifiedBy>
  <cp:revision>2</cp:revision>
  <dcterms:created xsi:type="dcterms:W3CDTF">2024-03-28T18:28:31Z</dcterms:created>
  <dcterms:modified xsi:type="dcterms:W3CDTF">2026-09-29T20:26:19Z</dcterms:modified>
</cp:coreProperties>
</file>