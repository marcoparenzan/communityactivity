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56" r:id="rId5"/>
    <p:sldId id="258" r:id="rId6"/>
    <p:sldId id="695" r:id="rId7"/>
    <p:sldId id="694" r:id="rId8"/>
    <p:sldId id="691" r:id="rId9"/>
    <p:sldId id="686" r:id="rId10"/>
    <p:sldId id="692" r:id="rId11"/>
    <p:sldId id="674" r:id="rId12"/>
    <p:sldId id="709" r:id="rId13"/>
    <p:sldId id="687" r:id="rId14"/>
    <p:sldId id="693" r:id="rId15"/>
    <p:sldId id="710" r:id="rId16"/>
    <p:sldId id="680" r:id="rId17"/>
    <p:sldId id="676" r:id="rId18"/>
    <p:sldId id="261" r:id="rId19"/>
    <p:sldId id="259" r:id="rId20"/>
    <p:sldId id="260" r:id="rId21"/>
    <p:sldId id="679" r:id="rId22"/>
    <p:sldId id="681" r:id="rId23"/>
    <p:sldId id="698" r:id="rId24"/>
    <p:sldId id="699" r:id="rId25"/>
    <p:sldId id="702" r:id="rId26"/>
    <p:sldId id="706" r:id="rId27"/>
    <p:sldId id="707" r:id="rId28"/>
    <p:sldId id="708" r:id="rId29"/>
    <p:sldId id="697" r:id="rId30"/>
    <p:sldId id="682" r:id="rId31"/>
    <p:sldId id="690" r:id="rId32"/>
    <p:sldId id="689" r:id="rId33"/>
    <p:sldId id="678" r:id="rId34"/>
    <p:sldId id="673" r:id="rId35"/>
  </p:sldIdLst>
  <p:sldSz cx="12192000" cy="6858000"/>
  <p:notesSz cx="9925050" cy="6797675"/>
  <p:embeddedFontLst>
    <p:embeddedFont>
      <p:font typeface="Montserrat" panose="00000500000000000000" pitchFamily="2" charset="0"/>
      <p:regular r:id="rId38"/>
      <p:bold r:id="rId39"/>
      <p:italic r:id="rId40"/>
      <p:boldItalic r:id="rId41"/>
    </p:embeddedFont>
    <p:embeddedFont>
      <p:font typeface="Open Sans" panose="020B0606030504020204" pitchFamily="34" charset="0"/>
      <p:regular r:id="rId42"/>
      <p:bold r:id="rId43"/>
      <p:italic r:id="rId44"/>
      <p:boldItalic r:id="rId45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75F0F07-4CCA-4B6E-AAF1-73F7D40D7DDA}">
          <p14:sldIdLst>
            <p14:sldId id="256"/>
            <p14:sldId id="258"/>
            <p14:sldId id="695"/>
          </p14:sldIdLst>
        </p14:section>
        <p14:section name="Untitled Section" id="{AA1A1FD4-8A9D-4422-8772-88F2E3051970}">
          <p14:sldIdLst>
            <p14:sldId id="694"/>
            <p14:sldId id="691"/>
            <p14:sldId id="686"/>
            <p14:sldId id="692"/>
            <p14:sldId id="674"/>
            <p14:sldId id="709"/>
            <p14:sldId id="687"/>
            <p14:sldId id="693"/>
            <p14:sldId id="710"/>
          </p14:sldIdLst>
        </p14:section>
        <p14:section name="Untitled Section" id="{D63D99F2-B8E9-437E-B5E4-406EBDD6A622}">
          <p14:sldIdLst>
            <p14:sldId id="680"/>
            <p14:sldId id="676"/>
            <p14:sldId id="261"/>
            <p14:sldId id="259"/>
            <p14:sldId id="260"/>
            <p14:sldId id="679"/>
          </p14:sldIdLst>
        </p14:section>
        <p14:section name="Untitled Section" id="{1E5A24A4-FFF1-41FE-8165-3715895065BD}">
          <p14:sldIdLst>
            <p14:sldId id="681"/>
            <p14:sldId id="698"/>
            <p14:sldId id="699"/>
            <p14:sldId id="702"/>
            <p14:sldId id="706"/>
            <p14:sldId id="707"/>
            <p14:sldId id="708"/>
            <p14:sldId id="697"/>
            <p14:sldId id="682"/>
          </p14:sldIdLst>
        </p14:section>
        <p14:section name="Untitled Section" id="{A876D1A0-EB45-4C42-9656-C0FDB32015F9}">
          <p14:sldIdLst>
            <p14:sldId id="690"/>
            <p14:sldId id="689"/>
            <p14:sldId id="678"/>
            <p14:sldId id="6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2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0F6"/>
    <a:srgbClr val="705BE7"/>
    <a:srgbClr val="A252FF"/>
    <a:srgbClr val="200060"/>
    <a:srgbClr val="222222"/>
    <a:srgbClr val="BF2E1B"/>
    <a:srgbClr val="44CFDD"/>
    <a:srgbClr val="E43CA6"/>
    <a:srgbClr val="F4443F"/>
    <a:srgbClr val="F9B8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orient="horz" pos="958"/>
        <p:guide pos="24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2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5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6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1.fntdata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Parenzan" userId="a83bbb23f3e251dc" providerId="LiveId" clId="{5D234868-AD62-4683-8D45-4D00F848BDE7}"/>
    <pc:docChg chg="undo custSel addSld delSld modSld sldOrd addSection delSection modSection modNotesMaster modHandout">
      <pc:chgData name="Marco Parenzan" userId="a83bbb23f3e251dc" providerId="LiveId" clId="{5D234868-AD62-4683-8D45-4D00F848BDE7}" dt="2026-09-23T09:20:37.845" v="2438"/>
      <pc:docMkLst>
        <pc:docMk/>
      </pc:docMkLst>
      <pc:sldChg chg="addSp modSp mod">
        <pc:chgData name="Marco Parenzan" userId="a83bbb23f3e251dc" providerId="LiveId" clId="{5D234868-AD62-4683-8D45-4D00F848BDE7}" dt="2026-09-23T09:09:51.115" v="2403" actId="1076"/>
        <pc:sldMkLst>
          <pc:docMk/>
          <pc:sldMk cId="1690921560" sldId="256"/>
        </pc:sldMkLst>
        <pc:spChg chg="mod">
          <ac:chgData name="Marco Parenzan" userId="a83bbb23f3e251dc" providerId="LiveId" clId="{5D234868-AD62-4683-8D45-4D00F848BDE7}" dt="2026-09-23T09:09:36.451" v="2399" actId="6549"/>
          <ac:spMkLst>
            <pc:docMk/>
            <pc:sldMk cId="1690921560" sldId="256"/>
            <ac:spMk id="7" creationId="{E68D07EB-E646-50EB-954B-76C4CD1A8A84}"/>
          </ac:spMkLst>
        </pc:spChg>
        <pc:picChg chg="add mod">
          <ac:chgData name="Marco Parenzan" userId="a83bbb23f3e251dc" providerId="LiveId" clId="{5D234868-AD62-4683-8D45-4D00F848BDE7}" dt="2026-09-23T09:09:51.115" v="2403" actId="1076"/>
          <ac:picMkLst>
            <pc:docMk/>
            <pc:sldMk cId="1690921560" sldId="256"/>
            <ac:picMk id="3" creationId="{4B16A31F-3E5D-5BC2-5F6C-4E8ABCCE7ED6}"/>
          </ac:picMkLst>
        </pc:picChg>
        <pc:picChg chg="add mod">
          <ac:chgData name="Marco Parenzan" userId="a83bbb23f3e251dc" providerId="LiveId" clId="{5D234868-AD62-4683-8D45-4D00F848BDE7}" dt="2026-09-23T09:09:42.955" v="2401" actId="1076"/>
          <ac:picMkLst>
            <pc:docMk/>
            <pc:sldMk cId="1690921560" sldId="256"/>
            <ac:picMk id="5" creationId="{B383DCEC-4AB4-B9A9-C970-AE0B98C242F8}"/>
          </ac:picMkLst>
        </pc:picChg>
      </pc:sldChg>
      <pc:sldChg chg="add del setBg">
        <pc:chgData name="Marco Parenzan" userId="a83bbb23f3e251dc" providerId="LiveId" clId="{5D234868-AD62-4683-8D45-4D00F848BDE7}" dt="2026-09-22T06:20:19.930" v="885"/>
        <pc:sldMkLst>
          <pc:docMk/>
          <pc:sldMk cId="2066328437" sldId="257"/>
        </pc:sldMkLst>
      </pc:sldChg>
      <pc:sldChg chg="del">
        <pc:chgData name="Marco Parenzan" userId="a83bbb23f3e251dc" providerId="LiveId" clId="{5D234868-AD62-4683-8D45-4D00F848BDE7}" dt="2026-09-22T06:22:34.693" v="991" actId="47"/>
        <pc:sldMkLst>
          <pc:docMk/>
          <pc:sldMk cId="0" sldId="258"/>
        </pc:sldMkLst>
      </pc:sldChg>
      <pc:sldChg chg="addSp delSp modSp add del mod modClrScheme modShow chgLayout">
        <pc:chgData name="Marco Parenzan" userId="a83bbb23f3e251dc" providerId="LiveId" clId="{5D234868-AD62-4683-8D45-4D00F848BDE7}" dt="2026-09-23T09:10:07.760" v="2404" actId="729"/>
        <pc:sldMkLst>
          <pc:docMk/>
          <pc:sldMk cId="1948486439" sldId="258"/>
        </pc:sldMkLst>
        <pc:spChg chg="mod">
          <ac:chgData name="Marco Parenzan" userId="a83bbb23f3e251dc" providerId="LiveId" clId="{5D234868-AD62-4683-8D45-4D00F848BDE7}" dt="2026-09-22T06:29:06.723" v="1217" actId="2711"/>
          <ac:spMkLst>
            <pc:docMk/>
            <pc:sldMk cId="1948486439" sldId="258"/>
            <ac:spMk id="2" creationId="{3C14D452-5A10-111A-99EF-48014DCC3DAB}"/>
          </ac:spMkLst>
        </pc:spChg>
        <pc:spChg chg="mod">
          <ac:chgData name="Marco Parenzan" userId="a83bbb23f3e251dc" providerId="LiveId" clId="{5D234868-AD62-4683-8D45-4D00F848BDE7}" dt="2026-09-22T06:29:06.735" v="1218" actId="27636"/>
          <ac:spMkLst>
            <pc:docMk/>
            <pc:sldMk cId="1948486439" sldId="258"/>
            <ac:spMk id="3" creationId="{079A4AEC-2489-5CAB-B8E3-A7643F093DCD}"/>
          </ac:spMkLst>
        </pc:spChg>
        <pc:spChg chg="add del mod">
          <ac:chgData name="Marco Parenzan" userId="a83bbb23f3e251dc" providerId="LiveId" clId="{5D234868-AD62-4683-8D45-4D00F848BDE7}" dt="2026-09-22T06:28:45.619" v="1216" actId="6264"/>
          <ac:spMkLst>
            <pc:docMk/>
            <pc:sldMk cId="1948486439" sldId="258"/>
            <ac:spMk id="4" creationId="{A1914EF4-3C70-90DA-7F1A-8494F3E67E1C}"/>
          </ac:spMkLst>
        </pc:spChg>
        <pc:spChg chg="mod">
          <ac:chgData name="Marco Parenzan" userId="a83bbb23f3e251dc" providerId="LiveId" clId="{5D234868-AD62-4683-8D45-4D00F848BDE7}" dt="2026-09-22T06:29:06.723" v="1217" actId="2711"/>
          <ac:spMkLst>
            <pc:docMk/>
            <pc:sldMk cId="1948486439" sldId="258"/>
            <ac:spMk id="9" creationId="{225B484B-4FF2-E3E7-AAE5-63877B7D89C4}"/>
          </ac:spMkLst>
        </pc:spChg>
        <pc:spChg chg="mod">
          <ac:chgData name="Marco Parenzan" userId="a83bbb23f3e251dc" providerId="LiveId" clId="{5D234868-AD62-4683-8D45-4D00F848BDE7}" dt="2026-09-22T06:29:06.723" v="1217" actId="2711"/>
          <ac:spMkLst>
            <pc:docMk/>
            <pc:sldMk cId="1948486439" sldId="258"/>
            <ac:spMk id="11" creationId="{D2E9AA61-262B-2581-E44C-4F5D9EBD5ADC}"/>
          </ac:spMkLst>
        </pc:spChg>
        <pc:spChg chg="del">
          <ac:chgData name="Marco Parenzan" userId="a83bbb23f3e251dc" providerId="LiveId" clId="{5D234868-AD62-4683-8D45-4D00F848BDE7}" dt="2026-09-22T06:28:43.418" v="1215" actId="478"/>
          <ac:spMkLst>
            <pc:docMk/>
            <pc:sldMk cId="1948486439" sldId="258"/>
            <ac:spMk id="14" creationId="{EB4E7638-F1BD-4F0B-3409-0D4A3CB0227F}"/>
          </ac:spMkLst>
        </pc:spChg>
        <pc:spChg chg="mod ord">
          <ac:chgData name="Marco Parenzan" userId="a83bbb23f3e251dc" providerId="LiveId" clId="{5D234868-AD62-4683-8D45-4D00F848BDE7}" dt="2026-09-22T06:28:45.619" v="1216" actId="6264"/>
          <ac:spMkLst>
            <pc:docMk/>
            <pc:sldMk cId="1948486439" sldId="258"/>
            <ac:spMk id="18" creationId="{79CECE00-1942-6DF8-49EC-951DCEC21AF9}"/>
          </ac:spMkLst>
        </pc:spChg>
        <pc:spChg chg="mod">
          <ac:chgData name="Marco Parenzan" userId="a83bbb23f3e251dc" providerId="LiveId" clId="{5D234868-AD62-4683-8D45-4D00F848BDE7}" dt="2026-09-22T06:29:06.723" v="1217" actId="2711"/>
          <ac:spMkLst>
            <pc:docMk/>
            <pc:sldMk cId="1948486439" sldId="258"/>
            <ac:spMk id="20" creationId="{7F33777F-EA93-9A7D-5C8D-33FF3A52DA90}"/>
          </ac:spMkLst>
        </pc:spChg>
        <pc:spChg chg="mod">
          <ac:chgData name="Marco Parenzan" userId="a83bbb23f3e251dc" providerId="LiveId" clId="{5D234868-AD62-4683-8D45-4D00F848BDE7}" dt="2026-09-22T06:29:06.723" v="1217" actId="2711"/>
          <ac:spMkLst>
            <pc:docMk/>
            <pc:sldMk cId="1948486439" sldId="258"/>
            <ac:spMk id="22" creationId="{7D12CDD8-2932-E6AA-D2D6-E7EC980028E4}"/>
          </ac:spMkLst>
        </pc:spChg>
        <pc:spChg chg="mod">
          <ac:chgData name="Marco Parenzan" userId="a83bbb23f3e251dc" providerId="LiveId" clId="{5D234868-AD62-4683-8D45-4D00F848BDE7}" dt="2026-09-22T06:29:06.723" v="1217" actId="2711"/>
          <ac:spMkLst>
            <pc:docMk/>
            <pc:sldMk cId="1948486439" sldId="258"/>
            <ac:spMk id="24" creationId="{33C7A412-60D1-52E6-B99E-C4CF1B46C45C}"/>
          </ac:spMkLst>
        </pc:spChg>
        <pc:spChg chg="mod">
          <ac:chgData name="Marco Parenzan" userId="a83bbb23f3e251dc" providerId="LiveId" clId="{5D234868-AD62-4683-8D45-4D00F848BDE7}" dt="2026-09-22T06:29:06.723" v="1217" actId="2711"/>
          <ac:spMkLst>
            <pc:docMk/>
            <pc:sldMk cId="1948486439" sldId="258"/>
            <ac:spMk id="25" creationId="{6A267327-64CE-BDEB-6EAB-BE915EFF38C3}"/>
          </ac:spMkLst>
        </pc:spChg>
        <pc:spChg chg="mod">
          <ac:chgData name="Marco Parenzan" userId="a83bbb23f3e251dc" providerId="LiveId" clId="{5D234868-AD62-4683-8D45-4D00F848BDE7}" dt="2026-09-22T06:29:06.723" v="1217" actId="2711"/>
          <ac:spMkLst>
            <pc:docMk/>
            <pc:sldMk cId="1948486439" sldId="258"/>
            <ac:spMk id="27" creationId="{CBF9D387-EDE2-B4A4-41C0-01397EC21F2F}"/>
          </ac:spMkLst>
        </pc:spChg>
        <pc:spChg chg="mod">
          <ac:chgData name="Marco Parenzan" userId="a83bbb23f3e251dc" providerId="LiveId" clId="{5D234868-AD62-4683-8D45-4D00F848BDE7}" dt="2026-09-22T06:29:06.723" v="1217" actId="2711"/>
          <ac:spMkLst>
            <pc:docMk/>
            <pc:sldMk cId="1948486439" sldId="258"/>
            <ac:spMk id="28" creationId="{6DB9C5D6-EDD1-4233-7238-BC63871B3E49}"/>
          </ac:spMkLst>
        </pc:spChg>
        <pc:picChg chg="add del">
          <ac:chgData name="Marco Parenzan" userId="a83bbb23f3e251dc" providerId="LiveId" clId="{5D234868-AD62-4683-8D45-4D00F848BDE7}" dt="2026-09-22T06:47:54.178" v="1531" actId="478"/>
          <ac:picMkLst>
            <pc:docMk/>
            <pc:sldMk cId="1948486439" sldId="258"/>
            <ac:picMk id="6" creationId="{C688E377-32FA-576F-4A86-748905B4539F}"/>
          </ac:picMkLst>
        </pc:picChg>
        <pc:picChg chg="add mod ord">
          <ac:chgData name="Marco Parenzan" userId="a83bbb23f3e251dc" providerId="LiveId" clId="{5D234868-AD62-4683-8D45-4D00F848BDE7}" dt="2026-09-22T06:47:53.337" v="1530" actId="167"/>
          <ac:picMkLst>
            <pc:docMk/>
            <pc:sldMk cId="1948486439" sldId="258"/>
            <ac:picMk id="7" creationId="{6D4AD102-84E6-FFFE-9C19-60B0B0484E1A}"/>
          </ac:picMkLst>
        </pc:picChg>
        <pc:picChg chg="del">
          <ac:chgData name="Marco Parenzan" userId="a83bbb23f3e251dc" providerId="LiveId" clId="{5D234868-AD62-4683-8D45-4D00F848BDE7}" dt="2026-09-22T06:47:28.284" v="1522" actId="478"/>
          <ac:picMkLst>
            <pc:docMk/>
            <pc:sldMk cId="1948486439" sldId="258"/>
            <ac:picMk id="67" creationId="{00000000-0000-0000-0000-000000000000}"/>
          </ac:picMkLst>
        </pc:picChg>
      </pc:sldChg>
      <pc:sldChg chg="del">
        <pc:chgData name="Marco Parenzan" userId="a83bbb23f3e251dc" providerId="LiveId" clId="{5D234868-AD62-4683-8D45-4D00F848BDE7}" dt="2026-09-22T07:05:14.581" v="1709" actId="47"/>
        <pc:sldMkLst>
          <pc:docMk/>
          <pc:sldMk cId="0" sldId="262"/>
        </pc:sldMkLst>
      </pc:sldChg>
      <pc:sldChg chg="del">
        <pc:chgData name="Marco Parenzan" userId="a83bbb23f3e251dc" providerId="LiveId" clId="{5D234868-AD62-4683-8D45-4D00F848BDE7}" dt="2026-09-22T07:05:15.494" v="1710" actId="47"/>
        <pc:sldMkLst>
          <pc:docMk/>
          <pc:sldMk cId="0" sldId="263"/>
        </pc:sldMkLst>
      </pc:sldChg>
      <pc:sldChg chg="del">
        <pc:chgData name="Marco Parenzan" userId="a83bbb23f3e251dc" providerId="LiveId" clId="{5D234868-AD62-4683-8D45-4D00F848BDE7}" dt="2026-09-22T06:54:33.663" v="1587" actId="47"/>
        <pc:sldMkLst>
          <pc:docMk/>
          <pc:sldMk cId="0" sldId="264"/>
        </pc:sldMkLst>
      </pc:sldChg>
      <pc:sldChg chg="del">
        <pc:chgData name="Marco Parenzan" userId="a83bbb23f3e251dc" providerId="LiveId" clId="{5D234868-AD62-4683-8D45-4D00F848BDE7}" dt="2026-09-22T06:26:05.022" v="1139" actId="47"/>
        <pc:sldMkLst>
          <pc:docMk/>
          <pc:sldMk cId="0" sldId="265"/>
        </pc:sldMkLst>
      </pc:sldChg>
      <pc:sldChg chg="del">
        <pc:chgData name="Marco Parenzan" userId="a83bbb23f3e251dc" providerId="LiveId" clId="{5D234868-AD62-4683-8D45-4D00F848BDE7}" dt="2026-09-22T06:26:05.022" v="1139" actId="47"/>
        <pc:sldMkLst>
          <pc:docMk/>
          <pc:sldMk cId="0" sldId="266"/>
        </pc:sldMkLst>
      </pc:sldChg>
      <pc:sldChg chg="del ord">
        <pc:chgData name="Marco Parenzan" userId="a83bbb23f3e251dc" providerId="LiveId" clId="{5D234868-AD62-4683-8D45-4D00F848BDE7}" dt="2026-09-22T06:23:09.099" v="1016" actId="2696"/>
        <pc:sldMkLst>
          <pc:docMk/>
          <pc:sldMk cId="0" sldId="267"/>
        </pc:sldMkLst>
      </pc:sldChg>
      <pc:sldChg chg="modSp add del mod ord">
        <pc:chgData name="Marco Parenzan" userId="a83bbb23f3e251dc" providerId="LiveId" clId="{5D234868-AD62-4683-8D45-4D00F848BDE7}" dt="2026-09-22T06:27:10.676" v="1169" actId="47"/>
        <pc:sldMkLst>
          <pc:docMk/>
          <pc:sldMk cId="3022678041" sldId="267"/>
        </pc:sldMkLst>
        <pc:spChg chg="mod">
          <ac:chgData name="Marco Parenzan" userId="a83bbb23f3e251dc" providerId="LiveId" clId="{5D234868-AD62-4683-8D45-4D00F848BDE7}" dt="2026-09-22T06:26:35.250" v="1153" actId="20577"/>
          <ac:spMkLst>
            <pc:docMk/>
            <pc:sldMk cId="3022678041" sldId="267"/>
            <ac:spMk id="23" creationId="{6A74774F-FE14-12B4-F8A6-08504F6768E3}"/>
          </ac:spMkLst>
        </pc:spChg>
      </pc:sldChg>
      <pc:sldChg chg="addSp delSp modSp mod modClrScheme modAnim chgLayout">
        <pc:chgData name="Marco Parenzan" userId="a83bbb23f3e251dc" providerId="LiveId" clId="{5D234868-AD62-4683-8D45-4D00F848BDE7}" dt="2026-09-23T08:36:14.021" v="2204" actId="207"/>
        <pc:sldMkLst>
          <pc:docMk/>
          <pc:sldMk cId="0" sldId="674"/>
        </pc:sldMkLst>
        <pc:spChg chg="add del mod">
          <ac:chgData name="Marco Parenzan" userId="a83bbb23f3e251dc" providerId="LiveId" clId="{5D234868-AD62-4683-8D45-4D00F848BDE7}" dt="2026-09-22T05:43:41.577" v="465" actId="6264"/>
          <ac:spMkLst>
            <pc:docMk/>
            <pc:sldMk cId="0" sldId="674"/>
            <ac:spMk id="2" creationId="{14FE6C23-87FC-5CDB-A4A8-8784F1CED788}"/>
          </ac:spMkLst>
        </pc:spChg>
        <pc:spChg chg="add mod ord">
          <ac:chgData name="Marco Parenzan" userId="a83bbb23f3e251dc" providerId="LiveId" clId="{5D234868-AD62-4683-8D45-4D00F848BDE7}" dt="2026-09-23T08:36:14.021" v="2204" actId="207"/>
          <ac:spMkLst>
            <pc:docMk/>
            <pc:sldMk cId="0" sldId="674"/>
            <ac:spMk id="3" creationId="{444A3126-C8E5-9B65-3590-3E2492B7BA14}"/>
          </ac:spMkLst>
        </pc:spChg>
        <pc:spChg chg="del mod">
          <ac:chgData name="Marco Parenzan" userId="a83bbb23f3e251dc" providerId="LiveId" clId="{5D234868-AD62-4683-8D45-4D00F848BDE7}" dt="2026-09-22T05:43:39.190" v="464" actId="478"/>
          <ac:spMkLst>
            <pc:docMk/>
            <pc:sldMk cId="0" sldId="674"/>
            <ac:spMk id="4" creationId="{00000000-0000-0000-0000-000000000000}"/>
          </ac:spMkLst>
        </pc:spChg>
        <pc:spChg chg="del mod">
          <ac:chgData name="Marco Parenzan" userId="a83bbb23f3e251dc" providerId="LiveId" clId="{5D234868-AD62-4683-8D45-4D00F848BDE7}" dt="2026-09-22T05:43:39.190" v="464" actId="478"/>
          <ac:spMkLst>
            <pc:docMk/>
            <pc:sldMk cId="0" sldId="674"/>
            <ac:spMk id="5" creationId="{00000000-0000-0000-0000-000000000000}"/>
          </ac:spMkLst>
        </pc:spChg>
        <pc:spChg chg="del mod">
          <ac:chgData name="Marco Parenzan" userId="a83bbb23f3e251dc" providerId="LiveId" clId="{5D234868-AD62-4683-8D45-4D00F848BDE7}" dt="2026-09-22T05:43:39.190" v="464" actId="478"/>
          <ac:spMkLst>
            <pc:docMk/>
            <pc:sldMk cId="0" sldId="674"/>
            <ac:spMk id="6" creationId="{00000000-0000-0000-0000-000000000000}"/>
          </ac:spMkLst>
        </pc:spChg>
        <pc:spChg chg="del mod">
          <ac:chgData name="Marco Parenzan" userId="a83bbb23f3e251dc" providerId="LiveId" clId="{5D234868-AD62-4683-8D45-4D00F848BDE7}" dt="2026-09-22T05:43:39.190" v="464" actId="478"/>
          <ac:spMkLst>
            <pc:docMk/>
            <pc:sldMk cId="0" sldId="674"/>
            <ac:spMk id="7" creationId="{00000000-0000-0000-0000-000000000000}"/>
          </ac:spMkLst>
        </pc:spChg>
        <pc:spChg chg="del mod">
          <ac:chgData name="Marco Parenzan" userId="a83bbb23f3e251dc" providerId="LiveId" clId="{5D234868-AD62-4683-8D45-4D00F848BDE7}" dt="2026-09-22T05:43:39.190" v="464" actId="478"/>
          <ac:spMkLst>
            <pc:docMk/>
            <pc:sldMk cId="0" sldId="674"/>
            <ac:spMk id="8" creationId="{00000000-0000-0000-0000-000000000000}"/>
          </ac:spMkLst>
        </pc:spChg>
        <pc:spChg chg="del mod">
          <ac:chgData name="Marco Parenzan" userId="a83bbb23f3e251dc" providerId="LiveId" clId="{5D234868-AD62-4683-8D45-4D00F848BDE7}" dt="2026-09-22T05:43:39.190" v="464" actId="478"/>
          <ac:spMkLst>
            <pc:docMk/>
            <pc:sldMk cId="0" sldId="674"/>
            <ac:spMk id="9" creationId="{00000000-0000-0000-0000-000000000000}"/>
          </ac:spMkLst>
        </pc:spChg>
        <pc:spChg chg="del mod">
          <ac:chgData name="Marco Parenzan" userId="a83bbb23f3e251dc" providerId="LiveId" clId="{5D234868-AD62-4683-8D45-4D00F848BDE7}" dt="2026-09-22T05:43:39.190" v="464" actId="478"/>
          <ac:spMkLst>
            <pc:docMk/>
            <pc:sldMk cId="0" sldId="674"/>
            <ac:spMk id="10" creationId="{00000000-0000-0000-0000-000000000000}"/>
          </ac:spMkLst>
        </pc:spChg>
        <pc:spChg chg="del mod">
          <ac:chgData name="Marco Parenzan" userId="a83bbb23f3e251dc" providerId="LiveId" clId="{5D234868-AD62-4683-8D45-4D00F848BDE7}" dt="2026-09-22T05:43:39.190" v="464" actId="478"/>
          <ac:spMkLst>
            <pc:docMk/>
            <pc:sldMk cId="0" sldId="674"/>
            <ac:spMk id="11" creationId="{00000000-0000-0000-0000-000000000000}"/>
          </ac:spMkLst>
        </pc:spChg>
        <pc:spChg chg="del mod">
          <ac:chgData name="Marco Parenzan" userId="a83bbb23f3e251dc" providerId="LiveId" clId="{5D234868-AD62-4683-8D45-4D00F848BDE7}" dt="2026-09-22T05:43:39.190" v="464" actId="478"/>
          <ac:spMkLst>
            <pc:docMk/>
            <pc:sldMk cId="0" sldId="674"/>
            <ac:spMk id="12" creationId="{00000000-0000-0000-0000-000000000000}"/>
          </ac:spMkLst>
        </pc:spChg>
        <pc:spChg chg="del mod">
          <ac:chgData name="Marco Parenzan" userId="a83bbb23f3e251dc" providerId="LiveId" clId="{5D234868-AD62-4683-8D45-4D00F848BDE7}" dt="2026-09-22T05:43:39.190" v="464" actId="478"/>
          <ac:spMkLst>
            <pc:docMk/>
            <pc:sldMk cId="0" sldId="674"/>
            <ac:spMk id="13" creationId="{00000000-0000-0000-0000-000000000000}"/>
          </ac:spMkLst>
        </pc:spChg>
        <pc:spChg chg="add mod ord">
          <ac:chgData name="Marco Parenzan" userId="a83bbb23f3e251dc" providerId="LiveId" clId="{5D234868-AD62-4683-8D45-4D00F848BDE7}" dt="2026-09-22T06:39:15.353" v="1329" actId="6264"/>
          <ac:spMkLst>
            <pc:docMk/>
            <pc:sldMk cId="0" sldId="674"/>
            <ac:spMk id="14" creationId="{198936D0-758A-C122-E643-87E15A38A844}"/>
          </ac:spMkLst>
        </pc:spChg>
        <pc:spChg chg="add del mod">
          <ac:chgData name="Marco Parenzan" userId="a83bbb23f3e251dc" providerId="LiveId" clId="{5D234868-AD62-4683-8D45-4D00F848BDE7}" dt="2026-09-22T05:43:49.351" v="468" actId="6264"/>
          <ac:spMkLst>
            <pc:docMk/>
            <pc:sldMk cId="0" sldId="674"/>
            <ac:spMk id="15" creationId="{F9271790-08F2-A4A9-B218-2377A08E84E0}"/>
          </ac:spMkLst>
        </pc:spChg>
        <pc:spChg chg="add del mod">
          <ac:chgData name="Marco Parenzan" userId="a83bbb23f3e251dc" providerId="LiveId" clId="{5D234868-AD62-4683-8D45-4D00F848BDE7}" dt="2026-09-22T05:43:49.351" v="468" actId="6264"/>
          <ac:spMkLst>
            <pc:docMk/>
            <pc:sldMk cId="0" sldId="674"/>
            <ac:spMk id="16" creationId="{705AFD4B-E6D4-6937-D96F-25BD01226FF7}"/>
          </ac:spMkLst>
        </pc:spChg>
        <pc:spChg chg="add del mod">
          <ac:chgData name="Marco Parenzan" userId="a83bbb23f3e251dc" providerId="LiveId" clId="{5D234868-AD62-4683-8D45-4D00F848BDE7}" dt="2026-09-22T05:51:12.881" v="660" actId="6264"/>
          <ac:spMkLst>
            <pc:docMk/>
            <pc:sldMk cId="0" sldId="674"/>
            <ac:spMk id="17" creationId="{9C6F65A7-D736-A4A9-B68D-F6FD4C69F2BD}"/>
          </ac:spMkLst>
        </pc:spChg>
        <pc:spChg chg="add del mod">
          <ac:chgData name="Marco Parenzan" userId="a83bbb23f3e251dc" providerId="LiveId" clId="{5D234868-AD62-4683-8D45-4D00F848BDE7}" dt="2026-09-22T05:51:12.881" v="660" actId="6264"/>
          <ac:spMkLst>
            <pc:docMk/>
            <pc:sldMk cId="0" sldId="674"/>
            <ac:spMk id="18" creationId="{3C4179E1-E5E2-7F16-B1FC-9135D872CA2C}"/>
          </ac:spMkLst>
        </pc:spChg>
        <pc:spChg chg="add del mod">
          <ac:chgData name="Marco Parenzan" userId="a83bbb23f3e251dc" providerId="LiveId" clId="{5D234868-AD62-4683-8D45-4D00F848BDE7}" dt="2026-09-22T06:12:16.151" v="695" actId="6264"/>
          <ac:spMkLst>
            <pc:docMk/>
            <pc:sldMk cId="0" sldId="674"/>
            <ac:spMk id="19" creationId="{55D7E590-0735-3A2F-9013-1405C2E952B8}"/>
          </ac:spMkLst>
        </pc:spChg>
        <pc:spChg chg="add del mod">
          <ac:chgData name="Marco Parenzan" userId="a83bbb23f3e251dc" providerId="LiveId" clId="{5D234868-AD62-4683-8D45-4D00F848BDE7}" dt="2026-09-22T06:12:16.151" v="695" actId="6264"/>
          <ac:spMkLst>
            <pc:docMk/>
            <pc:sldMk cId="0" sldId="674"/>
            <ac:spMk id="20" creationId="{4AC0BD51-B269-4150-9512-ECC3C45C2D50}"/>
          </ac:spMkLst>
        </pc:spChg>
        <pc:spChg chg="add del mod">
          <ac:chgData name="Marco Parenzan" userId="a83bbb23f3e251dc" providerId="LiveId" clId="{5D234868-AD62-4683-8D45-4D00F848BDE7}" dt="2026-09-22T06:17:48.089" v="840" actId="6264"/>
          <ac:spMkLst>
            <pc:docMk/>
            <pc:sldMk cId="0" sldId="674"/>
            <ac:spMk id="21" creationId="{E16C7866-4122-9D68-595D-83D2C03AA64A}"/>
          </ac:spMkLst>
        </pc:spChg>
        <pc:spChg chg="add del mod">
          <ac:chgData name="Marco Parenzan" userId="a83bbb23f3e251dc" providerId="LiveId" clId="{5D234868-AD62-4683-8D45-4D00F848BDE7}" dt="2026-09-22T06:17:48.089" v="840" actId="6264"/>
          <ac:spMkLst>
            <pc:docMk/>
            <pc:sldMk cId="0" sldId="674"/>
            <ac:spMk id="22" creationId="{154CB282-BFE9-32D1-D5A6-1E8390F641B2}"/>
          </ac:spMkLst>
        </pc:spChg>
        <pc:spChg chg="add del mod">
          <ac:chgData name="Marco Parenzan" userId="a83bbb23f3e251dc" providerId="LiveId" clId="{5D234868-AD62-4683-8D45-4D00F848BDE7}" dt="2026-09-22T06:36:52.543" v="1285" actId="6264"/>
          <ac:spMkLst>
            <pc:docMk/>
            <pc:sldMk cId="0" sldId="674"/>
            <ac:spMk id="23" creationId="{5F06DB8B-8CFB-641E-0DF0-0EE31712115F}"/>
          </ac:spMkLst>
        </pc:spChg>
        <pc:spChg chg="add del mod">
          <ac:chgData name="Marco Parenzan" userId="a83bbb23f3e251dc" providerId="LiveId" clId="{5D234868-AD62-4683-8D45-4D00F848BDE7}" dt="2026-09-22T06:36:52.543" v="1285" actId="6264"/>
          <ac:spMkLst>
            <pc:docMk/>
            <pc:sldMk cId="0" sldId="674"/>
            <ac:spMk id="24" creationId="{D507CAC3-29E1-434B-CED7-B870065688FC}"/>
          </ac:spMkLst>
        </pc:spChg>
        <pc:spChg chg="add del mod">
          <ac:chgData name="Marco Parenzan" userId="a83bbb23f3e251dc" providerId="LiveId" clId="{5D234868-AD62-4683-8D45-4D00F848BDE7}" dt="2026-09-22T06:39:15.353" v="1329" actId="6264"/>
          <ac:spMkLst>
            <pc:docMk/>
            <pc:sldMk cId="0" sldId="674"/>
            <ac:spMk id="25" creationId="{0337964B-2B26-0740-9337-B628F6BE43CF}"/>
          </ac:spMkLst>
        </pc:spChg>
        <pc:spChg chg="add del mod">
          <ac:chgData name="Marco Parenzan" userId="a83bbb23f3e251dc" providerId="LiveId" clId="{5D234868-AD62-4683-8D45-4D00F848BDE7}" dt="2026-09-22T06:39:15.353" v="1329" actId="6264"/>
          <ac:spMkLst>
            <pc:docMk/>
            <pc:sldMk cId="0" sldId="674"/>
            <ac:spMk id="26" creationId="{F480F204-F686-0C32-5E26-FD7EC9B04946}"/>
          </ac:spMkLst>
        </pc:spChg>
      </pc:sldChg>
      <pc:sldChg chg="addSp delSp modSp add del mod modClrScheme chgLayout">
        <pc:chgData name="Marco Parenzan" userId="a83bbb23f3e251dc" providerId="LiveId" clId="{5D234868-AD62-4683-8D45-4D00F848BDE7}" dt="2026-09-08T09:14:03.892" v="96" actId="207"/>
        <pc:sldMkLst>
          <pc:docMk/>
          <pc:sldMk cId="0" sldId="676"/>
        </pc:sldMkLst>
        <pc:spChg chg="mod">
          <ac:chgData name="Marco Parenzan" userId="a83bbb23f3e251dc" providerId="LiveId" clId="{5D234868-AD62-4683-8D45-4D00F848BDE7}" dt="2026-09-07T21:34:41.147" v="64" actId="1076"/>
          <ac:spMkLst>
            <pc:docMk/>
            <pc:sldMk cId="0" sldId="676"/>
            <ac:spMk id="6" creationId="{00000000-0000-0000-0000-000000000000}"/>
          </ac:spMkLst>
        </pc:spChg>
        <pc:spChg chg="mod">
          <ac:chgData name="Marco Parenzan" userId="a83bbb23f3e251dc" providerId="LiveId" clId="{5D234868-AD62-4683-8D45-4D00F848BDE7}" dt="2026-09-08T09:14:03.892" v="96" actId="207"/>
          <ac:spMkLst>
            <pc:docMk/>
            <pc:sldMk cId="0" sldId="676"/>
            <ac:spMk id="7" creationId="{00000000-0000-0000-0000-000000000000}"/>
          </ac:spMkLst>
        </pc:spChg>
        <pc:spChg chg="mod">
          <ac:chgData name="Marco Parenzan" userId="a83bbb23f3e251dc" providerId="LiveId" clId="{5D234868-AD62-4683-8D45-4D00F848BDE7}" dt="2026-09-07T21:34:41.147" v="64" actId="1076"/>
          <ac:spMkLst>
            <pc:docMk/>
            <pc:sldMk cId="0" sldId="676"/>
            <ac:spMk id="8" creationId="{00000000-0000-0000-0000-000000000000}"/>
          </ac:spMkLst>
        </pc:spChg>
        <pc:spChg chg="mod">
          <ac:chgData name="Marco Parenzan" userId="a83bbb23f3e251dc" providerId="LiveId" clId="{5D234868-AD62-4683-8D45-4D00F848BDE7}" dt="2026-09-08T09:14:00.267" v="95" actId="207"/>
          <ac:spMkLst>
            <pc:docMk/>
            <pc:sldMk cId="0" sldId="676"/>
            <ac:spMk id="9" creationId="{00000000-0000-0000-0000-000000000000}"/>
          </ac:spMkLst>
        </pc:spChg>
        <pc:spChg chg="mod">
          <ac:chgData name="Marco Parenzan" userId="a83bbb23f3e251dc" providerId="LiveId" clId="{5D234868-AD62-4683-8D45-4D00F848BDE7}" dt="2026-09-08T09:13:49.844" v="93" actId="207"/>
          <ac:spMkLst>
            <pc:docMk/>
            <pc:sldMk cId="0" sldId="676"/>
            <ac:spMk id="10" creationId="{00000000-0000-0000-0000-000000000000}"/>
          </ac:spMkLst>
        </pc:spChg>
        <pc:spChg chg="mod">
          <ac:chgData name="Marco Parenzan" userId="a83bbb23f3e251dc" providerId="LiveId" clId="{5D234868-AD62-4683-8D45-4D00F848BDE7}" dt="2026-09-07T21:34:43.822" v="65" actId="207"/>
          <ac:spMkLst>
            <pc:docMk/>
            <pc:sldMk cId="0" sldId="676"/>
            <ac:spMk id="11" creationId="{00000000-0000-0000-0000-000000000000}"/>
          </ac:spMkLst>
        </pc:spChg>
        <pc:spChg chg="mod">
          <ac:chgData name="Marco Parenzan" userId="a83bbb23f3e251dc" providerId="LiveId" clId="{5D234868-AD62-4683-8D45-4D00F848BDE7}" dt="2026-09-08T09:13:55.030" v="94" actId="207"/>
          <ac:spMkLst>
            <pc:docMk/>
            <pc:sldMk cId="0" sldId="676"/>
            <ac:spMk id="12" creationId="{00000000-0000-0000-0000-000000000000}"/>
          </ac:spMkLst>
        </pc:spChg>
        <pc:spChg chg="mod">
          <ac:chgData name="Marco Parenzan" userId="a83bbb23f3e251dc" providerId="LiveId" clId="{5D234868-AD62-4683-8D45-4D00F848BDE7}" dt="2026-09-07T21:34:47.923" v="67" actId="1036"/>
          <ac:spMkLst>
            <pc:docMk/>
            <pc:sldMk cId="0" sldId="676"/>
            <ac:spMk id="13" creationId="{00000000-0000-0000-0000-000000000000}"/>
          </ac:spMkLst>
        </pc:spChg>
        <pc:spChg chg="add mod ord">
          <ac:chgData name="Marco Parenzan" userId="a83bbb23f3e251dc" providerId="LiveId" clId="{5D234868-AD62-4683-8D45-4D00F848BDE7}" dt="2026-09-08T09:13:38.749" v="91" actId="6264"/>
          <ac:spMkLst>
            <pc:docMk/>
            <pc:sldMk cId="0" sldId="676"/>
            <ac:spMk id="14" creationId="{455532EE-1D6A-19D9-47CE-1BB6A0300993}"/>
          </ac:spMkLst>
        </pc:spChg>
      </pc:sldChg>
      <pc:sldChg chg="addSp delSp modSp del mod modClrScheme chgLayout">
        <pc:chgData name="Marco Parenzan" userId="a83bbb23f3e251dc" providerId="LiveId" clId="{5D234868-AD62-4683-8D45-4D00F848BDE7}" dt="2026-09-22T06:54:33.663" v="1587" actId="47"/>
        <pc:sldMkLst>
          <pc:docMk/>
          <pc:sldMk cId="0" sldId="677"/>
        </pc:sldMkLst>
      </pc:sldChg>
      <pc:sldChg chg="addSp delSp modSp mod ord modClrScheme chgLayout">
        <pc:chgData name="Marco Parenzan" userId="a83bbb23f3e251dc" providerId="LiveId" clId="{5D234868-AD62-4683-8D45-4D00F848BDE7}" dt="2026-09-22T23:14:23.457" v="2201" actId="6549"/>
        <pc:sldMkLst>
          <pc:docMk/>
          <pc:sldMk cId="0" sldId="678"/>
        </pc:sldMkLst>
        <pc:spChg chg="add del mod">
          <ac:chgData name="Marco Parenzan" userId="a83bbb23f3e251dc" providerId="LiveId" clId="{5D234868-AD62-4683-8D45-4D00F848BDE7}" dt="2026-09-22T06:27:45.679" v="1178" actId="6264"/>
          <ac:spMkLst>
            <pc:docMk/>
            <pc:sldMk cId="0" sldId="678"/>
            <ac:spMk id="2" creationId="{4B377DD2-D8E2-7FEA-CAEF-0A96D552FFAB}"/>
          </ac:spMkLst>
        </pc:spChg>
        <pc:spChg chg="del mod">
          <ac:chgData name="Marco Parenzan" userId="a83bbb23f3e251dc" providerId="LiveId" clId="{5D234868-AD62-4683-8D45-4D00F848BDE7}" dt="2026-09-22T06:27:26.688" v="1171" actId="478"/>
          <ac:spMkLst>
            <pc:docMk/>
            <pc:sldMk cId="0" sldId="678"/>
            <ac:spMk id="3" creationId="{00000000-0000-0000-0000-000000000000}"/>
          </ac:spMkLst>
        </pc:spChg>
        <pc:spChg chg="add del mod">
          <ac:chgData name="Marco Parenzan" userId="a83bbb23f3e251dc" providerId="LiveId" clId="{5D234868-AD62-4683-8D45-4D00F848BDE7}" dt="2026-09-22T06:27:39.786" v="1176" actId="21"/>
          <ac:spMkLst>
            <pc:docMk/>
            <pc:sldMk cId="0" sldId="678"/>
            <ac:spMk id="4" creationId="{00000000-0000-0000-0000-000000000000}"/>
          </ac:spMkLst>
        </pc:spChg>
        <pc:spChg chg="add del mod">
          <ac:chgData name="Marco Parenzan" userId="a83bbb23f3e251dc" providerId="LiveId" clId="{5D234868-AD62-4683-8D45-4D00F848BDE7}" dt="2026-09-22T06:27:39.786" v="1176" actId="21"/>
          <ac:spMkLst>
            <pc:docMk/>
            <pc:sldMk cId="0" sldId="678"/>
            <ac:spMk id="5" creationId="{00000000-0000-0000-0000-000000000000}"/>
          </ac:spMkLst>
        </pc:spChg>
        <pc:spChg chg="add del mod">
          <ac:chgData name="Marco Parenzan" userId="a83bbb23f3e251dc" providerId="LiveId" clId="{5D234868-AD62-4683-8D45-4D00F848BDE7}" dt="2026-09-22T06:27:39.786" v="1176" actId="21"/>
          <ac:spMkLst>
            <pc:docMk/>
            <pc:sldMk cId="0" sldId="678"/>
            <ac:spMk id="6" creationId="{00000000-0000-0000-0000-000000000000}"/>
          </ac:spMkLst>
        </pc:spChg>
        <pc:spChg chg="add del mod">
          <ac:chgData name="Marco Parenzan" userId="a83bbb23f3e251dc" providerId="LiveId" clId="{5D234868-AD62-4683-8D45-4D00F848BDE7}" dt="2026-09-22T10:35:45.673" v="1716" actId="20577"/>
          <ac:spMkLst>
            <pc:docMk/>
            <pc:sldMk cId="0" sldId="678"/>
            <ac:spMk id="7" creationId="{00000000-0000-0000-0000-000000000000}"/>
          </ac:spMkLst>
        </pc:spChg>
        <pc:spChg chg="mod">
          <ac:chgData name="Marco Parenzan" userId="a83bbb23f3e251dc" providerId="LiveId" clId="{5D234868-AD62-4683-8D45-4D00F848BDE7}" dt="2026-09-22T23:14:23.457" v="2201" actId="6549"/>
          <ac:spMkLst>
            <pc:docMk/>
            <pc:sldMk cId="0" sldId="678"/>
            <ac:spMk id="8" creationId="{00000000-0000-0000-0000-000000000000}"/>
          </ac:spMkLst>
        </pc:spChg>
        <pc:spChg chg="del mod">
          <ac:chgData name="Marco Parenzan" userId="a83bbb23f3e251dc" providerId="LiveId" clId="{5D234868-AD62-4683-8D45-4D00F848BDE7}" dt="2026-09-22T06:28:03.662" v="1207" actId="478"/>
          <ac:spMkLst>
            <pc:docMk/>
            <pc:sldMk cId="0" sldId="678"/>
            <ac:spMk id="9" creationId="{00000000-0000-0000-0000-000000000000}"/>
          </ac:spMkLst>
        </pc:spChg>
        <pc:spChg chg="add mod ord">
          <ac:chgData name="Marco Parenzan" userId="a83bbb23f3e251dc" providerId="LiveId" clId="{5D234868-AD62-4683-8D45-4D00F848BDE7}" dt="2026-09-22T06:27:45.679" v="1178" actId="6264"/>
          <ac:spMkLst>
            <pc:docMk/>
            <pc:sldMk cId="0" sldId="678"/>
            <ac:spMk id="10" creationId="{D0B57ADD-0DA5-FBE6-CE08-D0479B6D34CE}"/>
          </ac:spMkLst>
        </pc:spChg>
      </pc:sldChg>
      <pc:sldChg chg="addSp modSp new mod">
        <pc:chgData name="Marco Parenzan" userId="a83bbb23f3e251dc" providerId="LiveId" clId="{5D234868-AD62-4683-8D45-4D00F848BDE7}" dt="2026-09-08T09:23:01.183" v="212" actId="20577"/>
        <pc:sldMkLst>
          <pc:docMk/>
          <pc:sldMk cId="4240851686" sldId="679"/>
        </pc:sldMkLst>
        <pc:spChg chg="mod">
          <ac:chgData name="Marco Parenzan" userId="a83bbb23f3e251dc" providerId="LiveId" clId="{5D234868-AD62-4683-8D45-4D00F848BDE7}" dt="2026-09-08T09:23:01.183" v="212" actId="20577"/>
          <ac:spMkLst>
            <pc:docMk/>
            <pc:sldMk cId="4240851686" sldId="679"/>
            <ac:spMk id="2" creationId="{A7EA9DEB-3936-5963-5C9F-54EE900110BF}"/>
          </ac:spMkLst>
        </pc:spChg>
        <pc:spChg chg="add mod">
          <ac:chgData name="Marco Parenzan" userId="a83bbb23f3e251dc" providerId="LiveId" clId="{5D234868-AD62-4683-8D45-4D00F848BDE7}" dt="2026-09-08T09:22:43.086" v="178" actId="1076"/>
          <ac:spMkLst>
            <pc:docMk/>
            <pc:sldMk cId="4240851686" sldId="679"/>
            <ac:spMk id="4" creationId="{7A473A01-F137-009E-6393-8BF7194E389D}"/>
          </ac:spMkLst>
        </pc:spChg>
        <pc:spChg chg="add mod">
          <ac:chgData name="Marco Parenzan" userId="a83bbb23f3e251dc" providerId="LiveId" clId="{5D234868-AD62-4683-8D45-4D00F848BDE7}" dt="2026-09-08T09:22:43.086" v="178" actId="1076"/>
          <ac:spMkLst>
            <pc:docMk/>
            <pc:sldMk cId="4240851686" sldId="679"/>
            <ac:spMk id="6" creationId="{3EC4378E-C572-3691-7962-DFC20D06200B}"/>
          </ac:spMkLst>
        </pc:spChg>
        <pc:spChg chg="add mod">
          <ac:chgData name="Marco Parenzan" userId="a83bbb23f3e251dc" providerId="LiveId" clId="{5D234868-AD62-4683-8D45-4D00F848BDE7}" dt="2026-09-08T09:22:43.086" v="178" actId="1076"/>
          <ac:spMkLst>
            <pc:docMk/>
            <pc:sldMk cId="4240851686" sldId="679"/>
            <ac:spMk id="8" creationId="{651D8BF8-343F-2595-5AC3-0383A268634B}"/>
          </ac:spMkLst>
        </pc:spChg>
      </pc:sldChg>
      <pc:sldChg chg="addSp delSp modSp new mod modClrScheme chgLayout">
        <pc:chgData name="Marco Parenzan" userId="a83bbb23f3e251dc" providerId="LiveId" clId="{5D234868-AD62-4683-8D45-4D00F848BDE7}" dt="2026-09-08T09:23:46.096" v="231" actId="20577"/>
        <pc:sldMkLst>
          <pc:docMk/>
          <pc:sldMk cId="3312868122" sldId="680"/>
        </pc:sldMkLst>
        <pc:spChg chg="add mod ord">
          <ac:chgData name="Marco Parenzan" userId="a83bbb23f3e251dc" providerId="LiveId" clId="{5D234868-AD62-4683-8D45-4D00F848BDE7}" dt="2026-09-08T09:23:46.096" v="231" actId="20577"/>
          <ac:spMkLst>
            <pc:docMk/>
            <pc:sldMk cId="3312868122" sldId="680"/>
            <ac:spMk id="3" creationId="{C1EFC716-E2F1-6058-3764-06ADE1D3C7E4}"/>
          </ac:spMkLst>
        </pc:spChg>
        <pc:spChg chg="add mod ord">
          <ac:chgData name="Marco Parenzan" userId="a83bbb23f3e251dc" providerId="LiveId" clId="{5D234868-AD62-4683-8D45-4D00F848BDE7}" dt="2026-09-08T09:23:41.294" v="214" actId="700"/>
          <ac:spMkLst>
            <pc:docMk/>
            <pc:sldMk cId="3312868122" sldId="680"/>
            <ac:spMk id="4" creationId="{7134EBC0-6682-1FA6-6225-B36FA3A57466}"/>
          </ac:spMkLst>
        </pc:spChg>
      </pc:sldChg>
      <pc:sldChg chg="modSp add mod">
        <pc:chgData name="Marco Parenzan" userId="a83bbb23f3e251dc" providerId="LiveId" clId="{5D234868-AD62-4683-8D45-4D00F848BDE7}" dt="2026-09-22T06:49:04.004" v="1550" actId="20577"/>
        <pc:sldMkLst>
          <pc:docMk/>
          <pc:sldMk cId="1706172127" sldId="681"/>
        </pc:sldMkLst>
        <pc:spChg chg="mod">
          <ac:chgData name="Marco Parenzan" userId="a83bbb23f3e251dc" providerId="LiveId" clId="{5D234868-AD62-4683-8D45-4D00F848BDE7}" dt="2026-09-22T06:49:04.004" v="1550" actId="20577"/>
          <ac:spMkLst>
            <pc:docMk/>
            <pc:sldMk cId="1706172127" sldId="681"/>
            <ac:spMk id="3" creationId="{28E2AF75-94B6-A735-04F7-B5FC7C8EC6C4}"/>
          </ac:spMkLst>
        </pc:spChg>
      </pc:sldChg>
      <pc:sldChg chg="addSp delSp modSp add mod ord modClrScheme chgLayout">
        <pc:chgData name="Marco Parenzan" userId="a83bbb23f3e251dc" providerId="LiveId" clId="{5D234868-AD62-4683-8D45-4D00F848BDE7}" dt="2026-09-22T23:07:44.636" v="2096"/>
        <pc:sldMkLst>
          <pc:docMk/>
          <pc:sldMk cId="2976778635" sldId="682"/>
        </pc:sldMkLst>
        <pc:spChg chg="mod ord">
          <ac:chgData name="Marco Parenzan" userId="a83bbb23f3e251dc" providerId="LiveId" clId="{5D234868-AD62-4683-8D45-4D00F848BDE7}" dt="2026-09-22T23:07:08.485" v="2095"/>
          <ac:spMkLst>
            <pc:docMk/>
            <pc:sldMk cId="2976778635" sldId="682"/>
            <ac:spMk id="2" creationId="{0A0185DC-DF69-FC63-5807-7DDE351CADD6}"/>
          </ac:spMkLst>
        </pc:spChg>
        <pc:spChg chg="add mod ord">
          <ac:chgData name="Marco Parenzan" userId="a83bbb23f3e251dc" providerId="LiveId" clId="{5D234868-AD62-4683-8D45-4D00F848BDE7}" dt="2026-09-22T23:07:44.636" v="2096"/>
          <ac:spMkLst>
            <pc:docMk/>
            <pc:sldMk cId="2976778635" sldId="682"/>
            <ac:spMk id="3" creationId="{CA27A681-700A-2950-BCFE-2C7BB5159551}"/>
          </ac:spMkLst>
        </pc:spChg>
        <pc:spChg chg="add del mod">
          <ac:chgData name="Marco Parenzan" userId="a83bbb23f3e251dc" providerId="LiveId" clId="{5D234868-AD62-4683-8D45-4D00F848BDE7}" dt="2026-09-22T06:56:34.700" v="1618" actId="6264"/>
          <ac:spMkLst>
            <pc:docMk/>
            <pc:sldMk cId="2976778635" sldId="682"/>
            <ac:spMk id="4" creationId="{8CC6F22C-66A5-26EE-C21B-BAA6D33B6BE6}"/>
          </ac:spMkLst>
        </pc:spChg>
        <pc:spChg chg="add del mod">
          <ac:chgData name="Marco Parenzan" userId="a83bbb23f3e251dc" providerId="LiveId" clId="{5D234868-AD62-4683-8D45-4D00F848BDE7}" dt="2026-09-22T06:56:34.700" v="1618" actId="6264"/>
          <ac:spMkLst>
            <pc:docMk/>
            <pc:sldMk cId="2976778635" sldId="682"/>
            <ac:spMk id="5" creationId="{77A2E355-E8ED-F22F-B977-6A85AE3106F6}"/>
          </ac:spMkLst>
        </pc:spChg>
      </pc:sldChg>
      <pc:sldChg chg="addSp modSp add del mod modClrScheme chgLayout">
        <pc:chgData name="Marco Parenzan" userId="a83bbb23f3e251dc" providerId="LiveId" clId="{5D234868-AD62-4683-8D45-4D00F848BDE7}" dt="2026-09-22T07:01:41.111" v="1703" actId="47"/>
        <pc:sldMkLst>
          <pc:docMk/>
          <pc:sldMk cId="2163016166" sldId="683"/>
        </pc:sldMkLst>
      </pc:sldChg>
      <pc:sldChg chg="addSp modSp new del mod">
        <pc:chgData name="Marco Parenzan" userId="a83bbb23f3e251dc" providerId="LiveId" clId="{5D234868-AD62-4683-8D45-4D00F848BDE7}" dt="2026-09-22T06:30:25.027" v="1221" actId="18676"/>
        <pc:sldMkLst>
          <pc:docMk/>
          <pc:sldMk cId="1851187090" sldId="684"/>
        </pc:sldMkLst>
      </pc:sldChg>
      <pc:sldChg chg="add del">
        <pc:chgData name="Marco Parenzan" userId="a83bbb23f3e251dc" providerId="LiveId" clId="{5D234868-AD62-4683-8D45-4D00F848BDE7}" dt="2026-09-22T06:18:03.716" v="841" actId="47"/>
        <pc:sldMkLst>
          <pc:docMk/>
          <pc:sldMk cId="3820078585" sldId="685"/>
        </pc:sldMkLst>
      </pc:sldChg>
      <pc:sldChg chg="addSp delSp modSp add mod ord chgLayout">
        <pc:chgData name="Marco Parenzan" userId="a83bbb23f3e251dc" providerId="LiveId" clId="{5D234868-AD62-4683-8D45-4D00F848BDE7}" dt="2026-09-23T09:10:45.102" v="2436" actId="6549"/>
        <pc:sldMkLst>
          <pc:docMk/>
          <pc:sldMk cId="257402909" sldId="686"/>
        </pc:sldMkLst>
        <pc:spChg chg="add del mod">
          <ac:chgData name="Marco Parenzan" userId="a83bbb23f3e251dc" providerId="LiveId" clId="{5D234868-AD62-4683-8D45-4D00F848BDE7}" dt="2026-09-22T06:16:19.658" v="795" actId="6264"/>
          <ac:spMkLst>
            <pc:docMk/>
            <pc:sldMk cId="257402909" sldId="686"/>
            <ac:spMk id="2" creationId="{2031E738-9414-5F80-BB49-5CE8B1FD900F}"/>
          </ac:spMkLst>
        </pc:spChg>
        <pc:spChg chg="mod ord">
          <ac:chgData name="Marco Parenzan" userId="a83bbb23f3e251dc" providerId="LiveId" clId="{5D234868-AD62-4683-8D45-4D00F848BDE7}" dt="2026-09-23T09:10:45.102" v="2436" actId="6549"/>
          <ac:spMkLst>
            <pc:docMk/>
            <pc:sldMk cId="257402909" sldId="686"/>
            <ac:spMk id="3" creationId="{C11252E3-38C4-7B17-4A33-B64CE8B95015}"/>
          </ac:spMkLst>
        </pc:spChg>
        <pc:spChg chg="add del mod">
          <ac:chgData name="Marco Parenzan" userId="a83bbb23f3e251dc" providerId="LiveId" clId="{5D234868-AD62-4683-8D45-4D00F848BDE7}" dt="2026-09-22T06:16:19.658" v="795" actId="6264"/>
          <ac:spMkLst>
            <pc:docMk/>
            <pc:sldMk cId="257402909" sldId="686"/>
            <ac:spMk id="4" creationId="{A0C2F349-6089-F2BA-F2D9-1092D744A343}"/>
          </ac:spMkLst>
        </pc:spChg>
        <pc:spChg chg="add del mod">
          <ac:chgData name="Marco Parenzan" userId="a83bbb23f3e251dc" providerId="LiveId" clId="{5D234868-AD62-4683-8D45-4D00F848BDE7}" dt="2026-09-22T06:17:36.372" v="831" actId="6264"/>
          <ac:spMkLst>
            <pc:docMk/>
            <pc:sldMk cId="257402909" sldId="686"/>
            <ac:spMk id="5" creationId="{9DC96FC2-968B-5489-F424-A1F00BDB52AE}"/>
          </ac:spMkLst>
        </pc:spChg>
        <pc:spChg chg="add del mod">
          <ac:chgData name="Marco Parenzan" userId="a83bbb23f3e251dc" providerId="LiveId" clId="{5D234868-AD62-4683-8D45-4D00F848BDE7}" dt="2026-09-22T06:17:36.372" v="831" actId="6264"/>
          <ac:spMkLst>
            <pc:docMk/>
            <pc:sldMk cId="257402909" sldId="686"/>
            <ac:spMk id="6" creationId="{0A56EF40-5457-F5E3-00CD-0EE5816DB011}"/>
          </ac:spMkLst>
        </pc:spChg>
        <pc:spChg chg="add del mod">
          <ac:chgData name="Marco Parenzan" userId="a83bbb23f3e251dc" providerId="LiveId" clId="{5D234868-AD62-4683-8D45-4D00F848BDE7}" dt="2026-09-22T06:38:53.089" v="1324" actId="6264"/>
          <ac:spMkLst>
            <pc:docMk/>
            <pc:sldMk cId="257402909" sldId="686"/>
            <ac:spMk id="7" creationId="{75536FE8-4074-9A87-18F8-CE86B0BACB87}"/>
          </ac:spMkLst>
        </pc:spChg>
        <pc:spChg chg="add del mod">
          <ac:chgData name="Marco Parenzan" userId="a83bbb23f3e251dc" providerId="LiveId" clId="{5D234868-AD62-4683-8D45-4D00F848BDE7}" dt="2026-09-22T06:38:53.089" v="1324" actId="6264"/>
          <ac:spMkLst>
            <pc:docMk/>
            <pc:sldMk cId="257402909" sldId="686"/>
            <ac:spMk id="8" creationId="{0246C453-400B-3EAA-EDCB-CF28B5180033}"/>
          </ac:spMkLst>
        </pc:spChg>
        <pc:spChg chg="mod ord">
          <ac:chgData name="Marco Parenzan" userId="a83bbb23f3e251dc" providerId="LiveId" clId="{5D234868-AD62-4683-8D45-4D00F848BDE7}" dt="2026-09-22T06:38:53.089" v="1324" actId="6264"/>
          <ac:spMkLst>
            <pc:docMk/>
            <pc:sldMk cId="257402909" sldId="686"/>
            <ac:spMk id="14" creationId="{0D1E2EB7-B020-E2DC-153D-147F960F5E92}"/>
          </ac:spMkLst>
        </pc:spChg>
      </pc:sldChg>
      <pc:sldChg chg="addSp delSp modSp new mod chgLayout">
        <pc:chgData name="Marco Parenzan" userId="a83bbb23f3e251dc" providerId="LiveId" clId="{5D234868-AD62-4683-8D45-4D00F848BDE7}" dt="2026-09-22T06:38:51.219" v="1323" actId="113"/>
        <pc:sldMkLst>
          <pc:docMk/>
          <pc:sldMk cId="91255511" sldId="687"/>
        </pc:sldMkLst>
        <pc:spChg chg="mod ord">
          <ac:chgData name="Marco Parenzan" userId="a83bbb23f3e251dc" providerId="LiveId" clId="{5D234868-AD62-4683-8D45-4D00F848BDE7}" dt="2026-09-22T06:38:45.674" v="1320" actId="6264"/>
          <ac:spMkLst>
            <pc:docMk/>
            <pc:sldMk cId="91255511" sldId="687"/>
            <ac:spMk id="2" creationId="{8A3A931D-F5BA-B572-DC21-B46D2466C022}"/>
          </ac:spMkLst>
        </pc:spChg>
        <pc:spChg chg="mod ord">
          <ac:chgData name="Marco Parenzan" userId="a83bbb23f3e251dc" providerId="LiveId" clId="{5D234868-AD62-4683-8D45-4D00F848BDE7}" dt="2026-09-22T06:38:51.219" v="1323" actId="113"/>
          <ac:spMkLst>
            <pc:docMk/>
            <pc:sldMk cId="91255511" sldId="687"/>
            <ac:spMk id="3" creationId="{F0CF974A-E39B-2769-BB00-328C57C31215}"/>
          </ac:spMkLst>
        </pc:spChg>
        <pc:spChg chg="add del">
          <ac:chgData name="Marco Parenzan" userId="a83bbb23f3e251dc" providerId="LiveId" clId="{5D234868-AD62-4683-8D45-4D00F848BDE7}" dt="2026-09-22T06:21:16.252" v="894" actId="22"/>
          <ac:spMkLst>
            <pc:docMk/>
            <pc:sldMk cId="91255511" sldId="687"/>
            <ac:spMk id="5" creationId="{FDE256C3-6801-8802-1B06-392CAE9BFCD5}"/>
          </ac:spMkLst>
        </pc:spChg>
        <pc:spChg chg="add del">
          <ac:chgData name="Marco Parenzan" userId="a83bbb23f3e251dc" providerId="LiveId" clId="{5D234868-AD62-4683-8D45-4D00F848BDE7}" dt="2026-09-22T06:21:16.252" v="894" actId="22"/>
          <ac:spMkLst>
            <pc:docMk/>
            <pc:sldMk cId="91255511" sldId="687"/>
            <ac:spMk id="9" creationId="{2AE66D70-C9CE-3CAE-C0DD-A1C5D19C4EE5}"/>
          </ac:spMkLst>
        </pc:spChg>
        <pc:spChg chg="add del">
          <ac:chgData name="Marco Parenzan" userId="a83bbb23f3e251dc" providerId="LiveId" clId="{5D234868-AD62-4683-8D45-4D00F848BDE7}" dt="2026-09-22T06:21:16.252" v="894" actId="22"/>
          <ac:spMkLst>
            <pc:docMk/>
            <pc:sldMk cId="91255511" sldId="687"/>
            <ac:spMk id="11" creationId="{34F73839-6756-8869-ED71-6B6D819FF23D}"/>
          </ac:spMkLst>
        </pc:spChg>
        <pc:spChg chg="add del">
          <ac:chgData name="Marco Parenzan" userId="a83bbb23f3e251dc" providerId="LiveId" clId="{5D234868-AD62-4683-8D45-4D00F848BDE7}" dt="2026-09-22T06:21:16.252" v="894" actId="22"/>
          <ac:spMkLst>
            <pc:docMk/>
            <pc:sldMk cId="91255511" sldId="687"/>
            <ac:spMk id="13" creationId="{954F28ED-033D-D8B3-D77A-89297E5ECFA3}"/>
          </ac:spMkLst>
        </pc:spChg>
        <pc:spChg chg="add del">
          <ac:chgData name="Marco Parenzan" userId="a83bbb23f3e251dc" providerId="LiveId" clId="{5D234868-AD62-4683-8D45-4D00F848BDE7}" dt="2026-09-22T06:21:16.252" v="894" actId="22"/>
          <ac:spMkLst>
            <pc:docMk/>
            <pc:sldMk cId="91255511" sldId="687"/>
            <ac:spMk id="19" creationId="{AF8418D8-ABA5-5F04-5874-3B2EEA07DEBD}"/>
          </ac:spMkLst>
        </pc:spChg>
        <pc:spChg chg="add del">
          <ac:chgData name="Marco Parenzan" userId="a83bbb23f3e251dc" providerId="LiveId" clId="{5D234868-AD62-4683-8D45-4D00F848BDE7}" dt="2026-09-22T06:21:16.252" v="894" actId="22"/>
          <ac:spMkLst>
            <pc:docMk/>
            <pc:sldMk cId="91255511" sldId="687"/>
            <ac:spMk id="21" creationId="{85EE586C-700F-C5BF-34A3-2F385E669FB2}"/>
          </ac:spMkLst>
        </pc:spChg>
        <pc:spChg chg="add del">
          <ac:chgData name="Marco Parenzan" userId="a83bbb23f3e251dc" providerId="LiveId" clId="{5D234868-AD62-4683-8D45-4D00F848BDE7}" dt="2026-09-22T06:21:16.252" v="894" actId="22"/>
          <ac:spMkLst>
            <pc:docMk/>
            <pc:sldMk cId="91255511" sldId="687"/>
            <ac:spMk id="25" creationId="{E207F1C9-E483-F666-F81A-F54E51093B9D}"/>
          </ac:spMkLst>
        </pc:spChg>
        <pc:spChg chg="add del">
          <ac:chgData name="Marco Parenzan" userId="a83bbb23f3e251dc" providerId="LiveId" clId="{5D234868-AD62-4683-8D45-4D00F848BDE7}" dt="2026-09-22T06:21:16.252" v="894" actId="22"/>
          <ac:spMkLst>
            <pc:docMk/>
            <pc:sldMk cId="91255511" sldId="687"/>
            <ac:spMk id="29" creationId="{71D2BB38-DF19-0BE1-3289-0F1B6B82FE37}"/>
          </ac:spMkLst>
        </pc:spChg>
        <pc:spChg chg="add del">
          <ac:chgData name="Marco Parenzan" userId="a83bbb23f3e251dc" providerId="LiveId" clId="{5D234868-AD62-4683-8D45-4D00F848BDE7}" dt="2026-09-22T06:21:16.252" v="894" actId="22"/>
          <ac:spMkLst>
            <pc:docMk/>
            <pc:sldMk cId="91255511" sldId="687"/>
            <ac:spMk id="31" creationId="{C19670BD-EF0C-5B11-7E39-BBAC3982E0A6}"/>
          </ac:spMkLst>
        </pc:spChg>
        <pc:spChg chg="add del">
          <ac:chgData name="Marco Parenzan" userId="a83bbb23f3e251dc" providerId="LiveId" clId="{5D234868-AD62-4683-8D45-4D00F848BDE7}" dt="2026-09-22T06:21:16.252" v="894" actId="22"/>
          <ac:spMkLst>
            <pc:docMk/>
            <pc:sldMk cId="91255511" sldId="687"/>
            <ac:spMk id="33" creationId="{F61906D6-43FD-6C47-326B-C3E8BC39288B}"/>
          </ac:spMkLst>
        </pc:spChg>
        <pc:spChg chg="add del mod">
          <ac:chgData name="Marco Parenzan" userId="a83bbb23f3e251dc" providerId="LiveId" clId="{5D234868-AD62-4683-8D45-4D00F848BDE7}" dt="2026-09-22T06:24:59.032" v="1124" actId="6264"/>
          <ac:spMkLst>
            <pc:docMk/>
            <pc:sldMk cId="91255511" sldId="687"/>
            <ac:spMk id="34" creationId="{D8A5D4AA-01B5-8F8C-4293-796264A81CA0}"/>
          </ac:spMkLst>
        </pc:spChg>
        <pc:spChg chg="add del mod">
          <ac:chgData name="Marco Parenzan" userId="a83bbb23f3e251dc" providerId="LiveId" clId="{5D234868-AD62-4683-8D45-4D00F848BDE7}" dt="2026-09-22T06:24:59.032" v="1124" actId="6264"/>
          <ac:spMkLst>
            <pc:docMk/>
            <pc:sldMk cId="91255511" sldId="687"/>
            <ac:spMk id="35" creationId="{A28A624C-2204-99DF-A809-5337AC130391}"/>
          </ac:spMkLst>
        </pc:spChg>
        <pc:spChg chg="add del mod">
          <ac:chgData name="Marco Parenzan" userId="a83bbb23f3e251dc" providerId="LiveId" clId="{5D234868-AD62-4683-8D45-4D00F848BDE7}" dt="2026-09-22T06:38:45.674" v="1320" actId="6264"/>
          <ac:spMkLst>
            <pc:docMk/>
            <pc:sldMk cId="91255511" sldId="687"/>
            <ac:spMk id="36" creationId="{8E5B8652-ADD5-F945-2ABA-842F2F9D503E}"/>
          </ac:spMkLst>
        </pc:spChg>
        <pc:spChg chg="add del mod">
          <ac:chgData name="Marco Parenzan" userId="a83bbb23f3e251dc" providerId="LiveId" clId="{5D234868-AD62-4683-8D45-4D00F848BDE7}" dt="2026-09-22T06:38:45.674" v="1320" actId="6264"/>
          <ac:spMkLst>
            <pc:docMk/>
            <pc:sldMk cId="91255511" sldId="687"/>
            <ac:spMk id="37" creationId="{5599BADE-36FF-0DC2-5ED2-24AD938AC289}"/>
          </ac:spMkLst>
        </pc:spChg>
      </pc:sldChg>
      <pc:sldChg chg="add del setBg">
        <pc:chgData name="Marco Parenzan" userId="a83bbb23f3e251dc" providerId="LiveId" clId="{5D234868-AD62-4683-8D45-4D00F848BDE7}" dt="2026-09-22T06:20:19.930" v="885"/>
        <pc:sldMkLst>
          <pc:docMk/>
          <pc:sldMk cId="1457949735" sldId="688"/>
        </pc:sldMkLst>
      </pc:sldChg>
      <pc:sldChg chg="modSp new del mod">
        <pc:chgData name="Marco Parenzan" userId="a83bbb23f3e251dc" providerId="LiveId" clId="{5D234868-AD62-4683-8D45-4D00F848BDE7}" dt="2026-09-22T06:29:33.642" v="1219" actId="47"/>
        <pc:sldMkLst>
          <pc:docMk/>
          <pc:sldMk cId="2394084719" sldId="688"/>
        </pc:sldMkLst>
        <pc:spChg chg="mod">
          <ac:chgData name="Marco Parenzan" userId="a83bbb23f3e251dc" providerId="LiveId" clId="{5D234868-AD62-4683-8D45-4D00F848BDE7}" dt="2026-09-22T06:21:49.264" v="925" actId="20577"/>
          <ac:spMkLst>
            <pc:docMk/>
            <pc:sldMk cId="2394084719" sldId="688"/>
            <ac:spMk id="2" creationId="{5E4D103C-F209-AB00-65BE-84D2F1A94AE1}"/>
          </ac:spMkLst>
        </pc:spChg>
        <pc:spChg chg="mod">
          <ac:chgData name="Marco Parenzan" userId="a83bbb23f3e251dc" providerId="LiveId" clId="{5D234868-AD62-4683-8D45-4D00F848BDE7}" dt="2026-09-22T06:22:50.073" v="1015" actId="20577"/>
          <ac:spMkLst>
            <pc:docMk/>
            <pc:sldMk cId="2394084719" sldId="688"/>
            <ac:spMk id="3" creationId="{949F49B9-5638-C639-286C-F2F8B4B9ECBB}"/>
          </ac:spMkLst>
        </pc:spChg>
      </pc:sldChg>
      <pc:sldChg chg="add del setBg">
        <pc:chgData name="Marco Parenzan" userId="a83bbb23f3e251dc" providerId="LiveId" clId="{5D234868-AD62-4683-8D45-4D00F848BDE7}" dt="2026-09-22T06:20:19.930" v="885"/>
        <pc:sldMkLst>
          <pc:docMk/>
          <pc:sldMk cId="165467976" sldId="689"/>
        </pc:sldMkLst>
      </pc:sldChg>
      <pc:sldChg chg="addSp delSp modSp new mod modClrScheme chgLayout">
        <pc:chgData name="Marco Parenzan" userId="a83bbb23f3e251dc" providerId="LiveId" clId="{5D234868-AD62-4683-8D45-4D00F848BDE7}" dt="2026-09-22T06:26:19.068" v="1145" actId="20577"/>
        <pc:sldMkLst>
          <pc:docMk/>
          <pc:sldMk cId="4139596147" sldId="689"/>
        </pc:sldMkLst>
        <pc:spChg chg="del mod ord">
          <ac:chgData name="Marco Parenzan" userId="a83bbb23f3e251dc" providerId="LiveId" clId="{5D234868-AD62-4683-8D45-4D00F848BDE7}" dt="2026-09-22T06:26:14.504" v="1141" actId="700"/>
          <ac:spMkLst>
            <pc:docMk/>
            <pc:sldMk cId="4139596147" sldId="689"/>
            <ac:spMk id="2" creationId="{69477469-0024-A7FD-B3C3-E1F0CF1421C7}"/>
          </ac:spMkLst>
        </pc:spChg>
        <pc:spChg chg="add mod ord">
          <ac:chgData name="Marco Parenzan" userId="a83bbb23f3e251dc" providerId="LiveId" clId="{5D234868-AD62-4683-8D45-4D00F848BDE7}" dt="2026-09-22T06:26:19.068" v="1145" actId="20577"/>
          <ac:spMkLst>
            <pc:docMk/>
            <pc:sldMk cId="4139596147" sldId="689"/>
            <ac:spMk id="3" creationId="{88B78402-A37F-5724-0758-28A6924098E6}"/>
          </ac:spMkLst>
        </pc:spChg>
        <pc:spChg chg="add mod ord">
          <ac:chgData name="Marco Parenzan" userId="a83bbb23f3e251dc" providerId="LiveId" clId="{5D234868-AD62-4683-8D45-4D00F848BDE7}" dt="2026-09-22T06:26:17.466" v="1143" actId="21"/>
          <ac:spMkLst>
            <pc:docMk/>
            <pc:sldMk cId="4139596147" sldId="689"/>
            <ac:spMk id="4" creationId="{1426D7B7-830A-00F8-A167-FBC43DB946EB}"/>
          </ac:spMkLst>
        </pc:spChg>
      </pc:sldChg>
      <pc:sldChg chg="addSp delSp modSp new mod modClrScheme chgLayout">
        <pc:chgData name="Marco Parenzan" userId="a83bbb23f3e251dc" providerId="LiveId" clId="{5D234868-AD62-4683-8D45-4D00F848BDE7}" dt="2026-09-22T06:27:02.664" v="1168" actId="20577"/>
        <pc:sldMkLst>
          <pc:docMk/>
          <pc:sldMk cId="155778976" sldId="690"/>
        </pc:sldMkLst>
        <pc:spChg chg="del mod ord">
          <ac:chgData name="Marco Parenzan" userId="a83bbb23f3e251dc" providerId="LiveId" clId="{5D234868-AD62-4683-8D45-4D00F848BDE7}" dt="2026-09-22T06:26:56.637" v="1156" actId="700"/>
          <ac:spMkLst>
            <pc:docMk/>
            <pc:sldMk cId="155778976" sldId="690"/>
            <ac:spMk id="2" creationId="{2147D42D-03C9-4D34-CB7E-D67D6983BEB4}"/>
          </ac:spMkLst>
        </pc:spChg>
        <pc:spChg chg="del mod ord">
          <ac:chgData name="Marco Parenzan" userId="a83bbb23f3e251dc" providerId="LiveId" clId="{5D234868-AD62-4683-8D45-4D00F848BDE7}" dt="2026-09-22T06:26:56.637" v="1156" actId="700"/>
          <ac:spMkLst>
            <pc:docMk/>
            <pc:sldMk cId="155778976" sldId="690"/>
            <ac:spMk id="3" creationId="{D75BA19C-9028-3CAB-D309-ACD968029EC0}"/>
          </ac:spMkLst>
        </pc:spChg>
        <pc:spChg chg="add mod ord">
          <ac:chgData name="Marco Parenzan" userId="a83bbb23f3e251dc" providerId="LiveId" clId="{5D234868-AD62-4683-8D45-4D00F848BDE7}" dt="2026-09-22T06:27:02.664" v="1168" actId="20577"/>
          <ac:spMkLst>
            <pc:docMk/>
            <pc:sldMk cId="155778976" sldId="690"/>
            <ac:spMk id="4" creationId="{64B69231-E6D1-1943-4465-42D508DBCEFB}"/>
          </ac:spMkLst>
        </pc:spChg>
        <pc:spChg chg="add mod ord">
          <ac:chgData name="Marco Parenzan" userId="a83bbb23f3e251dc" providerId="LiveId" clId="{5D234868-AD62-4683-8D45-4D00F848BDE7}" dt="2026-09-22T06:26:56.637" v="1156" actId="700"/>
          <ac:spMkLst>
            <pc:docMk/>
            <pc:sldMk cId="155778976" sldId="690"/>
            <ac:spMk id="5" creationId="{811F03A8-CA27-2F9A-F401-E4BA5330A3FD}"/>
          </ac:spMkLst>
        </pc:spChg>
      </pc:sldChg>
      <pc:sldChg chg="addSp delSp modSp new mod ord chgLayout">
        <pc:chgData name="Marco Parenzan" userId="a83bbb23f3e251dc" providerId="LiveId" clId="{5D234868-AD62-4683-8D45-4D00F848BDE7}" dt="2026-09-22T23:12:06.495" v="2170" actId="20577"/>
        <pc:sldMkLst>
          <pc:docMk/>
          <pc:sldMk cId="1711772042" sldId="691"/>
        </pc:sldMkLst>
        <pc:spChg chg="mod ord">
          <ac:chgData name="Marco Parenzan" userId="a83bbb23f3e251dc" providerId="LiveId" clId="{5D234868-AD62-4683-8D45-4D00F848BDE7}" dt="2026-09-22T06:40:16.135" v="1341" actId="6264"/>
          <ac:spMkLst>
            <pc:docMk/>
            <pc:sldMk cId="1711772042" sldId="691"/>
            <ac:spMk id="2" creationId="{D0217227-B778-F909-556A-FF8032585C32}"/>
          </ac:spMkLst>
        </pc:spChg>
        <pc:spChg chg="mod ord">
          <ac:chgData name="Marco Parenzan" userId="a83bbb23f3e251dc" providerId="LiveId" clId="{5D234868-AD62-4683-8D45-4D00F848BDE7}" dt="2026-09-22T23:12:06.495" v="2170" actId="20577"/>
          <ac:spMkLst>
            <pc:docMk/>
            <pc:sldMk cId="1711772042" sldId="691"/>
            <ac:spMk id="3" creationId="{0EDE06F1-8037-D516-F585-20EAD010FDC8}"/>
          </ac:spMkLst>
        </pc:spChg>
        <pc:spChg chg="add del mod">
          <ac:chgData name="Marco Parenzan" userId="a83bbb23f3e251dc" providerId="LiveId" clId="{5D234868-AD62-4683-8D45-4D00F848BDE7}" dt="2026-09-22T06:35:17.621" v="1229" actId="6264"/>
          <ac:spMkLst>
            <pc:docMk/>
            <pc:sldMk cId="1711772042" sldId="691"/>
            <ac:spMk id="4" creationId="{348CD576-74DF-C067-6639-853403387DB1}"/>
          </ac:spMkLst>
        </pc:spChg>
        <pc:spChg chg="add del mod">
          <ac:chgData name="Marco Parenzan" userId="a83bbb23f3e251dc" providerId="LiveId" clId="{5D234868-AD62-4683-8D45-4D00F848BDE7}" dt="2026-09-22T06:35:17.621" v="1229" actId="6264"/>
          <ac:spMkLst>
            <pc:docMk/>
            <pc:sldMk cId="1711772042" sldId="691"/>
            <ac:spMk id="5" creationId="{FD12BEDA-A2A5-9DA5-BA39-2D4120556409}"/>
          </ac:spMkLst>
        </pc:spChg>
        <pc:spChg chg="add del mod">
          <ac:chgData name="Marco Parenzan" userId="a83bbb23f3e251dc" providerId="LiveId" clId="{5D234868-AD62-4683-8D45-4D00F848BDE7}" dt="2026-09-22T06:37:01.082" v="1286" actId="6264"/>
          <ac:spMkLst>
            <pc:docMk/>
            <pc:sldMk cId="1711772042" sldId="691"/>
            <ac:spMk id="6" creationId="{7B27F15B-93F0-C775-30EF-ADB3DD3CBBBE}"/>
          </ac:spMkLst>
        </pc:spChg>
        <pc:spChg chg="add del mod">
          <ac:chgData name="Marco Parenzan" userId="a83bbb23f3e251dc" providerId="LiveId" clId="{5D234868-AD62-4683-8D45-4D00F848BDE7}" dt="2026-09-22T06:37:01.082" v="1286" actId="6264"/>
          <ac:spMkLst>
            <pc:docMk/>
            <pc:sldMk cId="1711772042" sldId="691"/>
            <ac:spMk id="7" creationId="{76C40C28-3E36-BBB4-F491-46D5F237F651}"/>
          </ac:spMkLst>
        </pc:spChg>
        <pc:spChg chg="add del mod">
          <ac:chgData name="Marco Parenzan" userId="a83bbb23f3e251dc" providerId="LiveId" clId="{5D234868-AD62-4683-8D45-4D00F848BDE7}" dt="2026-09-22T06:40:16.135" v="1341" actId="6264"/>
          <ac:spMkLst>
            <pc:docMk/>
            <pc:sldMk cId="1711772042" sldId="691"/>
            <ac:spMk id="8" creationId="{9888DBB0-B84A-70E8-C7CD-F503AC1F1D1B}"/>
          </ac:spMkLst>
        </pc:spChg>
        <pc:spChg chg="add del mod">
          <ac:chgData name="Marco Parenzan" userId="a83bbb23f3e251dc" providerId="LiveId" clId="{5D234868-AD62-4683-8D45-4D00F848BDE7}" dt="2026-09-22T06:40:16.135" v="1341" actId="6264"/>
          <ac:spMkLst>
            <pc:docMk/>
            <pc:sldMk cId="1711772042" sldId="691"/>
            <ac:spMk id="9" creationId="{3A2E206D-E565-1394-E482-78F9F47CE6A3}"/>
          </ac:spMkLst>
        </pc:spChg>
      </pc:sldChg>
      <pc:sldChg chg="addSp delSp modSp new mod modAnim chgLayout">
        <pc:chgData name="Marco Parenzan" userId="a83bbb23f3e251dc" providerId="LiveId" clId="{5D234868-AD62-4683-8D45-4D00F848BDE7}" dt="2026-09-23T06:52:13.252" v="2202"/>
        <pc:sldMkLst>
          <pc:docMk/>
          <pc:sldMk cId="1863025318" sldId="692"/>
        </pc:sldMkLst>
        <pc:spChg chg="mod ord">
          <ac:chgData name="Marco Parenzan" userId="a83bbb23f3e251dc" providerId="LiveId" clId="{5D234868-AD62-4683-8D45-4D00F848BDE7}" dt="2026-09-22T22:57:51.939" v="2065" actId="20577"/>
          <ac:spMkLst>
            <pc:docMk/>
            <pc:sldMk cId="1863025318" sldId="692"/>
            <ac:spMk id="2" creationId="{9F83BD18-3185-311A-F4EF-A5D76082DE32}"/>
          </ac:spMkLst>
        </pc:spChg>
        <pc:spChg chg="mod ord">
          <ac:chgData name="Marco Parenzan" userId="a83bbb23f3e251dc" providerId="LiveId" clId="{5D234868-AD62-4683-8D45-4D00F848BDE7}" dt="2026-09-22T22:57:27.932" v="2051" actId="21"/>
          <ac:spMkLst>
            <pc:docMk/>
            <pc:sldMk cId="1863025318" sldId="692"/>
            <ac:spMk id="3" creationId="{07039E2E-7BEF-2F7D-2BE6-630CA794F487}"/>
          </ac:spMkLst>
        </pc:spChg>
        <pc:spChg chg="add del mod">
          <ac:chgData name="Marco Parenzan" userId="a83bbb23f3e251dc" providerId="LiveId" clId="{5D234868-AD62-4683-8D45-4D00F848BDE7}" dt="2026-09-22T06:36:37.772" v="1284" actId="6264"/>
          <ac:spMkLst>
            <pc:docMk/>
            <pc:sldMk cId="1863025318" sldId="692"/>
            <ac:spMk id="4" creationId="{5E33A1C5-692B-8D19-AE92-AB707E48D8E6}"/>
          </ac:spMkLst>
        </pc:spChg>
        <pc:spChg chg="add del mod">
          <ac:chgData name="Marco Parenzan" userId="a83bbb23f3e251dc" providerId="LiveId" clId="{5D234868-AD62-4683-8D45-4D00F848BDE7}" dt="2026-09-22T06:36:37.772" v="1284" actId="6264"/>
          <ac:spMkLst>
            <pc:docMk/>
            <pc:sldMk cId="1863025318" sldId="692"/>
            <ac:spMk id="5" creationId="{9EE572C9-7D8A-FBBF-4B1C-2D53403CFD33}"/>
          </ac:spMkLst>
        </pc:spChg>
        <pc:spChg chg="add del mod">
          <ac:chgData name="Marco Parenzan" userId="a83bbb23f3e251dc" providerId="LiveId" clId="{5D234868-AD62-4683-8D45-4D00F848BDE7}" dt="2026-09-22T06:39:55.898" v="1336" actId="6264"/>
          <ac:spMkLst>
            <pc:docMk/>
            <pc:sldMk cId="1863025318" sldId="692"/>
            <ac:spMk id="6" creationId="{35E563EC-31B4-B51B-6C8B-2DB30AE63E6B}"/>
          </ac:spMkLst>
        </pc:spChg>
        <pc:spChg chg="add del mod">
          <ac:chgData name="Marco Parenzan" userId="a83bbb23f3e251dc" providerId="LiveId" clId="{5D234868-AD62-4683-8D45-4D00F848BDE7}" dt="2026-09-22T06:39:55.898" v="1336" actId="6264"/>
          <ac:spMkLst>
            <pc:docMk/>
            <pc:sldMk cId="1863025318" sldId="692"/>
            <ac:spMk id="7" creationId="{ED1791C9-A550-4E24-D3B6-511D14202D8C}"/>
          </ac:spMkLst>
        </pc:spChg>
        <pc:spChg chg="add del mod">
          <ac:chgData name="Marco Parenzan" userId="a83bbb23f3e251dc" providerId="LiveId" clId="{5D234868-AD62-4683-8D45-4D00F848BDE7}" dt="2026-09-22T06:40:04.854" v="1338" actId="6264"/>
          <ac:spMkLst>
            <pc:docMk/>
            <pc:sldMk cId="1863025318" sldId="692"/>
            <ac:spMk id="8" creationId="{26D1F629-4520-31D3-3674-3D1D5102F85F}"/>
          </ac:spMkLst>
        </pc:spChg>
        <pc:spChg chg="add del mod">
          <ac:chgData name="Marco Parenzan" userId="a83bbb23f3e251dc" providerId="LiveId" clId="{5D234868-AD62-4683-8D45-4D00F848BDE7}" dt="2026-09-22T06:40:04.854" v="1338" actId="6264"/>
          <ac:spMkLst>
            <pc:docMk/>
            <pc:sldMk cId="1863025318" sldId="692"/>
            <ac:spMk id="9" creationId="{5DF77317-3DCA-5F8A-AC5D-0DB3487D1FEF}"/>
          </ac:spMkLst>
        </pc:spChg>
      </pc:sldChg>
      <pc:sldChg chg="addSp delSp modSp new mod chgLayout">
        <pc:chgData name="Marco Parenzan" userId="a83bbb23f3e251dc" providerId="LiveId" clId="{5D234868-AD62-4683-8D45-4D00F848BDE7}" dt="2026-09-22T19:07:00.316" v="1921" actId="20577"/>
        <pc:sldMkLst>
          <pc:docMk/>
          <pc:sldMk cId="3693245525" sldId="693"/>
        </pc:sldMkLst>
        <pc:spChg chg="mod ord">
          <ac:chgData name="Marco Parenzan" userId="a83bbb23f3e251dc" providerId="LiveId" clId="{5D234868-AD62-4683-8D45-4D00F848BDE7}" dt="2026-09-22T19:07:00.316" v="1921" actId="20577"/>
          <ac:spMkLst>
            <pc:docMk/>
            <pc:sldMk cId="3693245525" sldId="693"/>
            <ac:spMk id="2" creationId="{7DE70468-13E1-C566-9160-89D670589E69}"/>
          </ac:spMkLst>
        </pc:spChg>
        <pc:spChg chg="mod ord">
          <ac:chgData name="Marco Parenzan" userId="a83bbb23f3e251dc" providerId="LiveId" clId="{5D234868-AD62-4683-8D45-4D00F848BDE7}" dt="2026-09-22T06:38:38.850" v="1319" actId="113"/>
          <ac:spMkLst>
            <pc:docMk/>
            <pc:sldMk cId="3693245525" sldId="693"/>
            <ac:spMk id="3" creationId="{ECF5C7CD-8EC2-AB63-44B6-D6CD4160BC7D}"/>
          </ac:spMkLst>
        </pc:spChg>
        <pc:spChg chg="add del mod">
          <ac:chgData name="Marco Parenzan" userId="a83bbb23f3e251dc" providerId="LiveId" clId="{5D234868-AD62-4683-8D45-4D00F848BDE7}" dt="2026-09-22T06:38:03.237" v="1295" actId="6264"/>
          <ac:spMkLst>
            <pc:docMk/>
            <pc:sldMk cId="3693245525" sldId="693"/>
            <ac:spMk id="4" creationId="{54FBAF4B-D18A-8C56-3C43-9DDB2D2E940E}"/>
          </ac:spMkLst>
        </pc:spChg>
        <pc:spChg chg="add del mod">
          <ac:chgData name="Marco Parenzan" userId="a83bbb23f3e251dc" providerId="LiveId" clId="{5D234868-AD62-4683-8D45-4D00F848BDE7}" dt="2026-09-22T06:38:03.237" v="1295" actId="6264"/>
          <ac:spMkLst>
            <pc:docMk/>
            <pc:sldMk cId="3693245525" sldId="693"/>
            <ac:spMk id="5" creationId="{2B5F3743-5284-9173-A599-FA29816F2B58}"/>
          </ac:spMkLst>
        </pc:spChg>
        <pc:spChg chg="add del mod">
          <ac:chgData name="Marco Parenzan" userId="a83bbb23f3e251dc" providerId="LiveId" clId="{5D234868-AD62-4683-8D45-4D00F848BDE7}" dt="2026-09-22T06:38:26.059" v="1315" actId="6264"/>
          <ac:spMkLst>
            <pc:docMk/>
            <pc:sldMk cId="3693245525" sldId="693"/>
            <ac:spMk id="6" creationId="{48C4C730-AEE0-36DD-E58B-EC1B932B001F}"/>
          </ac:spMkLst>
        </pc:spChg>
        <pc:spChg chg="add del mod">
          <ac:chgData name="Marco Parenzan" userId="a83bbb23f3e251dc" providerId="LiveId" clId="{5D234868-AD62-4683-8D45-4D00F848BDE7}" dt="2026-09-22T06:38:26.059" v="1315" actId="6264"/>
          <ac:spMkLst>
            <pc:docMk/>
            <pc:sldMk cId="3693245525" sldId="693"/>
            <ac:spMk id="7" creationId="{350AC0AD-CC05-DB31-1601-9939C6EE02B7}"/>
          </ac:spMkLst>
        </pc:spChg>
      </pc:sldChg>
      <pc:sldChg chg="modSp add mod">
        <pc:chgData name="Marco Parenzan" userId="a83bbb23f3e251dc" providerId="LiveId" clId="{5D234868-AD62-4683-8D45-4D00F848BDE7}" dt="2026-09-22T06:44:51.244" v="1456" actId="20577"/>
        <pc:sldMkLst>
          <pc:docMk/>
          <pc:sldMk cId="1218170325" sldId="694"/>
        </pc:sldMkLst>
        <pc:spChg chg="mod">
          <ac:chgData name="Marco Parenzan" userId="a83bbb23f3e251dc" providerId="LiveId" clId="{5D234868-AD62-4683-8D45-4D00F848BDE7}" dt="2026-09-22T06:44:51.244" v="1456" actId="20577"/>
          <ac:spMkLst>
            <pc:docMk/>
            <pc:sldMk cId="1218170325" sldId="694"/>
            <ac:spMk id="3" creationId="{962CD409-B1C4-19BE-9354-1655D68B2C96}"/>
          </ac:spMkLst>
        </pc:spChg>
      </pc:sldChg>
      <pc:sldChg chg="addSp delSp modSp add mod modShow">
        <pc:chgData name="Marco Parenzan" userId="a83bbb23f3e251dc" providerId="LiveId" clId="{5D234868-AD62-4683-8D45-4D00F848BDE7}" dt="2026-09-23T09:10:07.760" v="2404" actId="729"/>
        <pc:sldMkLst>
          <pc:docMk/>
          <pc:sldMk cId="1738617915" sldId="695"/>
        </pc:sldMkLst>
        <pc:spChg chg="del">
          <ac:chgData name="Marco Parenzan" userId="a83bbb23f3e251dc" providerId="LiveId" clId="{5D234868-AD62-4683-8D45-4D00F848BDE7}" dt="2026-09-22T06:45:10.108" v="1474" actId="478"/>
          <ac:spMkLst>
            <pc:docMk/>
            <pc:sldMk cId="1738617915" sldId="695"/>
            <ac:spMk id="2" creationId="{52C808C3-69BA-D491-3D72-9587720DAA60}"/>
          </ac:spMkLst>
        </pc:spChg>
        <pc:spChg chg="mod">
          <ac:chgData name="Marco Parenzan" userId="a83bbb23f3e251dc" providerId="LiveId" clId="{5D234868-AD62-4683-8D45-4D00F848BDE7}" dt="2026-09-22T06:46:57.355" v="1511" actId="20577"/>
          <ac:spMkLst>
            <pc:docMk/>
            <pc:sldMk cId="1738617915" sldId="695"/>
            <ac:spMk id="3" creationId="{DFFF2150-D65B-D635-25F5-698358CCD2D3}"/>
          </ac:spMkLst>
        </pc:spChg>
        <pc:spChg chg="del">
          <ac:chgData name="Marco Parenzan" userId="a83bbb23f3e251dc" providerId="LiveId" clId="{5D234868-AD62-4683-8D45-4D00F848BDE7}" dt="2026-09-22T06:46:59.985" v="1512" actId="478"/>
          <ac:spMkLst>
            <pc:docMk/>
            <pc:sldMk cId="1738617915" sldId="695"/>
            <ac:spMk id="11" creationId="{97B7B326-A88F-B2E6-9E90-BD43D988AB36}"/>
          </ac:spMkLst>
        </pc:spChg>
        <pc:spChg chg="mod">
          <ac:chgData name="Marco Parenzan" userId="a83bbb23f3e251dc" providerId="LiveId" clId="{5D234868-AD62-4683-8D45-4D00F848BDE7}" dt="2026-09-22T06:45:03.774" v="1472" actId="20577"/>
          <ac:spMkLst>
            <pc:docMk/>
            <pc:sldMk cId="1738617915" sldId="695"/>
            <ac:spMk id="18" creationId="{88D3BBE0-A194-CDA4-819C-DFD3C57385AA}"/>
          </ac:spMkLst>
        </pc:spChg>
        <pc:spChg chg="mod">
          <ac:chgData name="Marco Parenzan" userId="a83bbb23f3e251dc" providerId="LiveId" clId="{5D234868-AD62-4683-8D45-4D00F848BDE7}" dt="2026-09-22T06:46:09.763" v="1499" actId="20577"/>
          <ac:spMkLst>
            <pc:docMk/>
            <pc:sldMk cId="1738617915" sldId="695"/>
            <ac:spMk id="27" creationId="{B564210E-6935-F5BD-CC74-B28079B7D226}"/>
          </ac:spMkLst>
        </pc:spChg>
        <pc:spChg chg="mod">
          <ac:chgData name="Marco Parenzan" userId="a83bbb23f3e251dc" providerId="LiveId" clId="{5D234868-AD62-4683-8D45-4D00F848BDE7}" dt="2026-09-22T06:45:34.049" v="1475"/>
          <ac:spMkLst>
            <pc:docMk/>
            <pc:sldMk cId="1738617915" sldId="695"/>
            <ac:spMk id="28" creationId="{A863CC50-00C8-C8B9-57C9-10F263546018}"/>
          </ac:spMkLst>
        </pc:spChg>
        <pc:spChg chg="mod">
          <ac:chgData name="Marco Parenzan" userId="a83bbb23f3e251dc" providerId="LiveId" clId="{5D234868-AD62-4683-8D45-4D00F848BDE7}" dt="2026-09-22T06:46:31.047" v="1500"/>
          <ac:spMkLst>
            <pc:docMk/>
            <pc:sldMk cId="1738617915" sldId="695"/>
            <ac:spMk id="30" creationId="{F47490E9-CF3B-8E12-0599-B4A5CFCEF463}"/>
          </ac:spMkLst>
        </pc:spChg>
        <pc:picChg chg="add">
          <ac:chgData name="Marco Parenzan" userId="a83bbb23f3e251dc" providerId="LiveId" clId="{5D234868-AD62-4683-8D45-4D00F848BDE7}" dt="2026-09-22T06:46:35.794" v="1501" actId="22"/>
          <ac:picMkLst>
            <pc:docMk/>
            <pc:sldMk cId="1738617915" sldId="695"/>
            <ac:picMk id="5" creationId="{5C97E225-790D-1378-02DA-A9B7F4432773}"/>
          </ac:picMkLst>
        </pc:picChg>
        <pc:picChg chg="add mod">
          <ac:chgData name="Marco Parenzan" userId="a83bbb23f3e251dc" providerId="LiveId" clId="{5D234868-AD62-4683-8D45-4D00F848BDE7}" dt="2026-09-22T06:47:25.405" v="1521" actId="1076"/>
          <ac:picMkLst>
            <pc:docMk/>
            <pc:sldMk cId="1738617915" sldId="695"/>
            <ac:picMk id="6" creationId="{4D81A9BA-84A4-5FFA-269D-E9F8BAC030D9}"/>
          </ac:picMkLst>
        </pc:picChg>
        <pc:picChg chg="add mod">
          <ac:chgData name="Marco Parenzan" userId="a83bbb23f3e251dc" providerId="LiveId" clId="{5D234868-AD62-4683-8D45-4D00F848BDE7}" dt="2026-09-22T06:48:31.965" v="1536" actId="1076"/>
          <ac:picMkLst>
            <pc:docMk/>
            <pc:sldMk cId="1738617915" sldId="695"/>
            <ac:picMk id="8" creationId="{648B2B74-144A-A16D-8522-3B4636BBB629}"/>
          </ac:picMkLst>
        </pc:picChg>
        <pc:picChg chg="mod">
          <ac:chgData name="Marco Parenzan" userId="a83bbb23f3e251dc" providerId="LiveId" clId="{5D234868-AD62-4683-8D45-4D00F848BDE7}" dt="2026-09-22T06:46:54.331" v="1503" actId="1076"/>
          <ac:picMkLst>
            <pc:docMk/>
            <pc:sldMk cId="1738617915" sldId="695"/>
            <ac:picMk id="43" creationId="{C61AE3C8-87D4-4BBE-4531-A24CA96DB84E}"/>
          </ac:picMkLst>
        </pc:picChg>
        <pc:picChg chg="del">
          <ac:chgData name="Marco Parenzan" userId="a83bbb23f3e251dc" providerId="LiveId" clId="{5D234868-AD62-4683-8D45-4D00F848BDE7}" dt="2026-09-22T06:46:52.681" v="1502" actId="478"/>
          <ac:picMkLst>
            <pc:docMk/>
            <pc:sldMk cId="1738617915" sldId="695"/>
            <ac:picMk id="44" creationId="{D6FC8D88-F35C-761E-21DA-747ADE0F46C1}"/>
          </ac:picMkLst>
        </pc:picChg>
        <pc:picChg chg="del">
          <ac:chgData name="Marco Parenzan" userId="a83bbb23f3e251dc" providerId="LiveId" clId="{5D234868-AD62-4683-8D45-4D00F848BDE7}" dt="2026-09-22T06:45:10.108" v="1474" actId="478"/>
          <ac:picMkLst>
            <pc:docMk/>
            <pc:sldMk cId="1738617915" sldId="695"/>
            <ac:picMk id="56" creationId="{655BDD1F-6AD2-6F57-F2C6-373CE977BC6C}"/>
          </ac:picMkLst>
        </pc:picChg>
        <pc:picChg chg="del">
          <ac:chgData name="Marco Parenzan" userId="a83bbb23f3e251dc" providerId="LiveId" clId="{5D234868-AD62-4683-8D45-4D00F848BDE7}" dt="2026-09-22T06:45:10.108" v="1474" actId="478"/>
          <ac:picMkLst>
            <pc:docMk/>
            <pc:sldMk cId="1738617915" sldId="695"/>
            <ac:picMk id="57" creationId="{6CA23BC8-3245-3AE8-FAAA-BAAA0D31AB15}"/>
          </ac:picMkLst>
        </pc:picChg>
        <pc:picChg chg="del">
          <ac:chgData name="Marco Parenzan" userId="a83bbb23f3e251dc" providerId="LiveId" clId="{5D234868-AD62-4683-8D45-4D00F848BDE7}" dt="2026-09-22T06:45:10.108" v="1474" actId="478"/>
          <ac:picMkLst>
            <pc:docMk/>
            <pc:sldMk cId="1738617915" sldId="695"/>
            <ac:picMk id="58" creationId="{0AD8C1D4-8D2D-6ABB-52CB-4C9FACEC30EF}"/>
          </ac:picMkLst>
        </pc:picChg>
        <pc:picChg chg="del">
          <ac:chgData name="Marco Parenzan" userId="a83bbb23f3e251dc" providerId="LiveId" clId="{5D234868-AD62-4683-8D45-4D00F848BDE7}" dt="2026-09-22T06:45:10.108" v="1474" actId="478"/>
          <ac:picMkLst>
            <pc:docMk/>
            <pc:sldMk cId="1738617915" sldId="695"/>
            <ac:picMk id="62" creationId="{8E3812A8-617D-1B04-2AC5-180F488E43ED}"/>
          </ac:picMkLst>
        </pc:picChg>
        <pc:picChg chg="del">
          <ac:chgData name="Marco Parenzan" userId="a83bbb23f3e251dc" providerId="LiveId" clId="{5D234868-AD62-4683-8D45-4D00F848BDE7}" dt="2026-09-22T06:45:56.291" v="1484" actId="478"/>
          <ac:picMkLst>
            <pc:docMk/>
            <pc:sldMk cId="1738617915" sldId="695"/>
            <ac:picMk id="63" creationId="{00BA09E3-1808-EE5A-A3F1-A6788DDFBBB4}"/>
          </ac:picMkLst>
        </pc:picChg>
        <pc:picChg chg="del">
          <ac:chgData name="Marco Parenzan" userId="a83bbb23f3e251dc" providerId="LiveId" clId="{5D234868-AD62-4683-8D45-4D00F848BDE7}" dt="2026-09-22T06:45:56.769" v="1485" actId="478"/>
          <ac:picMkLst>
            <pc:docMk/>
            <pc:sldMk cId="1738617915" sldId="695"/>
            <ac:picMk id="64" creationId="{4552D0F3-7BF1-0B0B-2ABE-C2BA13CD7FC5}"/>
          </ac:picMkLst>
        </pc:picChg>
        <pc:picChg chg="del">
          <ac:chgData name="Marco Parenzan" userId="a83bbb23f3e251dc" providerId="LiveId" clId="{5D234868-AD62-4683-8D45-4D00F848BDE7}" dt="2026-09-22T06:45:57.197" v="1486" actId="478"/>
          <ac:picMkLst>
            <pc:docMk/>
            <pc:sldMk cId="1738617915" sldId="695"/>
            <ac:picMk id="65" creationId="{34FAC14E-E489-5FFF-3780-0F1DD130A5E5}"/>
          </ac:picMkLst>
        </pc:picChg>
        <pc:picChg chg="del">
          <ac:chgData name="Marco Parenzan" userId="a83bbb23f3e251dc" providerId="LiveId" clId="{5D234868-AD62-4683-8D45-4D00F848BDE7}" dt="2026-09-22T06:45:57.675" v="1487" actId="478"/>
          <ac:picMkLst>
            <pc:docMk/>
            <pc:sldMk cId="1738617915" sldId="695"/>
            <ac:picMk id="66" creationId="{2AC37004-76C4-51ED-5AEA-7BCA982D3B5A}"/>
          </ac:picMkLst>
        </pc:picChg>
        <pc:picChg chg="del">
          <ac:chgData name="Marco Parenzan" userId="a83bbb23f3e251dc" providerId="LiveId" clId="{5D234868-AD62-4683-8D45-4D00F848BDE7}" dt="2026-09-22T06:45:06.880" v="1473" actId="478"/>
          <ac:picMkLst>
            <pc:docMk/>
            <pc:sldMk cId="1738617915" sldId="695"/>
            <ac:picMk id="67" creationId="{DDEBEF82-1391-1201-5A9B-EAFC7B33E188}"/>
          </ac:picMkLst>
        </pc:picChg>
      </pc:sldChg>
      <pc:sldChg chg="addSp delSp modSp new del mod modClrScheme chgLayout">
        <pc:chgData name="Marco Parenzan" userId="a83bbb23f3e251dc" providerId="LiveId" clId="{5D234868-AD62-4683-8D45-4D00F848BDE7}" dt="2026-09-22T20:19:08.001" v="2001" actId="47"/>
        <pc:sldMkLst>
          <pc:docMk/>
          <pc:sldMk cId="1479564130" sldId="696"/>
        </pc:sldMkLst>
        <pc:spChg chg="del mod ord">
          <ac:chgData name="Marco Parenzan" userId="a83bbb23f3e251dc" providerId="LiveId" clId="{5D234868-AD62-4683-8D45-4D00F848BDE7}" dt="2026-09-22T06:51:47.225" v="1552" actId="700"/>
          <ac:spMkLst>
            <pc:docMk/>
            <pc:sldMk cId="1479564130" sldId="696"/>
            <ac:spMk id="2" creationId="{FC55E941-5A11-0CFD-9CF5-95343DD7B913}"/>
          </ac:spMkLst>
        </pc:spChg>
        <pc:spChg chg="del mod ord">
          <ac:chgData name="Marco Parenzan" userId="a83bbb23f3e251dc" providerId="LiveId" clId="{5D234868-AD62-4683-8D45-4D00F848BDE7}" dt="2026-09-22T06:51:47.225" v="1552" actId="700"/>
          <ac:spMkLst>
            <pc:docMk/>
            <pc:sldMk cId="1479564130" sldId="696"/>
            <ac:spMk id="3" creationId="{E19898F4-3085-C15E-848E-0F0CBACC2762}"/>
          </ac:spMkLst>
        </pc:spChg>
        <pc:spChg chg="add mod ord">
          <ac:chgData name="Marco Parenzan" userId="a83bbb23f3e251dc" providerId="LiveId" clId="{5D234868-AD62-4683-8D45-4D00F848BDE7}" dt="2026-09-22T06:52:25.494" v="1580" actId="6264"/>
          <ac:spMkLst>
            <pc:docMk/>
            <pc:sldMk cId="1479564130" sldId="696"/>
            <ac:spMk id="4" creationId="{BA5E9AB3-1D8D-DAE0-8510-B801A959C2D8}"/>
          </ac:spMkLst>
        </pc:spChg>
        <pc:spChg chg="add mod ord">
          <ac:chgData name="Marco Parenzan" userId="a83bbb23f3e251dc" providerId="LiveId" clId="{5D234868-AD62-4683-8D45-4D00F848BDE7}" dt="2026-09-22T20:00:56.936" v="1965" actId="1076"/>
          <ac:spMkLst>
            <pc:docMk/>
            <pc:sldMk cId="1479564130" sldId="696"/>
            <ac:spMk id="5" creationId="{92903D4E-6BEC-1DA7-3C2C-22DB318081DE}"/>
          </ac:spMkLst>
        </pc:spChg>
        <pc:spChg chg="add del mod">
          <ac:chgData name="Marco Parenzan" userId="a83bbb23f3e251dc" providerId="LiveId" clId="{5D234868-AD62-4683-8D45-4D00F848BDE7}" dt="2026-09-22T06:52:12.128" v="1573" actId="6264"/>
          <ac:spMkLst>
            <pc:docMk/>
            <pc:sldMk cId="1479564130" sldId="696"/>
            <ac:spMk id="6" creationId="{7F1A20BD-2A8A-B7C6-CD69-92F858A62D21}"/>
          </ac:spMkLst>
        </pc:spChg>
        <pc:spChg chg="add del mod">
          <ac:chgData name="Marco Parenzan" userId="a83bbb23f3e251dc" providerId="LiveId" clId="{5D234868-AD62-4683-8D45-4D00F848BDE7}" dt="2026-09-22T06:52:12.128" v="1573" actId="6264"/>
          <ac:spMkLst>
            <pc:docMk/>
            <pc:sldMk cId="1479564130" sldId="696"/>
            <ac:spMk id="7" creationId="{DA7481E2-2E50-EC9D-9B7D-2A9F0CC5A82F}"/>
          </ac:spMkLst>
        </pc:spChg>
        <pc:spChg chg="add del mod">
          <ac:chgData name="Marco Parenzan" userId="a83bbb23f3e251dc" providerId="LiveId" clId="{5D234868-AD62-4683-8D45-4D00F848BDE7}" dt="2026-09-22T06:52:25.494" v="1580" actId="6264"/>
          <ac:spMkLst>
            <pc:docMk/>
            <pc:sldMk cId="1479564130" sldId="696"/>
            <ac:spMk id="8" creationId="{F1CBA610-F815-532C-1C10-3EB7F887A8BE}"/>
          </ac:spMkLst>
        </pc:spChg>
        <pc:spChg chg="add del mod">
          <ac:chgData name="Marco Parenzan" userId="a83bbb23f3e251dc" providerId="LiveId" clId="{5D234868-AD62-4683-8D45-4D00F848BDE7}" dt="2026-09-22T06:52:25.494" v="1580" actId="6264"/>
          <ac:spMkLst>
            <pc:docMk/>
            <pc:sldMk cId="1479564130" sldId="696"/>
            <ac:spMk id="9" creationId="{74910507-CEA7-81AF-FBB4-C1C8EF45EF59}"/>
          </ac:spMkLst>
        </pc:spChg>
      </pc:sldChg>
      <pc:sldChg chg="addSp delSp modSp new mod ord chgLayout">
        <pc:chgData name="Marco Parenzan" userId="a83bbb23f3e251dc" providerId="LiveId" clId="{5D234868-AD62-4683-8D45-4D00F848BDE7}" dt="2026-09-22T23:04:35.189" v="2087"/>
        <pc:sldMkLst>
          <pc:docMk/>
          <pc:sldMk cId="3252801044" sldId="697"/>
        </pc:sldMkLst>
        <pc:spChg chg="mod ord">
          <ac:chgData name="Marco Parenzan" userId="a83bbb23f3e251dc" providerId="LiveId" clId="{5D234868-AD62-4683-8D45-4D00F848BDE7}" dt="2026-09-22T23:04:17.909" v="2085" actId="6264"/>
          <ac:spMkLst>
            <pc:docMk/>
            <pc:sldMk cId="3252801044" sldId="697"/>
            <ac:spMk id="2" creationId="{1568F3FE-5CA9-D033-53D3-2ED0E7043B63}"/>
          </ac:spMkLst>
        </pc:spChg>
        <pc:spChg chg="add del mod">
          <ac:chgData name="Marco Parenzan" userId="a83bbb23f3e251dc" providerId="LiveId" clId="{5D234868-AD62-4683-8D45-4D00F848BDE7}" dt="2026-09-22T23:04:17.909" v="2085" actId="6264"/>
          <ac:spMkLst>
            <pc:docMk/>
            <pc:sldMk cId="3252801044" sldId="697"/>
            <ac:spMk id="3" creationId="{35ADAAB1-B16A-CCC9-FD1A-4F6654E39C99}"/>
          </ac:spMkLst>
        </pc:spChg>
        <pc:spChg chg="del mod">
          <ac:chgData name="Marco Parenzan" userId="a83bbb23f3e251dc" providerId="LiveId" clId="{5D234868-AD62-4683-8D45-4D00F848BDE7}" dt="2026-09-22T06:55:16.603" v="1594" actId="478"/>
          <ac:spMkLst>
            <pc:docMk/>
            <pc:sldMk cId="3252801044" sldId="697"/>
            <ac:spMk id="3" creationId="{6D3B2ACB-8836-E205-B8D4-888CB9C74607}"/>
          </ac:spMkLst>
        </pc:spChg>
        <pc:spChg chg="add del mod">
          <ac:chgData name="Marco Parenzan" userId="a83bbb23f3e251dc" providerId="LiveId" clId="{5D234868-AD62-4683-8D45-4D00F848BDE7}" dt="2026-09-22T23:04:17.909" v="2085" actId="6264"/>
          <ac:spMkLst>
            <pc:docMk/>
            <pc:sldMk cId="3252801044" sldId="697"/>
            <ac:spMk id="4" creationId="{51D2EC8B-0344-B973-2EA5-428F1A135833}"/>
          </ac:spMkLst>
        </pc:spChg>
        <pc:spChg chg="add del mod">
          <ac:chgData name="Marco Parenzan" userId="a83bbb23f3e251dc" providerId="LiveId" clId="{5D234868-AD62-4683-8D45-4D00F848BDE7}" dt="2026-09-22T06:55:24.611" v="1595"/>
          <ac:spMkLst>
            <pc:docMk/>
            <pc:sldMk cId="3252801044" sldId="697"/>
            <ac:spMk id="5" creationId="{02005D8D-D536-4DFD-551D-96EF8F9C63D8}"/>
          </ac:spMkLst>
        </pc:spChg>
        <pc:spChg chg="add del mod">
          <ac:chgData name="Marco Parenzan" userId="a83bbb23f3e251dc" providerId="LiveId" clId="{5D234868-AD62-4683-8D45-4D00F848BDE7}" dt="2026-09-22T06:55:26.787" v="1596" actId="6264"/>
          <ac:spMkLst>
            <pc:docMk/>
            <pc:sldMk cId="3252801044" sldId="697"/>
            <ac:spMk id="7" creationId="{FCAB9814-1027-813F-0E3A-ACB007E25CC1}"/>
          </ac:spMkLst>
        </pc:spChg>
        <pc:spChg chg="add del mod">
          <ac:chgData name="Marco Parenzan" userId="a83bbb23f3e251dc" providerId="LiveId" clId="{5D234868-AD62-4683-8D45-4D00F848BDE7}" dt="2026-09-22T06:55:26.787" v="1596" actId="6264"/>
          <ac:spMkLst>
            <pc:docMk/>
            <pc:sldMk cId="3252801044" sldId="697"/>
            <ac:spMk id="8" creationId="{0EF16651-EBEE-E253-E1E7-490834DD8018}"/>
          </ac:spMkLst>
        </pc:spChg>
        <pc:graphicFrameChg chg="add mod ord modGraphic">
          <ac:chgData name="Marco Parenzan" userId="a83bbb23f3e251dc" providerId="LiveId" clId="{5D234868-AD62-4683-8D45-4D00F848BDE7}" dt="2026-09-22T23:04:17.909" v="2085" actId="6264"/>
          <ac:graphicFrameMkLst>
            <pc:docMk/>
            <pc:sldMk cId="3252801044" sldId="697"/>
            <ac:graphicFrameMk id="6" creationId="{4BB94C4F-B17A-C9E2-4E9F-B140A71A9E18}"/>
          </ac:graphicFrameMkLst>
        </pc:graphicFrameChg>
      </pc:sldChg>
      <pc:sldChg chg="addSp delSp modSp new mod modClrScheme chgLayout">
        <pc:chgData name="Marco Parenzan" userId="a83bbb23f3e251dc" providerId="LiveId" clId="{5D234868-AD62-4683-8D45-4D00F848BDE7}" dt="2026-09-22T23:09:10.996" v="2098" actId="27636"/>
        <pc:sldMkLst>
          <pc:docMk/>
          <pc:sldMk cId="1573333409" sldId="698"/>
        </pc:sldMkLst>
        <pc:spChg chg="del mod ord">
          <ac:chgData name="Marco Parenzan" userId="a83bbb23f3e251dc" providerId="LiveId" clId="{5D234868-AD62-4683-8D45-4D00F848BDE7}" dt="2026-09-22T06:56:49.399" v="1620" actId="700"/>
          <ac:spMkLst>
            <pc:docMk/>
            <pc:sldMk cId="1573333409" sldId="698"/>
            <ac:spMk id="2" creationId="{C534D2A8-C31A-1823-C8C2-0E552CAC2F49}"/>
          </ac:spMkLst>
        </pc:spChg>
        <pc:spChg chg="del mod ord">
          <ac:chgData name="Marco Parenzan" userId="a83bbb23f3e251dc" providerId="LiveId" clId="{5D234868-AD62-4683-8D45-4D00F848BDE7}" dt="2026-09-22T06:56:49.399" v="1620" actId="700"/>
          <ac:spMkLst>
            <pc:docMk/>
            <pc:sldMk cId="1573333409" sldId="698"/>
            <ac:spMk id="3" creationId="{D726E8DB-B866-9520-7432-75DD39DC56C6}"/>
          </ac:spMkLst>
        </pc:spChg>
        <pc:spChg chg="add mod ord">
          <ac:chgData name="Marco Parenzan" userId="a83bbb23f3e251dc" providerId="LiveId" clId="{5D234868-AD62-4683-8D45-4D00F848BDE7}" dt="2026-09-22T07:01:19.347" v="1697" actId="6264"/>
          <ac:spMkLst>
            <pc:docMk/>
            <pc:sldMk cId="1573333409" sldId="698"/>
            <ac:spMk id="4" creationId="{16E6F2FE-9512-9C71-C722-0C74248F0D0A}"/>
          </ac:spMkLst>
        </pc:spChg>
        <pc:spChg chg="add mod ord">
          <ac:chgData name="Marco Parenzan" userId="a83bbb23f3e251dc" providerId="LiveId" clId="{5D234868-AD62-4683-8D45-4D00F848BDE7}" dt="2026-09-22T23:09:10.996" v="2098" actId="27636"/>
          <ac:spMkLst>
            <pc:docMk/>
            <pc:sldMk cId="1573333409" sldId="698"/>
            <ac:spMk id="5" creationId="{66FF801F-D95D-E690-7ED1-A6187C87A33A}"/>
          </ac:spMkLst>
        </pc:spChg>
        <pc:spChg chg="add del mod">
          <ac:chgData name="Marco Parenzan" userId="a83bbb23f3e251dc" providerId="LiveId" clId="{5D234868-AD62-4683-8D45-4D00F848BDE7}" dt="2026-09-22T07:01:19.347" v="1697" actId="6264"/>
          <ac:spMkLst>
            <pc:docMk/>
            <pc:sldMk cId="1573333409" sldId="698"/>
            <ac:spMk id="6" creationId="{995E5FDF-B00C-ADFD-0BEB-655B52C121D0}"/>
          </ac:spMkLst>
        </pc:spChg>
        <pc:spChg chg="add del mod">
          <ac:chgData name="Marco Parenzan" userId="a83bbb23f3e251dc" providerId="LiveId" clId="{5D234868-AD62-4683-8D45-4D00F848BDE7}" dt="2026-09-22T07:01:19.347" v="1697" actId="6264"/>
          <ac:spMkLst>
            <pc:docMk/>
            <pc:sldMk cId="1573333409" sldId="698"/>
            <ac:spMk id="7" creationId="{7646BA9A-B5FD-9F03-F6FA-47A471AB7E69}"/>
          </ac:spMkLst>
        </pc:spChg>
      </pc:sldChg>
      <pc:sldChg chg="add">
        <pc:chgData name="Marco Parenzan" userId="a83bbb23f3e251dc" providerId="LiveId" clId="{5D234868-AD62-4683-8D45-4D00F848BDE7}" dt="2026-09-22T07:04:03.242" v="1708"/>
        <pc:sldMkLst>
          <pc:docMk/>
          <pc:sldMk cId="3028405109" sldId="699"/>
        </pc:sldMkLst>
      </pc:sldChg>
      <pc:sldChg chg="modSp add del mod">
        <pc:chgData name="Marco Parenzan" userId="a83bbb23f3e251dc" providerId="LiveId" clId="{5D234868-AD62-4683-8D45-4D00F848BDE7}" dt="2026-09-22T20:18:59.240" v="1997" actId="47"/>
        <pc:sldMkLst>
          <pc:docMk/>
          <pc:sldMk cId="510872942" sldId="700"/>
        </pc:sldMkLst>
        <pc:spChg chg="mod">
          <ac:chgData name="Marco Parenzan" userId="a83bbb23f3e251dc" providerId="LiveId" clId="{5D234868-AD62-4683-8D45-4D00F848BDE7}" dt="2026-09-22T12:01:00.965" v="1763" actId="20577"/>
          <ac:spMkLst>
            <pc:docMk/>
            <pc:sldMk cId="510872942" sldId="700"/>
            <ac:spMk id="4" creationId="{6350FBE4-25A3-4499-594D-BDA0F81B895A}"/>
          </ac:spMkLst>
        </pc:spChg>
        <pc:spChg chg="mod">
          <ac:chgData name="Marco Parenzan" userId="a83bbb23f3e251dc" providerId="LiveId" clId="{5D234868-AD62-4683-8D45-4D00F848BDE7}" dt="2026-09-22T12:01:29.068" v="1790" actId="20577"/>
          <ac:spMkLst>
            <pc:docMk/>
            <pc:sldMk cId="510872942" sldId="700"/>
            <ac:spMk id="5" creationId="{F8E14208-2E44-F0CF-BAC8-BE1D65CD1642}"/>
          </ac:spMkLst>
        </pc:spChg>
      </pc:sldChg>
      <pc:sldChg chg="modSp add del mod">
        <pc:chgData name="Marco Parenzan" userId="a83bbb23f3e251dc" providerId="LiveId" clId="{5D234868-AD62-4683-8D45-4D00F848BDE7}" dt="2026-09-22T20:19:00.498" v="1998" actId="47"/>
        <pc:sldMkLst>
          <pc:docMk/>
          <pc:sldMk cId="480540370" sldId="701"/>
        </pc:sldMkLst>
        <pc:spChg chg="mod">
          <ac:chgData name="Marco Parenzan" userId="a83bbb23f3e251dc" providerId="LiveId" clId="{5D234868-AD62-4683-8D45-4D00F848BDE7}" dt="2026-09-22T12:01:13.855" v="1775" actId="20577"/>
          <ac:spMkLst>
            <pc:docMk/>
            <pc:sldMk cId="480540370" sldId="701"/>
            <ac:spMk id="4" creationId="{F049ABC7-2A2B-3C38-BD4B-82ECED9A058C}"/>
          </ac:spMkLst>
        </pc:spChg>
        <pc:spChg chg="mod">
          <ac:chgData name="Marco Parenzan" userId="a83bbb23f3e251dc" providerId="LiveId" clId="{5D234868-AD62-4683-8D45-4D00F848BDE7}" dt="2026-09-22T12:01:24.436" v="1783" actId="20577"/>
          <ac:spMkLst>
            <pc:docMk/>
            <pc:sldMk cId="480540370" sldId="701"/>
            <ac:spMk id="5" creationId="{98FA658B-4E37-B231-F630-91C9BB55CD9E}"/>
          </ac:spMkLst>
        </pc:spChg>
      </pc:sldChg>
      <pc:sldChg chg="addSp delSp modSp new mod ord chgLayout">
        <pc:chgData name="Marco Parenzan" userId="a83bbb23f3e251dc" providerId="LiveId" clId="{5D234868-AD62-4683-8D45-4D00F848BDE7}" dt="2026-09-22T23:05:42.083" v="2091" actId="6264"/>
        <pc:sldMkLst>
          <pc:docMk/>
          <pc:sldMk cId="4052615162" sldId="702"/>
        </pc:sldMkLst>
        <pc:spChg chg="mod ord">
          <ac:chgData name="Marco Parenzan" userId="a83bbb23f3e251dc" providerId="LiveId" clId="{5D234868-AD62-4683-8D45-4D00F848BDE7}" dt="2026-09-22T23:05:42.083" v="2091" actId="6264"/>
          <ac:spMkLst>
            <pc:docMk/>
            <pc:sldMk cId="4052615162" sldId="702"/>
            <ac:spMk id="2" creationId="{F7EDE105-C8AE-0727-D198-D9C4BF01EEFA}"/>
          </ac:spMkLst>
        </pc:spChg>
        <pc:spChg chg="mod ord">
          <ac:chgData name="Marco Parenzan" userId="a83bbb23f3e251dc" providerId="LiveId" clId="{5D234868-AD62-4683-8D45-4D00F848BDE7}" dt="2026-09-22T23:05:42.083" v="2091" actId="6264"/>
          <ac:spMkLst>
            <pc:docMk/>
            <pc:sldMk cId="4052615162" sldId="702"/>
            <ac:spMk id="3" creationId="{128D2F6C-1057-442A-0FAB-F8D7E4216502}"/>
          </ac:spMkLst>
        </pc:spChg>
        <pc:spChg chg="add del mod">
          <ac:chgData name="Marco Parenzan" userId="a83bbb23f3e251dc" providerId="LiveId" clId="{5D234868-AD62-4683-8D45-4D00F848BDE7}" dt="2026-09-22T23:05:42.083" v="2091" actId="6264"/>
          <ac:spMkLst>
            <pc:docMk/>
            <pc:sldMk cId="4052615162" sldId="702"/>
            <ac:spMk id="4" creationId="{135F00B3-5C19-990E-E9EF-4D4E63AACF2E}"/>
          </ac:spMkLst>
        </pc:spChg>
        <pc:spChg chg="add del mod">
          <ac:chgData name="Marco Parenzan" userId="a83bbb23f3e251dc" providerId="LiveId" clId="{5D234868-AD62-4683-8D45-4D00F848BDE7}" dt="2026-09-22T23:05:42.083" v="2091" actId="6264"/>
          <ac:spMkLst>
            <pc:docMk/>
            <pc:sldMk cId="4052615162" sldId="702"/>
            <ac:spMk id="5" creationId="{2C2FCB91-24F8-627B-5D7C-FD547A32DA88}"/>
          </ac:spMkLst>
        </pc:spChg>
      </pc:sldChg>
      <pc:sldChg chg="modSp new del mod">
        <pc:chgData name="Marco Parenzan" userId="a83bbb23f3e251dc" providerId="LiveId" clId="{5D234868-AD62-4683-8D45-4D00F848BDE7}" dt="2026-09-22T20:24:09.832" v="2004" actId="18676"/>
        <pc:sldMkLst>
          <pc:docMk/>
          <pc:sldMk cId="1117780276" sldId="703"/>
        </pc:sldMkLst>
        <pc:spChg chg="mod">
          <ac:chgData name="Marco Parenzan" userId="a83bbb23f3e251dc" providerId="LiveId" clId="{5D234868-AD62-4683-8D45-4D00F848BDE7}" dt="2026-09-22T12:04:18.691" v="1846" actId="20577"/>
          <ac:spMkLst>
            <pc:docMk/>
            <pc:sldMk cId="1117780276" sldId="703"/>
            <ac:spMk id="2" creationId="{02A10856-B967-3F9A-B3A2-AE0A80EBA60F}"/>
          </ac:spMkLst>
        </pc:spChg>
        <pc:spChg chg="mod">
          <ac:chgData name="Marco Parenzan" userId="a83bbb23f3e251dc" providerId="LiveId" clId="{5D234868-AD62-4683-8D45-4D00F848BDE7}" dt="2026-09-22T12:04:19.832" v="1847"/>
          <ac:spMkLst>
            <pc:docMk/>
            <pc:sldMk cId="1117780276" sldId="703"/>
            <ac:spMk id="3" creationId="{9D71474B-7B23-F433-A0CD-FD809223B30D}"/>
          </ac:spMkLst>
        </pc:spChg>
      </pc:sldChg>
      <pc:sldChg chg="addSp delSp modSp new del mod modClrScheme chgLayout">
        <pc:chgData name="Marco Parenzan" userId="a83bbb23f3e251dc" providerId="LiveId" clId="{5D234868-AD62-4683-8D45-4D00F848BDE7}" dt="2026-09-22T20:24:09.832" v="2004" actId="18676"/>
        <pc:sldMkLst>
          <pc:docMk/>
          <pc:sldMk cId="4289279906" sldId="704"/>
        </pc:sldMkLst>
        <pc:spChg chg="mod ord">
          <ac:chgData name="Marco Parenzan" userId="a83bbb23f3e251dc" providerId="LiveId" clId="{5D234868-AD62-4683-8D45-4D00F848BDE7}" dt="2026-09-22T20:03:23.777" v="1993" actId="700"/>
          <ac:spMkLst>
            <pc:docMk/>
            <pc:sldMk cId="4289279906" sldId="704"/>
            <ac:spMk id="2" creationId="{738BB999-CCE8-A46C-B243-91BC486C5F35}"/>
          </ac:spMkLst>
        </pc:spChg>
        <pc:spChg chg="mod ord">
          <ac:chgData name="Marco Parenzan" userId="a83bbb23f3e251dc" providerId="LiveId" clId="{5D234868-AD62-4683-8D45-4D00F848BDE7}" dt="2026-09-22T20:03:23.802" v="1994" actId="27636"/>
          <ac:spMkLst>
            <pc:docMk/>
            <pc:sldMk cId="4289279906" sldId="704"/>
            <ac:spMk id="3" creationId="{D9CE2648-6AF5-E8F7-3402-C17A14856E46}"/>
          </ac:spMkLst>
        </pc:spChg>
        <pc:spChg chg="add del mod ord">
          <ac:chgData name="Marco Parenzan" userId="a83bbb23f3e251dc" providerId="LiveId" clId="{5D234868-AD62-4683-8D45-4D00F848BDE7}" dt="2026-09-22T20:03:23.777" v="1993" actId="700"/>
          <ac:spMkLst>
            <pc:docMk/>
            <pc:sldMk cId="4289279906" sldId="704"/>
            <ac:spMk id="4" creationId="{D94ABD74-2981-5AE1-6464-3F49565C1A58}"/>
          </ac:spMkLst>
        </pc:spChg>
      </pc:sldChg>
      <pc:sldChg chg="modSp new del mod">
        <pc:chgData name="Marco Parenzan" userId="a83bbb23f3e251dc" providerId="LiveId" clId="{5D234868-AD62-4683-8D45-4D00F848BDE7}" dt="2026-09-22T20:24:09.832" v="2004" actId="18676"/>
        <pc:sldMkLst>
          <pc:docMk/>
          <pc:sldMk cId="3345761130" sldId="705"/>
        </pc:sldMkLst>
        <pc:spChg chg="mod">
          <ac:chgData name="Marco Parenzan" userId="a83bbb23f3e251dc" providerId="LiveId" clId="{5D234868-AD62-4683-8D45-4D00F848BDE7}" dt="2026-09-22T12:10:14.520" v="1879"/>
          <ac:spMkLst>
            <pc:docMk/>
            <pc:sldMk cId="3345761130" sldId="705"/>
            <ac:spMk id="2" creationId="{133836DD-7921-3EF3-BA5E-C10462DED287}"/>
          </ac:spMkLst>
        </pc:spChg>
        <pc:spChg chg="mod">
          <ac:chgData name="Marco Parenzan" userId="a83bbb23f3e251dc" providerId="LiveId" clId="{5D234868-AD62-4683-8D45-4D00F848BDE7}" dt="2026-09-22T12:06:56.189" v="1878" actId="20577"/>
          <ac:spMkLst>
            <pc:docMk/>
            <pc:sldMk cId="3345761130" sldId="705"/>
            <ac:spMk id="3" creationId="{9362EFF4-7886-0A67-D012-099EFBCA0268}"/>
          </ac:spMkLst>
        </pc:spChg>
      </pc:sldChg>
      <pc:sldChg chg="modSp add mod ord">
        <pc:chgData name="Marco Parenzan" userId="a83bbb23f3e251dc" providerId="LiveId" clId="{5D234868-AD62-4683-8D45-4D00F848BDE7}" dt="2026-09-22T23:06:22.735" v="2093"/>
        <pc:sldMkLst>
          <pc:docMk/>
          <pc:sldMk cId="1188573190" sldId="706"/>
        </pc:sldMkLst>
        <pc:spChg chg="mod">
          <ac:chgData name="Marco Parenzan" userId="a83bbb23f3e251dc" providerId="LiveId" clId="{5D234868-AD62-4683-8D45-4D00F848BDE7}" dt="2026-09-22T23:06:16.863" v="2092"/>
          <ac:spMkLst>
            <pc:docMk/>
            <pc:sldMk cId="1188573190" sldId="706"/>
            <ac:spMk id="2" creationId="{552C7D06-5F85-1DC2-BE75-69B3782DEB0F}"/>
          </ac:spMkLst>
        </pc:spChg>
        <pc:spChg chg="mod">
          <ac:chgData name="Marco Parenzan" userId="a83bbb23f3e251dc" providerId="LiveId" clId="{5D234868-AD62-4683-8D45-4D00F848BDE7}" dt="2026-09-22T23:06:22.735" v="2093"/>
          <ac:spMkLst>
            <pc:docMk/>
            <pc:sldMk cId="1188573190" sldId="706"/>
            <ac:spMk id="3" creationId="{CE0947E8-D5C8-AF17-6253-A49636D0DE17}"/>
          </ac:spMkLst>
        </pc:spChg>
      </pc:sldChg>
      <pc:sldChg chg="addSp modSp add mod ord modClrScheme chgLayout">
        <pc:chgData name="Marco Parenzan" userId="a83bbb23f3e251dc" providerId="LiveId" clId="{5D234868-AD62-4683-8D45-4D00F848BDE7}" dt="2026-09-22T23:02:24.566" v="2077" actId="27636"/>
        <pc:sldMkLst>
          <pc:docMk/>
          <pc:sldMk cId="4042495137" sldId="707"/>
        </pc:sldMkLst>
        <pc:spChg chg="mod ord">
          <ac:chgData name="Marco Parenzan" userId="a83bbb23f3e251dc" providerId="LiveId" clId="{5D234868-AD62-4683-8D45-4D00F848BDE7}" dt="2026-09-22T20:02:25.917" v="1976" actId="700"/>
          <ac:spMkLst>
            <pc:docMk/>
            <pc:sldMk cId="4042495137" sldId="707"/>
            <ac:spMk id="2" creationId="{24639CC6-D5C5-AD30-4B43-179DA4AC376E}"/>
          </ac:spMkLst>
        </pc:spChg>
        <pc:spChg chg="mod ord">
          <ac:chgData name="Marco Parenzan" userId="a83bbb23f3e251dc" providerId="LiveId" clId="{5D234868-AD62-4683-8D45-4D00F848BDE7}" dt="2026-09-22T23:02:23.357" v="2075" actId="27636"/>
          <ac:spMkLst>
            <pc:docMk/>
            <pc:sldMk cId="4042495137" sldId="707"/>
            <ac:spMk id="3" creationId="{C70D8839-B96D-CE6A-7E8E-7CDE2EE009C2}"/>
          </ac:spMkLst>
        </pc:spChg>
        <pc:spChg chg="add mod ord">
          <ac:chgData name="Marco Parenzan" userId="a83bbb23f3e251dc" providerId="LiveId" clId="{5D234868-AD62-4683-8D45-4D00F848BDE7}" dt="2026-09-22T23:02:24.566" v="2077" actId="27636"/>
          <ac:spMkLst>
            <pc:docMk/>
            <pc:sldMk cId="4042495137" sldId="707"/>
            <ac:spMk id="4" creationId="{AAB23F8C-5245-42C6-CEAE-6A766DCE9DAF}"/>
          </ac:spMkLst>
        </pc:spChg>
      </pc:sldChg>
      <pc:sldChg chg="addSp modSp add mod ord modClrScheme chgLayout">
        <pc:chgData name="Marco Parenzan" userId="a83bbb23f3e251dc" providerId="LiveId" clId="{5D234868-AD62-4683-8D45-4D00F848BDE7}" dt="2026-09-22T23:02:44.680" v="2083" actId="27636"/>
        <pc:sldMkLst>
          <pc:docMk/>
          <pc:sldMk cId="3232682023" sldId="708"/>
        </pc:sldMkLst>
        <pc:spChg chg="mod ord">
          <ac:chgData name="Marco Parenzan" userId="a83bbb23f3e251dc" providerId="LiveId" clId="{5D234868-AD62-4683-8D45-4D00F848BDE7}" dt="2026-09-22T20:01:35.003" v="1967" actId="700"/>
          <ac:spMkLst>
            <pc:docMk/>
            <pc:sldMk cId="3232682023" sldId="708"/>
            <ac:spMk id="2" creationId="{3481483C-31E6-72DF-EB09-9B03A8787E2D}"/>
          </ac:spMkLst>
        </pc:spChg>
        <pc:spChg chg="mod ord">
          <ac:chgData name="Marco Parenzan" userId="a83bbb23f3e251dc" providerId="LiveId" clId="{5D234868-AD62-4683-8D45-4D00F848BDE7}" dt="2026-09-22T23:02:42.748" v="2081" actId="27636"/>
          <ac:spMkLst>
            <pc:docMk/>
            <pc:sldMk cId="3232682023" sldId="708"/>
            <ac:spMk id="3" creationId="{A22ED0E8-CC73-3E7D-C82C-0A0C1139BF46}"/>
          </ac:spMkLst>
        </pc:spChg>
        <pc:spChg chg="add mod ord">
          <ac:chgData name="Marco Parenzan" userId="a83bbb23f3e251dc" providerId="LiveId" clId="{5D234868-AD62-4683-8D45-4D00F848BDE7}" dt="2026-09-22T23:02:44.680" v="2083" actId="27636"/>
          <ac:spMkLst>
            <pc:docMk/>
            <pc:sldMk cId="3232682023" sldId="708"/>
            <ac:spMk id="4" creationId="{6B0F8DF1-BACD-21E2-BDD2-5A269AE5EE92}"/>
          </ac:spMkLst>
        </pc:spChg>
      </pc:sldChg>
      <pc:sldChg chg="add del">
        <pc:chgData name="Marco Parenzan" userId="a83bbb23f3e251dc" providerId="LiveId" clId="{5D234868-AD62-4683-8D45-4D00F848BDE7}" dt="2026-09-22T22:57:13.166" v="2049"/>
        <pc:sldMkLst>
          <pc:docMk/>
          <pc:sldMk cId="240972985" sldId="709"/>
        </pc:sldMkLst>
      </pc:sldChg>
      <pc:sldChg chg="modSp add mod modAnim">
        <pc:chgData name="Marco Parenzan" userId="a83bbb23f3e251dc" providerId="LiveId" clId="{5D234868-AD62-4683-8D45-4D00F848BDE7}" dt="2026-09-23T06:52:17.677" v="2203"/>
        <pc:sldMkLst>
          <pc:docMk/>
          <pc:sldMk cId="760453098" sldId="709"/>
        </pc:sldMkLst>
        <pc:spChg chg="mod">
          <ac:chgData name="Marco Parenzan" userId="a83bbb23f3e251dc" providerId="LiveId" clId="{5D234868-AD62-4683-8D45-4D00F848BDE7}" dt="2026-09-22T22:57:35.013" v="2061" actId="20577"/>
          <ac:spMkLst>
            <pc:docMk/>
            <pc:sldMk cId="760453098" sldId="709"/>
            <ac:spMk id="2" creationId="{6B4A7D45-3C9E-39C7-803C-0E43CD210E72}"/>
          </ac:spMkLst>
        </pc:spChg>
        <pc:spChg chg="mod">
          <ac:chgData name="Marco Parenzan" userId="a83bbb23f3e251dc" providerId="LiveId" clId="{5D234868-AD62-4683-8D45-4D00F848BDE7}" dt="2026-09-22T23:13:22.494" v="2172" actId="21"/>
          <ac:spMkLst>
            <pc:docMk/>
            <pc:sldMk cId="760453098" sldId="709"/>
            <ac:spMk id="3" creationId="{6D4218F8-5625-469F-2613-999E40A99600}"/>
          </ac:spMkLst>
        </pc:spChg>
      </pc:sldChg>
      <pc:sldChg chg="modSp add del mod">
        <pc:chgData name="Marco Parenzan" userId="a83bbb23f3e251dc" providerId="LiveId" clId="{5D234868-AD62-4683-8D45-4D00F848BDE7}" dt="2026-09-22T19:54:01.123" v="1957" actId="47"/>
        <pc:sldMkLst>
          <pc:docMk/>
          <pc:sldMk cId="3437573911" sldId="709"/>
        </pc:sldMkLst>
        <pc:spChg chg="mod">
          <ac:chgData name="Marco Parenzan" userId="a83bbb23f3e251dc" providerId="LiveId" clId="{5D234868-AD62-4683-8D45-4D00F848BDE7}" dt="2026-09-22T19:53:34.644" v="1954" actId="21"/>
          <ac:spMkLst>
            <pc:docMk/>
            <pc:sldMk cId="3437573911" sldId="709"/>
            <ac:spMk id="3" creationId="{4737D454-235B-56FB-6B10-DDCE71DBF135}"/>
          </ac:spMkLst>
        </pc:spChg>
      </pc:sldChg>
      <pc:sldChg chg="modSp new mod">
        <pc:chgData name="Marco Parenzan" userId="a83bbb23f3e251dc" providerId="LiveId" clId="{5D234868-AD62-4683-8D45-4D00F848BDE7}" dt="2026-09-23T08:59:12.080" v="2344" actId="113"/>
        <pc:sldMkLst>
          <pc:docMk/>
          <pc:sldMk cId="2043931119" sldId="710"/>
        </pc:sldMkLst>
        <pc:spChg chg="mod">
          <ac:chgData name="Marco Parenzan" userId="a83bbb23f3e251dc" providerId="LiveId" clId="{5D234868-AD62-4683-8D45-4D00F848BDE7}" dt="2026-09-23T08:58:25.986" v="2255" actId="20577"/>
          <ac:spMkLst>
            <pc:docMk/>
            <pc:sldMk cId="2043931119" sldId="710"/>
            <ac:spMk id="2" creationId="{B5086B08-60CD-663B-FE2B-917CDFEA478B}"/>
          </ac:spMkLst>
        </pc:spChg>
        <pc:spChg chg="mod">
          <ac:chgData name="Marco Parenzan" userId="a83bbb23f3e251dc" providerId="LiveId" clId="{5D234868-AD62-4683-8D45-4D00F848BDE7}" dt="2026-09-23T08:59:12.080" v="2344" actId="113"/>
          <ac:spMkLst>
            <pc:docMk/>
            <pc:sldMk cId="2043931119" sldId="710"/>
            <ac:spMk id="3" creationId="{3FBC430E-78A7-658C-652B-31C96D7DE4C8}"/>
          </ac:spMkLst>
        </pc:spChg>
      </pc:sldChg>
      <pc:sldChg chg="addSp delSp modSp new del mod modClrScheme chgLayout">
        <pc:chgData name="Marco Parenzan" userId="a83bbb23f3e251dc" providerId="LiveId" clId="{5D234868-AD62-4683-8D45-4D00F848BDE7}" dt="2026-09-23T08:58:01.526" v="2207" actId="47"/>
        <pc:sldMkLst>
          <pc:docMk/>
          <pc:sldMk cId="3243314884" sldId="710"/>
        </pc:sldMkLst>
        <pc:spChg chg="del mod ord">
          <ac:chgData name="Marco Parenzan" userId="a83bbb23f3e251dc" providerId="LiveId" clId="{5D234868-AD62-4683-8D45-4D00F848BDE7}" dt="2026-09-23T08:57:41.821" v="2206" actId="700"/>
          <ac:spMkLst>
            <pc:docMk/>
            <pc:sldMk cId="3243314884" sldId="710"/>
            <ac:spMk id="2" creationId="{011D9C77-0DE1-D8AB-60C5-B00528DFB52B}"/>
          </ac:spMkLst>
        </pc:spChg>
        <pc:spChg chg="del">
          <ac:chgData name="Marco Parenzan" userId="a83bbb23f3e251dc" providerId="LiveId" clId="{5D234868-AD62-4683-8D45-4D00F848BDE7}" dt="2026-09-23T08:57:41.821" v="2206" actId="700"/>
          <ac:spMkLst>
            <pc:docMk/>
            <pc:sldMk cId="3243314884" sldId="710"/>
            <ac:spMk id="3" creationId="{0B912B23-A812-DE3D-7386-219B9AB8E1A3}"/>
          </ac:spMkLst>
        </pc:spChg>
        <pc:spChg chg="add mod ord">
          <ac:chgData name="Marco Parenzan" userId="a83bbb23f3e251dc" providerId="LiveId" clId="{5D234868-AD62-4683-8D45-4D00F848BDE7}" dt="2026-09-23T08:57:41.821" v="2206" actId="700"/>
          <ac:spMkLst>
            <pc:docMk/>
            <pc:sldMk cId="3243314884" sldId="710"/>
            <ac:spMk id="4" creationId="{97343BC2-92A2-B978-1084-60F3E4402E7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F6308272-5835-4EF2-8338-4CF3D53B7B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0855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5D70D03-0EAB-43BF-BC9B-B89C41E392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1898" y="1"/>
            <a:ext cx="4300855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8C0DD-40C9-477F-B05E-5EB02AF57936}" type="datetimeFigureOut">
              <a:rPr lang="it-IT" smtClean="0"/>
              <a:t>23/09/2026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71C9173-1813-4DF2-954A-714D86A4F1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0855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7023069-8468-492F-A353-6A444E3786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1898" y="6456612"/>
            <a:ext cx="4300855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818A0-23B7-4482-A80D-B506842765D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4381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0855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5621898" y="1"/>
            <a:ext cx="4300855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0B5EC-8458-4BBA-B9B8-D0FBEA2CFC1E}" type="datetimeFigureOut">
              <a:rPr lang="it-IT" smtClean="0"/>
              <a:t>23/09/2026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992505" y="3271381"/>
            <a:ext cx="794004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0855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5621898" y="6456612"/>
            <a:ext cx="4300855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2DD78-F36F-4CED-8AB8-7EDB06BE60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1234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MARCO — INTRO</a:t>
            </a:r>
          </a:p>
          <a:p>
            <a:endParaRPr/>
          </a:p>
          <a:p>
            <a:r>
              <a:t>Benvenuto. Obiettivo: in 30 minuti costruire una mappa della Data Platform Microsoft 2026. Presentare Silvano e la divisione: database a Silvano; DWH/analytics e filo narrativo a Marco.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9BE2E-75E1-C23B-F29A-54639F092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92DFC-7905-CF64-E75A-F341CDE57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40F0B-EE74-2AF9-A19A-3C2A02696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D69C7-29DA-895A-EAC0-E1CACC7E5E1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1621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DD33E-63F9-03D5-9ED0-D4A1AB4E2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E23B44-2E33-513E-8155-7149EB4FBB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7FF04-A448-5618-BB9C-5E80F811C2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MARCO — INTRO</a:t>
            </a:r>
          </a:p>
          <a:p>
            <a:endParaRPr/>
          </a:p>
          <a:p>
            <a:r>
              <a:t>Tesi della mezz'ora: niente comparativa a punteggio. Leggiamo i segnali della strategia Microsoft. Le differenze tra prodotti non sono un problema da eliminare: sono la fonte della scelta. I deep dive e le decisioni workload-by-workload restano volutamente per WPC.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150D4-1C3C-224A-69BD-81A9B99BE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57958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MARCO — INTRO</a:t>
            </a:r>
          </a:p>
          <a:p>
            <a:endParaRPr/>
          </a:p>
          <a:p>
            <a:r>
              <a:t>Tesi della mezz'ora: niente comparativa a punteggio. Leggiamo i segnali della strategia Microsoft. Le differenze tra prodotti non sono un problema da eliminare: sono la fonte della scelta. I deep dive e le decisioni workload-by-workload restano volutamente per WPC.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SILVANO — DB</a:t>
            </a:r>
          </a:p>
          <a:p>
            <a:endParaRPr/>
          </a:p>
          <a:p>
            <a:r>
              <a:t>Aprire la parte database. SQL Server e PostgreSQL non sono due copie dello stesso prodotto: hanno storie e punti di forza differenti. Il messaggio è che avere due opzioni forti aumenta la libertà architetturale. Poi entrare nelle due slide di dettaglio.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SILVANO — DB</a:t>
            </a:r>
          </a:p>
          <a:p>
            <a:endParaRPr/>
          </a:p>
          <a:p>
            <a:r>
              <a:t>Prima svolta: AND, non OR. Non esiste necessariamente 'il database aziendale'. Esiste il database adatto a questa applicazione, questo team e questo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SILVANO — DB</a:t>
            </a:r>
          </a:p>
          <a:p>
            <a:endParaRPr/>
          </a:p>
          <a:p>
            <a:r>
              <a:t>Percorrere i cinque punti senza fare brochure. Insistere: SQL Server non è legacy. Tooling, competenze e integrazione restano asset; SQL Server 2025 porta vector e scenari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SILVANO — DB</a:t>
            </a:r>
          </a:p>
          <a:p>
            <a:endParaRPr/>
          </a:p>
          <a:p>
            <a:r>
              <a:t>PostgreSQL come scelta positiva, non ripiego open source. Estensibilità ed ecosistema sono centrali. Due opzioni forti aumentano la libertà architetturale.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30BC0-591D-1ACD-B487-FDBAEDE42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DA1A8-4847-62B4-56DD-A74E4BCA11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2CD565-14AB-BA57-4E25-147BD31D2E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MARCO — INTRO</a:t>
            </a:r>
          </a:p>
          <a:p>
            <a:endParaRPr/>
          </a:p>
          <a:p>
            <a:r>
              <a:t>Tesi della mezz'ora: niente comparativa a punteggio. Leggiamo i segnali della strategia Microsoft. Le differenze tra prodotti non sono un problema da eliminare: sono la fonte della scelta. I deep dive e le decisioni workload-by-workload restano volutamente per WPC.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D669A-63B7-1F21-E8F1-FB02ADEFE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9674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MARCO — CHIUSURA</a:t>
            </a:r>
          </a:p>
          <a:p>
            <a:endParaRPr/>
          </a:p>
          <a:p>
            <a:r>
              <a:t>Cerniera verso WPC. Lasciare volutamente aperte le domande 'quando Fabric?', 'quando Databricks?', 'quando SQL?', 'quando Postgres?'. Oggi mappa e direzione; a novembre casi, criteri e scelte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F672231B-E64B-8533-63B8-FCEF6AD55B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089A269C-E978-5554-D656-1DACAB6C14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  <a:alpha val="4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7" name="Immagine 16" descr="Immagine che contiene Elementi grafici, Carattere, grafica, bianco&#10;&#10;Descrizione generata automaticamente">
            <a:extLst>
              <a:ext uri="{FF2B5EF4-FFF2-40B4-BE49-F238E27FC236}">
                <a16:creationId xmlns:a16="http://schemas.microsoft.com/office/drawing/2014/main" id="{84A656C2-30FB-3EC9-6D74-3CC0317C45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69" y="436032"/>
            <a:ext cx="1359931" cy="196326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C4575A2-3EDB-47FF-B6D3-14375B072C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073022"/>
            <a:ext cx="10515600" cy="1574044"/>
          </a:xfrm>
        </p:spPr>
        <p:txBody>
          <a:bodyPr anchor="b">
            <a:normAutofit/>
          </a:bodyPr>
          <a:lstStyle>
            <a:lvl1pPr algn="l">
              <a:defRPr sz="4400" b="1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it-IT"/>
              <a:t>FARE CLIC PER MODIFICARE IL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E7F6D73-6BF3-4D63-9907-1AB4BB7F29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765266"/>
            <a:ext cx="9144000" cy="473573"/>
          </a:xfrm>
        </p:spPr>
        <p:txBody>
          <a:bodyPr>
            <a:norm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IL SOTTOTITOLO DELLO SCHEMA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A854B01-C15F-859E-636F-B80259D490C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686" y="278256"/>
            <a:ext cx="1678452" cy="50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964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 userDrawn="1">
          <p15:clr>
            <a:srgbClr val="FBAE40"/>
          </p15:clr>
        </p15:guide>
        <p15:guide id="2" pos="12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8ADDC4-133D-43F8-B997-F71DC8DA5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19BB5A4B-2F21-45EB-B979-69D9E6A08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27" y="1461155"/>
            <a:ext cx="11054143" cy="4715808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F896F3AD-55CC-A649-2B21-05E28E281368}"/>
              </a:ext>
            </a:extLst>
          </p:cNvPr>
          <p:cNvSpPr/>
          <p:nvPr userDrawn="1"/>
        </p:nvSpPr>
        <p:spPr>
          <a:xfrm>
            <a:off x="0" y="0"/>
            <a:ext cx="264397" cy="6858000"/>
          </a:xfrm>
          <a:prstGeom prst="rect">
            <a:avLst/>
          </a:prstGeom>
          <a:gradFill flip="none" rotWithShape="1">
            <a:gsLst>
              <a:gs pos="0">
                <a:srgbClr val="705BE7">
                  <a:shade val="30000"/>
                  <a:satMod val="115000"/>
                </a:srgbClr>
              </a:gs>
              <a:gs pos="50000">
                <a:srgbClr val="705BE7">
                  <a:shade val="67500"/>
                  <a:satMod val="115000"/>
                </a:srgbClr>
              </a:gs>
              <a:gs pos="100000">
                <a:srgbClr val="705BE7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5442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1D736B-D901-4CCD-A28F-C9A06C4C6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74D8842-A5E7-4EA3-AD67-ADB3415AE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24321361-02E4-4205-4B83-D8920E37615A}"/>
              </a:ext>
            </a:extLst>
          </p:cNvPr>
          <p:cNvSpPr/>
          <p:nvPr userDrawn="1"/>
        </p:nvSpPr>
        <p:spPr>
          <a:xfrm>
            <a:off x="0" y="0"/>
            <a:ext cx="264397" cy="6858000"/>
          </a:xfrm>
          <a:prstGeom prst="rect">
            <a:avLst/>
          </a:prstGeom>
          <a:gradFill flip="none" rotWithShape="1">
            <a:gsLst>
              <a:gs pos="0">
                <a:srgbClr val="705BE7">
                  <a:shade val="30000"/>
                  <a:satMod val="115000"/>
                </a:srgbClr>
              </a:gs>
              <a:gs pos="50000">
                <a:srgbClr val="705BE7">
                  <a:shade val="67500"/>
                  <a:satMod val="115000"/>
                </a:srgbClr>
              </a:gs>
              <a:gs pos="100000">
                <a:srgbClr val="705BE7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30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8EBE9F-9046-409A-BE66-C8E048CCD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F851A2-8DE9-4433-AEB8-BC8F51AE9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8926" y="1461155"/>
            <a:ext cx="5450874" cy="471580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5AE27E1-4FB2-4092-8B71-019ABB11E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1155"/>
            <a:ext cx="5450870" cy="4715808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1D9A61A-12F4-8F60-5D20-604CF0947388}"/>
              </a:ext>
            </a:extLst>
          </p:cNvPr>
          <p:cNvSpPr/>
          <p:nvPr userDrawn="1"/>
        </p:nvSpPr>
        <p:spPr>
          <a:xfrm>
            <a:off x="0" y="0"/>
            <a:ext cx="264397" cy="6858000"/>
          </a:xfrm>
          <a:prstGeom prst="rect">
            <a:avLst/>
          </a:prstGeom>
          <a:gradFill flip="none" rotWithShape="1">
            <a:gsLst>
              <a:gs pos="0">
                <a:srgbClr val="705BE7">
                  <a:shade val="30000"/>
                  <a:satMod val="115000"/>
                </a:srgbClr>
              </a:gs>
              <a:gs pos="50000">
                <a:srgbClr val="705BE7">
                  <a:shade val="67500"/>
                  <a:satMod val="115000"/>
                </a:srgbClr>
              </a:gs>
              <a:gs pos="100000">
                <a:srgbClr val="705BE7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7571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ABA516-4C8E-4C42-843B-A32DFEE8C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8926" y="1748426"/>
            <a:ext cx="5428649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705BE7"/>
                </a:solidFill>
                <a:latin typeface="Montserra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0113983-C092-418F-9669-2A9A1C8FF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8926" y="2630077"/>
            <a:ext cx="5428649" cy="355958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FB1C361-671B-46CA-8458-22CE98073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48426"/>
            <a:ext cx="5450870" cy="823912"/>
          </a:xfrm>
        </p:spPr>
        <p:txBody>
          <a:bodyPr anchor="b"/>
          <a:lstStyle>
            <a:lvl1pPr marL="0" indent="0">
              <a:buNone/>
              <a:defRPr sz="2000" b="1">
                <a:solidFill>
                  <a:srgbClr val="705BE7"/>
                </a:solidFill>
                <a:latin typeface="Montserra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B3BC65F-16B2-483D-AEBB-5491170C59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0077"/>
            <a:ext cx="5450870" cy="355958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1854132-01F8-5DA4-4702-E0039ABA6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E86808A-DADD-C101-69A6-7F7038F801CC}"/>
              </a:ext>
            </a:extLst>
          </p:cNvPr>
          <p:cNvSpPr/>
          <p:nvPr userDrawn="1"/>
        </p:nvSpPr>
        <p:spPr>
          <a:xfrm>
            <a:off x="0" y="0"/>
            <a:ext cx="264397" cy="6858000"/>
          </a:xfrm>
          <a:prstGeom prst="rect">
            <a:avLst/>
          </a:prstGeom>
          <a:gradFill flip="none" rotWithShape="1">
            <a:gsLst>
              <a:gs pos="0">
                <a:srgbClr val="705BE7">
                  <a:shade val="30000"/>
                  <a:satMod val="115000"/>
                </a:srgbClr>
              </a:gs>
              <a:gs pos="50000">
                <a:srgbClr val="705BE7">
                  <a:shade val="67500"/>
                  <a:satMod val="115000"/>
                </a:srgbClr>
              </a:gs>
              <a:gs pos="100000">
                <a:srgbClr val="705BE7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2652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FACA6A-4FC9-4A68-A945-11DCE0A38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C0C84F8-1476-814F-82E2-4C59D53D2F46}"/>
              </a:ext>
            </a:extLst>
          </p:cNvPr>
          <p:cNvSpPr/>
          <p:nvPr userDrawn="1"/>
        </p:nvSpPr>
        <p:spPr>
          <a:xfrm>
            <a:off x="0" y="0"/>
            <a:ext cx="264397" cy="6858000"/>
          </a:xfrm>
          <a:prstGeom prst="rect">
            <a:avLst/>
          </a:prstGeom>
          <a:gradFill flip="none" rotWithShape="1">
            <a:gsLst>
              <a:gs pos="0">
                <a:srgbClr val="705BE7">
                  <a:shade val="30000"/>
                  <a:satMod val="115000"/>
                </a:srgbClr>
              </a:gs>
              <a:gs pos="50000">
                <a:srgbClr val="705BE7">
                  <a:shade val="67500"/>
                  <a:satMod val="115000"/>
                </a:srgbClr>
              </a:gs>
              <a:gs pos="100000">
                <a:srgbClr val="705BE7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7793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00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70B759-260C-4427-8EE7-DCC84E8D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457200"/>
            <a:ext cx="42030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62287E-29F8-405C-B24B-BD20BBD66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439882" cy="4873625"/>
          </a:xfrm>
        </p:spPr>
        <p:txBody>
          <a:bodyPr>
            <a:normAutofit/>
          </a:bodyPr>
          <a:lstStyle>
            <a:lvl1pPr>
              <a:defRPr sz="2800"/>
            </a:lvl1pPr>
            <a:lvl2pPr marL="457200" indent="0">
              <a:buNone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F000AFB-E8D9-42AB-8F80-5F609EAD3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8928" y="2057400"/>
            <a:ext cx="420309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9F2B19D-585E-EEEB-4D47-A320EF7300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44" r="40230"/>
          <a:stretch>
            <a:fillRect/>
          </a:stretch>
        </p:blipFill>
        <p:spPr>
          <a:xfrm>
            <a:off x="0" y="0"/>
            <a:ext cx="3110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218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FF9B81-17E6-4794-9662-87C02ED3D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44FC529-62D2-422F-8CED-8B2C8D42F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8A4E755-177E-B3DB-1879-101EDF77B1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44" r="40230"/>
          <a:stretch>
            <a:fillRect/>
          </a:stretch>
        </p:blipFill>
        <p:spPr>
          <a:xfrm>
            <a:off x="0" y="0"/>
            <a:ext cx="3110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569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57775D-E34F-4E64-97F3-A87525A7D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199289A-64BD-4979-A942-E2297EB28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C4434E9-C829-BBC6-3110-D37F0D93E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44" r="40230"/>
          <a:stretch>
            <a:fillRect/>
          </a:stretch>
        </p:blipFill>
        <p:spPr>
          <a:xfrm>
            <a:off x="0" y="0"/>
            <a:ext cx="3110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12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60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F19B218-04A9-4993-8BD4-D28E8AFE9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458669A-0F64-4FCF-A813-53B1C8347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8928" y="1461155"/>
            <a:ext cx="11054144" cy="4715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93775DB-BA53-4089-8ED0-38F8227418CE}"/>
              </a:ext>
            </a:extLst>
          </p:cNvPr>
          <p:cNvSpPr txBox="1"/>
          <p:nvPr userDrawn="1"/>
        </p:nvSpPr>
        <p:spPr>
          <a:xfrm>
            <a:off x="4918710" y="6430297"/>
            <a:ext cx="23545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00" dirty="0">
                <a:latin typeface="+mj-lt"/>
              </a:rPr>
              <a:t>©2026 WPC. All </a:t>
            </a:r>
            <a:r>
              <a:rPr lang="it-IT" sz="900" dirty="0" err="1">
                <a:latin typeface="+mj-lt"/>
              </a:rPr>
              <a:t>rights</a:t>
            </a:r>
            <a:r>
              <a:rPr lang="it-IT" sz="900" dirty="0">
                <a:latin typeface="+mj-lt"/>
              </a:rPr>
              <a:t> </a:t>
            </a:r>
            <a:r>
              <a:rPr lang="it-IT" sz="900" dirty="0" err="1">
                <a:latin typeface="+mj-lt"/>
              </a:rPr>
              <a:t>reserved</a:t>
            </a:r>
            <a:r>
              <a:rPr lang="it-IT" sz="900" dirty="0">
                <a:latin typeface="+mj-lt"/>
              </a:rPr>
              <a:t>.</a:t>
            </a:r>
          </a:p>
        </p:txBody>
      </p:sp>
      <p:sp>
        <p:nvSpPr>
          <p:cNvPr id="8" name="Oval 3">
            <a:extLst>
              <a:ext uri="{FF2B5EF4-FFF2-40B4-BE49-F238E27FC236}">
                <a16:creationId xmlns:a16="http://schemas.microsoft.com/office/drawing/2014/main" id="{388A0A31-BAD1-43DA-9298-C4752669494C}"/>
              </a:ext>
            </a:extLst>
          </p:cNvPr>
          <p:cNvSpPr/>
          <p:nvPr userDrawn="1"/>
        </p:nvSpPr>
        <p:spPr>
          <a:xfrm>
            <a:off x="11669895" y="6392198"/>
            <a:ext cx="329513" cy="329513"/>
          </a:xfrm>
          <a:prstGeom prst="ellipse">
            <a:avLst/>
          </a:prstGeom>
          <a:solidFill>
            <a:srgbClr val="705B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5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0E2A6B-A809-4840-BF14-8648BC0BDF87}" type="slidenum">
              <a:rPr lang="id-ID" sz="1100" b="1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id-ID" sz="11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623F38D7-3F2E-480A-B568-F328C024D01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0440" y="6468393"/>
            <a:ext cx="1084371" cy="156024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AA0B3DFD-4CAE-11EE-DFD9-573B38C6E7E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639" y="246719"/>
            <a:ext cx="1674012" cy="50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8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705BE7"/>
          </a:solidFill>
          <a:latin typeface="Montserrat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BD2716"/>
        </a:buClr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D2716"/>
        </a:buClr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D2716"/>
        </a:buClr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D2716"/>
        </a:buClr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D2716"/>
        </a:buClr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6.jpeg"/><Relationship Id="rId7" Type="http://schemas.openxmlformats.org/officeDocument/2006/relationships/image" Target="../media/image11.jpe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46282586-0CCF-E713-9D1F-B7866991C6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La Data Platform Microsoft nel 2026: dove siamo, dove andiamo, cosa scegliere</a:t>
            </a:r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E68D07EB-E646-50EB-954B-76C4CD1A8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765266"/>
            <a:ext cx="9144000" cy="2102134"/>
          </a:xfrm>
        </p:spPr>
        <p:txBody>
          <a:bodyPr>
            <a:normAutofit/>
          </a:bodyPr>
          <a:lstStyle/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Silvano Coriani, Microsoft           Marco Parenzan, 1nn0va</a:t>
            </a:r>
          </a:p>
          <a:p>
            <a:endParaRPr lang="it-I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16A31F-3E5D-5BC2-5F6C-4E8ABCCE7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278" y="3761949"/>
            <a:ext cx="1054384" cy="10543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83DCEC-4AB4-B9A9-C970-AE0B98C24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690" y="3765266"/>
            <a:ext cx="1054384" cy="10543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69092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4AD102-84E6-FFFE-9C19-60B0B0484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622" y="2092511"/>
            <a:ext cx="2828034" cy="28280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3" name="Picture 2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/>
          <a:stretch>
            <a:fillRect/>
          </a:stretch>
        </p:blipFill>
        <p:spPr>
          <a:xfrm>
            <a:off x="7649278" y="1754042"/>
            <a:ext cx="1009650" cy="1009650"/>
          </a:xfrm>
          <a:prstGeom prst="rect">
            <a:avLst/>
          </a:prstGeom>
        </p:spPr>
      </p:pic>
      <p:pic>
        <p:nvPicPr>
          <p:cNvPr id="44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4640" y="1549497"/>
            <a:ext cx="1094435" cy="1005856"/>
          </a:xfrm>
          <a:prstGeom prst="rect">
            <a:avLst/>
          </a:prstGeom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79CECE00-1942-6DF8-49EC-951DCEC21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>
            <a:normAutofit/>
          </a:bodyPr>
          <a:lstStyle/>
          <a:p>
            <a:r>
              <a:rPr lang="it-IT" dirty="0"/>
              <a:t>Sono Marco Parenzan</a:t>
            </a:r>
          </a:p>
        </p:txBody>
      </p:sp>
      <p:sp>
        <p:nvSpPr>
          <p:cNvPr id="17" name="Oval 70">
            <a:extLst>
              <a:ext uri="{FF2B5EF4-FFF2-40B4-BE49-F238E27FC236}">
                <a16:creationId xmlns:a16="http://schemas.microsoft.com/office/drawing/2014/main" id="{3E4B15EC-057E-D3A4-CF89-CC3474A49185}"/>
              </a:ext>
            </a:extLst>
          </p:cNvPr>
          <p:cNvSpPr>
            <a:spLocks noGrp="1"/>
          </p:cNvSpPr>
          <p:nvPr/>
        </p:nvSpPr>
        <p:spPr>
          <a:xfrm>
            <a:off x="7426883" y="3891370"/>
            <a:ext cx="1009948" cy="1005856"/>
          </a:xfrm>
          <a:prstGeom prst="ellipse">
            <a:avLst/>
          </a:prstGeom>
          <a:solidFill>
            <a:srgbClr val="0087AF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2400">
              <a:latin typeface="+mj-lt"/>
              <a:ea typeface="Segoe Print"/>
              <a:cs typeface="Segoe Print"/>
            </a:endParaRPr>
          </a:p>
        </p:txBody>
      </p:sp>
      <p:sp>
        <p:nvSpPr>
          <p:cNvPr id="20" name="Freeform 71">
            <a:extLst>
              <a:ext uri="{FF2B5EF4-FFF2-40B4-BE49-F238E27FC236}">
                <a16:creationId xmlns:a16="http://schemas.microsoft.com/office/drawing/2014/main" id="{7F33777F-EA93-9A7D-5C8D-33FF3A52DA90}"/>
              </a:ext>
            </a:extLst>
          </p:cNvPr>
          <p:cNvSpPr>
            <a:spLocks noGrp="1"/>
          </p:cNvSpPr>
          <p:nvPr/>
        </p:nvSpPr>
        <p:spPr>
          <a:xfrm>
            <a:off x="7680392" y="4128523"/>
            <a:ext cx="494752" cy="494752"/>
          </a:xfrm>
          <a:custGeom>
            <a:avLst/>
            <a:gdLst>
              <a:gd name="T0" fmla="*/ 23 w 98"/>
              <a:gd name="T1" fmla="*/ 98 h 98"/>
              <a:gd name="T2" fmla="*/ 2 w 98"/>
              <a:gd name="T3" fmla="*/ 98 h 98"/>
              <a:gd name="T4" fmla="*/ 2 w 98"/>
              <a:gd name="T5" fmla="*/ 32 h 98"/>
              <a:gd name="T6" fmla="*/ 23 w 98"/>
              <a:gd name="T7" fmla="*/ 32 h 98"/>
              <a:gd name="T8" fmla="*/ 23 w 98"/>
              <a:gd name="T9" fmla="*/ 98 h 98"/>
              <a:gd name="T10" fmla="*/ 12 w 98"/>
              <a:gd name="T11" fmla="*/ 24 h 98"/>
              <a:gd name="T12" fmla="*/ 0 w 98"/>
              <a:gd name="T13" fmla="*/ 12 h 98"/>
              <a:gd name="T14" fmla="*/ 12 w 98"/>
              <a:gd name="T15" fmla="*/ 0 h 98"/>
              <a:gd name="T16" fmla="*/ 24 w 98"/>
              <a:gd name="T17" fmla="*/ 12 h 98"/>
              <a:gd name="T18" fmla="*/ 12 w 98"/>
              <a:gd name="T19" fmla="*/ 24 h 98"/>
              <a:gd name="T20" fmla="*/ 98 w 98"/>
              <a:gd name="T21" fmla="*/ 98 h 98"/>
              <a:gd name="T22" fmla="*/ 78 w 98"/>
              <a:gd name="T23" fmla="*/ 98 h 98"/>
              <a:gd name="T24" fmla="*/ 78 w 98"/>
              <a:gd name="T25" fmla="*/ 64 h 98"/>
              <a:gd name="T26" fmla="*/ 67 w 98"/>
              <a:gd name="T27" fmla="*/ 49 h 98"/>
              <a:gd name="T28" fmla="*/ 55 w 98"/>
              <a:gd name="T29" fmla="*/ 64 h 98"/>
              <a:gd name="T30" fmla="*/ 55 w 98"/>
              <a:gd name="T31" fmla="*/ 98 h 98"/>
              <a:gd name="T32" fmla="*/ 35 w 98"/>
              <a:gd name="T33" fmla="*/ 98 h 98"/>
              <a:gd name="T34" fmla="*/ 35 w 98"/>
              <a:gd name="T35" fmla="*/ 32 h 98"/>
              <a:gd name="T36" fmla="*/ 55 w 98"/>
              <a:gd name="T37" fmla="*/ 32 h 98"/>
              <a:gd name="T38" fmla="*/ 55 w 98"/>
              <a:gd name="T39" fmla="*/ 41 h 98"/>
              <a:gd name="T40" fmla="*/ 75 w 98"/>
              <a:gd name="T41" fmla="*/ 30 h 98"/>
              <a:gd name="T42" fmla="*/ 98 w 98"/>
              <a:gd name="T43" fmla="*/ 56 h 98"/>
              <a:gd name="T44" fmla="*/ 98 w 98"/>
              <a:gd name="T45" fmla="*/ 98 h 98"/>
            </a:gdLst>
            <a:ahLst/>
            <a:cxnLst/>
            <a:rect l="0" t="0" r="r" b="b"/>
            <a:pathLst>
              <a:path w="98" h="98">
                <a:moveTo>
                  <a:pt x="23" y="98"/>
                </a:moveTo>
                <a:cubicBezTo>
                  <a:pt x="2" y="98"/>
                  <a:pt x="2" y="98"/>
                  <a:pt x="2" y="98"/>
                </a:cubicBezTo>
                <a:cubicBezTo>
                  <a:pt x="2" y="32"/>
                  <a:pt x="2" y="32"/>
                  <a:pt x="2" y="32"/>
                </a:cubicBezTo>
                <a:cubicBezTo>
                  <a:pt x="23" y="32"/>
                  <a:pt x="23" y="32"/>
                  <a:pt x="23" y="32"/>
                </a:cubicBezTo>
                <a:lnTo>
                  <a:pt x="23" y="98"/>
                </a:lnTo>
                <a:close/>
                <a:moveTo>
                  <a:pt x="12" y="24"/>
                </a:moveTo>
                <a:cubicBezTo>
                  <a:pt x="6" y="24"/>
                  <a:pt x="0" y="18"/>
                  <a:pt x="0" y="12"/>
                </a:cubicBezTo>
                <a:cubicBezTo>
                  <a:pt x="0" y="5"/>
                  <a:pt x="6" y="0"/>
                  <a:pt x="12" y="0"/>
                </a:cubicBezTo>
                <a:cubicBezTo>
                  <a:pt x="19" y="0"/>
                  <a:pt x="24" y="5"/>
                  <a:pt x="24" y="12"/>
                </a:cubicBezTo>
                <a:cubicBezTo>
                  <a:pt x="24" y="18"/>
                  <a:pt x="19" y="24"/>
                  <a:pt x="12" y="24"/>
                </a:cubicBezTo>
                <a:close/>
                <a:moveTo>
                  <a:pt x="98" y="98"/>
                </a:moveTo>
                <a:cubicBezTo>
                  <a:pt x="78" y="98"/>
                  <a:pt x="78" y="98"/>
                  <a:pt x="78" y="98"/>
                </a:cubicBezTo>
                <a:cubicBezTo>
                  <a:pt x="78" y="98"/>
                  <a:pt x="78" y="73"/>
                  <a:pt x="78" y="64"/>
                </a:cubicBezTo>
                <a:cubicBezTo>
                  <a:pt x="78" y="54"/>
                  <a:pt x="75" y="49"/>
                  <a:pt x="67" y="49"/>
                </a:cubicBezTo>
                <a:cubicBezTo>
                  <a:pt x="59" y="49"/>
                  <a:pt x="55" y="54"/>
                  <a:pt x="55" y="64"/>
                </a:cubicBezTo>
                <a:cubicBezTo>
                  <a:pt x="55" y="74"/>
                  <a:pt x="55" y="98"/>
                  <a:pt x="55" y="98"/>
                </a:cubicBezTo>
                <a:cubicBezTo>
                  <a:pt x="35" y="98"/>
                  <a:pt x="35" y="98"/>
                  <a:pt x="35" y="98"/>
                </a:cubicBezTo>
                <a:cubicBezTo>
                  <a:pt x="35" y="32"/>
                  <a:pt x="35" y="32"/>
                  <a:pt x="35" y="32"/>
                </a:cubicBezTo>
                <a:cubicBezTo>
                  <a:pt x="55" y="32"/>
                  <a:pt x="55" y="32"/>
                  <a:pt x="55" y="32"/>
                </a:cubicBezTo>
                <a:cubicBezTo>
                  <a:pt x="55" y="41"/>
                  <a:pt x="55" y="41"/>
                  <a:pt x="55" y="41"/>
                </a:cubicBezTo>
                <a:cubicBezTo>
                  <a:pt x="55" y="41"/>
                  <a:pt x="61" y="30"/>
                  <a:pt x="75" y="30"/>
                </a:cubicBezTo>
                <a:cubicBezTo>
                  <a:pt x="89" y="30"/>
                  <a:pt x="98" y="39"/>
                  <a:pt x="98" y="56"/>
                </a:cubicBezTo>
                <a:cubicBezTo>
                  <a:pt x="98" y="74"/>
                  <a:pt x="98" y="98"/>
                  <a:pt x="98" y="9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2400">
              <a:latin typeface="+mj-lt"/>
              <a:ea typeface="Segoe Print"/>
              <a:cs typeface="Segoe Print"/>
            </a:endParaRPr>
          </a:p>
        </p:txBody>
      </p:sp>
      <p:sp>
        <p:nvSpPr>
          <p:cNvPr id="22" name="Oval 46">
            <a:extLst>
              <a:ext uri="{FF2B5EF4-FFF2-40B4-BE49-F238E27FC236}">
                <a16:creationId xmlns:a16="http://schemas.microsoft.com/office/drawing/2014/main" id="{7D12CDD8-2932-E6AA-D2D6-E7EC980028E4}"/>
              </a:ext>
            </a:extLst>
          </p:cNvPr>
          <p:cNvSpPr>
            <a:spLocks noGrp="1"/>
          </p:cNvSpPr>
          <p:nvPr/>
        </p:nvSpPr>
        <p:spPr>
          <a:xfrm>
            <a:off x="7426883" y="2758517"/>
            <a:ext cx="1009948" cy="1009948"/>
          </a:xfrm>
          <a:prstGeom prst="ellipse">
            <a:avLst/>
          </a:prstGeom>
          <a:solidFill>
            <a:srgbClr val="2D2D37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2400">
              <a:latin typeface="+mj-lt"/>
              <a:ea typeface="Segoe Print"/>
              <a:cs typeface="Segoe Print"/>
            </a:endParaRPr>
          </a:p>
        </p:txBody>
      </p:sp>
      <p:sp>
        <p:nvSpPr>
          <p:cNvPr id="24" name="Oval 113">
            <a:extLst>
              <a:ext uri="{FF2B5EF4-FFF2-40B4-BE49-F238E27FC236}">
                <a16:creationId xmlns:a16="http://schemas.microsoft.com/office/drawing/2014/main" id="{33C7A412-60D1-52E6-B99E-C4CF1B46C45C}"/>
              </a:ext>
            </a:extLst>
          </p:cNvPr>
          <p:cNvSpPr>
            <a:spLocks noGrp="1"/>
          </p:cNvSpPr>
          <p:nvPr/>
        </p:nvSpPr>
        <p:spPr>
          <a:xfrm>
            <a:off x="7557789" y="2755160"/>
            <a:ext cx="763436" cy="763436"/>
          </a:xfrm>
          <a:prstGeom prst="ellipse">
            <a:avLst/>
          </a:prstGeom>
          <a:solidFill>
            <a:srgbClr val="2D2D37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>
              <a:latin typeface="+mj-lt"/>
              <a:ea typeface="Segoe Print"/>
              <a:cs typeface="Segoe Print"/>
            </a:endParaRPr>
          </a:p>
        </p:txBody>
      </p:sp>
      <p:sp>
        <p:nvSpPr>
          <p:cNvPr id="25" name="Freeform 114">
            <a:extLst>
              <a:ext uri="{FF2B5EF4-FFF2-40B4-BE49-F238E27FC236}">
                <a16:creationId xmlns:a16="http://schemas.microsoft.com/office/drawing/2014/main" id="{6A267327-64CE-BDEB-6EAB-BE915EFF38C3}"/>
              </a:ext>
            </a:extLst>
          </p:cNvPr>
          <p:cNvSpPr>
            <a:spLocks noGrp="1"/>
          </p:cNvSpPr>
          <p:nvPr/>
        </p:nvSpPr>
        <p:spPr>
          <a:xfrm>
            <a:off x="7692789" y="3036723"/>
            <a:ext cx="482169" cy="469806"/>
          </a:xfrm>
          <a:custGeom>
            <a:avLst/>
            <a:gdLst>
              <a:gd name="T0" fmla="*/ 63 w 126"/>
              <a:gd name="T1" fmla="*/ 0 h 123"/>
              <a:gd name="T2" fmla="*/ 0 w 126"/>
              <a:gd name="T3" fmla="*/ 63 h 123"/>
              <a:gd name="T4" fmla="*/ 42 w 126"/>
              <a:gd name="T5" fmla="*/ 123 h 123"/>
              <a:gd name="T6" fmla="*/ 42 w 126"/>
              <a:gd name="T7" fmla="*/ 123 h 123"/>
              <a:gd name="T8" fmla="*/ 44 w 126"/>
              <a:gd name="T9" fmla="*/ 123 h 123"/>
              <a:gd name="T10" fmla="*/ 47 w 126"/>
              <a:gd name="T11" fmla="*/ 119 h 123"/>
              <a:gd name="T12" fmla="*/ 47 w 126"/>
              <a:gd name="T13" fmla="*/ 119 h 123"/>
              <a:gd name="T14" fmla="*/ 47 w 126"/>
              <a:gd name="T15" fmla="*/ 119 h 123"/>
              <a:gd name="T16" fmla="*/ 47 w 126"/>
              <a:gd name="T17" fmla="*/ 108 h 123"/>
              <a:gd name="T18" fmla="*/ 34 w 126"/>
              <a:gd name="T19" fmla="*/ 108 h 123"/>
              <a:gd name="T20" fmla="*/ 25 w 126"/>
              <a:gd name="T21" fmla="*/ 98 h 123"/>
              <a:gd name="T22" fmla="*/ 17 w 126"/>
              <a:gd name="T23" fmla="*/ 89 h 123"/>
              <a:gd name="T24" fmla="*/ 26 w 126"/>
              <a:gd name="T25" fmla="*/ 90 h 123"/>
              <a:gd name="T26" fmla="*/ 40 w 126"/>
              <a:gd name="T27" fmla="*/ 101 h 123"/>
              <a:gd name="T28" fmla="*/ 48 w 126"/>
              <a:gd name="T29" fmla="*/ 99 h 123"/>
              <a:gd name="T30" fmla="*/ 51 w 126"/>
              <a:gd name="T31" fmla="*/ 92 h 123"/>
              <a:gd name="T32" fmla="*/ 22 w 126"/>
              <a:gd name="T33" fmla="*/ 62 h 123"/>
              <a:gd name="T34" fmla="*/ 29 w 126"/>
              <a:gd name="T35" fmla="*/ 43 h 123"/>
              <a:gd name="T36" fmla="*/ 30 w 126"/>
              <a:gd name="T37" fmla="*/ 26 h 123"/>
              <a:gd name="T38" fmla="*/ 47 w 126"/>
              <a:gd name="T39" fmla="*/ 33 h 123"/>
              <a:gd name="T40" fmla="*/ 63 w 126"/>
              <a:gd name="T41" fmla="*/ 31 h 123"/>
              <a:gd name="T42" fmla="*/ 63 w 126"/>
              <a:gd name="T43" fmla="*/ 31 h 123"/>
              <a:gd name="T44" fmla="*/ 63 w 126"/>
              <a:gd name="T45" fmla="*/ 31 h 123"/>
              <a:gd name="T46" fmla="*/ 63 w 126"/>
              <a:gd name="T47" fmla="*/ 31 h 123"/>
              <a:gd name="T48" fmla="*/ 63 w 126"/>
              <a:gd name="T49" fmla="*/ 31 h 123"/>
              <a:gd name="T50" fmla="*/ 79 w 126"/>
              <a:gd name="T51" fmla="*/ 33 h 123"/>
              <a:gd name="T52" fmla="*/ 96 w 126"/>
              <a:gd name="T53" fmla="*/ 26 h 123"/>
              <a:gd name="T54" fmla="*/ 97 w 126"/>
              <a:gd name="T55" fmla="*/ 43 h 123"/>
              <a:gd name="T56" fmla="*/ 104 w 126"/>
              <a:gd name="T57" fmla="*/ 62 h 123"/>
              <a:gd name="T58" fmla="*/ 75 w 126"/>
              <a:gd name="T59" fmla="*/ 92 h 123"/>
              <a:gd name="T60" fmla="*/ 79 w 126"/>
              <a:gd name="T61" fmla="*/ 103 h 123"/>
              <a:gd name="T62" fmla="*/ 79 w 126"/>
              <a:gd name="T63" fmla="*/ 119 h 123"/>
              <a:gd name="T64" fmla="*/ 82 w 126"/>
              <a:gd name="T65" fmla="*/ 123 h 123"/>
              <a:gd name="T66" fmla="*/ 83 w 126"/>
              <a:gd name="T67" fmla="*/ 123 h 123"/>
              <a:gd name="T68" fmla="*/ 84 w 126"/>
              <a:gd name="T69" fmla="*/ 123 h 123"/>
              <a:gd name="T70" fmla="*/ 126 w 126"/>
              <a:gd name="T71" fmla="*/ 63 h 123"/>
              <a:gd name="T72" fmla="*/ 63 w 126"/>
              <a:gd name="T73" fmla="*/ 0 h 123"/>
            </a:gdLst>
            <a:ahLst/>
            <a:cxnLst/>
            <a:rect l="0" t="0" r="r" b="b"/>
            <a:pathLst>
              <a:path w="126" h="123">
                <a:moveTo>
                  <a:pt x="63" y="0"/>
                </a:moveTo>
                <a:cubicBezTo>
                  <a:pt x="28" y="0"/>
                  <a:pt x="0" y="28"/>
                  <a:pt x="0" y="63"/>
                </a:cubicBezTo>
                <a:cubicBezTo>
                  <a:pt x="0" y="91"/>
                  <a:pt x="17" y="114"/>
                  <a:pt x="42" y="123"/>
                </a:cubicBezTo>
                <a:cubicBezTo>
                  <a:pt x="42" y="123"/>
                  <a:pt x="42" y="123"/>
                  <a:pt x="42" y="123"/>
                </a:cubicBezTo>
                <a:cubicBezTo>
                  <a:pt x="43" y="123"/>
                  <a:pt x="43" y="123"/>
                  <a:pt x="44" y="123"/>
                </a:cubicBezTo>
                <a:cubicBezTo>
                  <a:pt x="46" y="123"/>
                  <a:pt x="47" y="122"/>
                  <a:pt x="47" y="119"/>
                </a:cubicBezTo>
                <a:cubicBezTo>
                  <a:pt x="47" y="119"/>
                  <a:pt x="47" y="119"/>
                  <a:pt x="47" y="119"/>
                </a:cubicBezTo>
                <a:cubicBezTo>
                  <a:pt x="47" y="119"/>
                  <a:pt x="47" y="119"/>
                  <a:pt x="47" y="119"/>
                </a:cubicBezTo>
                <a:cubicBezTo>
                  <a:pt x="47" y="116"/>
                  <a:pt x="47" y="112"/>
                  <a:pt x="47" y="108"/>
                </a:cubicBezTo>
                <a:cubicBezTo>
                  <a:pt x="43" y="109"/>
                  <a:pt x="37" y="110"/>
                  <a:pt x="34" y="108"/>
                </a:cubicBezTo>
                <a:cubicBezTo>
                  <a:pt x="30" y="106"/>
                  <a:pt x="27" y="103"/>
                  <a:pt x="25" y="98"/>
                </a:cubicBezTo>
                <a:cubicBezTo>
                  <a:pt x="23" y="92"/>
                  <a:pt x="17" y="90"/>
                  <a:pt x="17" y="89"/>
                </a:cubicBezTo>
                <a:cubicBezTo>
                  <a:pt x="16" y="88"/>
                  <a:pt x="23" y="86"/>
                  <a:pt x="26" y="90"/>
                </a:cubicBezTo>
                <a:cubicBezTo>
                  <a:pt x="30" y="94"/>
                  <a:pt x="33" y="102"/>
                  <a:pt x="40" y="101"/>
                </a:cubicBezTo>
                <a:cubicBezTo>
                  <a:pt x="44" y="100"/>
                  <a:pt x="46" y="100"/>
                  <a:pt x="48" y="99"/>
                </a:cubicBezTo>
                <a:cubicBezTo>
                  <a:pt x="48" y="97"/>
                  <a:pt x="49" y="94"/>
                  <a:pt x="51" y="92"/>
                </a:cubicBezTo>
                <a:cubicBezTo>
                  <a:pt x="34" y="89"/>
                  <a:pt x="22" y="80"/>
                  <a:pt x="22" y="62"/>
                </a:cubicBezTo>
                <a:cubicBezTo>
                  <a:pt x="22" y="54"/>
                  <a:pt x="25" y="47"/>
                  <a:pt x="29" y="43"/>
                </a:cubicBezTo>
                <a:cubicBezTo>
                  <a:pt x="28" y="39"/>
                  <a:pt x="27" y="30"/>
                  <a:pt x="30" y="26"/>
                </a:cubicBezTo>
                <a:cubicBezTo>
                  <a:pt x="30" y="26"/>
                  <a:pt x="35" y="24"/>
                  <a:pt x="47" y="33"/>
                </a:cubicBezTo>
                <a:cubicBezTo>
                  <a:pt x="52" y="32"/>
                  <a:pt x="57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9" y="31"/>
                  <a:pt x="74" y="32"/>
                  <a:pt x="79" y="33"/>
                </a:cubicBezTo>
                <a:cubicBezTo>
                  <a:pt x="92" y="24"/>
                  <a:pt x="96" y="26"/>
                  <a:pt x="96" y="26"/>
                </a:cubicBezTo>
                <a:cubicBezTo>
                  <a:pt x="99" y="30"/>
                  <a:pt x="98" y="39"/>
                  <a:pt x="97" y="43"/>
                </a:cubicBezTo>
                <a:cubicBezTo>
                  <a:pt x="101" y="47"/>
                  <a:pt x="104" y="54"/>
                  <a:pt x="104" y="62"/>
                </a:cubicBezTo>
                <a:cubicBezTo>
                  <a:pt x="104" y="80"/>
                  <a:pt x="92" y="89"/>
                  <a:pt x="75" y="92"/>
                </a:cubicBezTo>
                <a:cubicBezTo>
                  <a:pt x="79" y="95"/>
                  <a:pt x="79" y="101"/>
                  <a:pt x="79" y="103"/>
                </a:cubicBezTo>
                <a:cubicBezTo>
                  <a:pt x="79" y="105"/>
                  <a:pt x="79" y="119"/>
                  <a:pt x="79" y="119"/>
                </a:cubicBezTo>
                <a:cubicBezTo>
                  <a:pt x="79" y="122"/>
                  <a:pt x="80" y="123"/>
                  <a:pt x="82" y="123"/>
                </a:cubicBezTo>
                <a:cubicBezTo>
                  <a:pt x="83" y="123"/>
                  <a:pt x="83" y="123"/>
                  <a:pt x="83" y="123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109" y="114"/>
                  <a:pt x="126" y="91"/>
                  <a:pt x="126" y="63"/>
                </a:cubicBezTo>
                <a:cubicBezTo>
                  <a:pt x="126" y="28"/>
                  <a:pt x="98" y="0"/>
                  <a:pt x="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>
              <a:latin typeface="+mj-lt"/>
              <a:ea typeface="Segoe Print"/>
              <a:cs typeface="Segoe Print"/>
            </a:endParaRPr>
          </a:p>
        </p:txBody>
      </p:sp>
      <p:pic>
        <p:nvPicPr>
          <p:cNvPr id="51" name="Picture 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448233" y="4982032"/>
            <a:ext cx="967249" cy="96724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2E9AA61-262B-2581-E44C-4F5D9EBD5ADC}"/>
              </a:ext>
            </a:extLst>
          </p:cNvPr>
          <p:cNvSpPr>
            <a:spLocks noGrp="1"/>
          </p:cNvSpPr>
          <p:nvPr/>
        </p:nvSpPr>
        <p:spPr>
          <a:xfrm>
            <a:off x="8658928" y="2065410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>
                <a:solidFill>
                  <a:schemeClr val="bg1">
                    <a:lumMod val="85000"/>
                  </a:schemeClr>
                </a:solidFill>
                <a:latin typeface="+mj-lt"/>
                <a:ea typeface="Segoe Print"/>
                <a:cs typeface="Segoe Print"/>
              </a:rPr>
              <a:t>marco_parenzan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CBF9D387-EDE2-B4A4-41C0-01397EC21F2F}"/>
              </a:ext>
            </a:extLst>
          </p:cNvPr>
          <p:cNvSpPr>
            <a:spLocks noGrp="1"/>
          </p:cNvSpPr>
          <p:nvPr/>
        </p:nvSpPr>
        <p:spPr>
          <a:xfrm>
            <a:off x="8443480" y="3074728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>
                <a:latin typeface="+mj-lt"/>
                <a:ea typeface="Segoe Print"/>
                <a:cs typeface="Segoe Print"/>
              </a:rPr>
              <a:t>marcoparenzan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6DB9C5D6-EDD1-4233-7238-BC63871B3E49}"/>
              </a:ext>
            </a:extLst>
          </p:cNvPr>
          <p:cNvSpPr>
            <a:spLocks noGrp="1"/>
          </p:cNvSpPr>
          <p:nvPr/>
        </p:nvSpPr>
        <p:spPr>
          <a:xfrm>
            <a:off x="8443480" y="4193915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>
                <a:latin typeface="+mj-lt"/>
                <a:ea typeface="Segoe Print"/>
                <a:cs typeface="Segoe Print"/>
              </a:rPr>
              <a:t>marcoparenzan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1EAFFF86-4B08-27C8-49F8-846D4401E6F0}"/>
              </a:ext>
            </a:extLst>
          </p:cNvPr>
          <p:cNvSpPr>
            <a:spLocks noGrp="1"/>
          </p:cNvSpPr>
          <p:nvPr/>
        </p:nvSpPr>
        <p:spPr>
          <a:xfrm>
            <a:off x="8443480" y="5266447"/>
            <a:ext cx="4010025" cy="80327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>
                <a:latin typeface="+mj-lt"/>
                <a:ea typeface="Segoe Print"/>
                <a:cs typeface="Segoe Print"/>
              </a:rPr>
              <a:t>marcoparenzan</a:t>
            </a:r>
          </a:p>
        </p:txBody>
      </p:sp>
      <p:pic>
        <p:nvPicPr>
          <p:cNvPr id="56" name="Picture 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696437" y="2163252"/>
            <a:ext cx="1584901" cy="635751"/>
          </a:xfrm>
          <a:prstGeom prst="rect">
            <a:avLst/>
          </a:prstGeom>
        </p:spPr>
      </p:pic>
      <p:pic>
        <p:nvPicPr>
          <p:cNvPr id="57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684042" y="2921461"/>
            <a:ext cx="1609691" cy="652084"/>
          </a:xfrm>
          <a:prstGeom prst="rect">
            <a:avLst/>
          </a:prstGeom>
        </p:spPr>
      </p:pic>
      <p:pic>
        <p:nvPicPr>
          <p:cNvPr id="58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4042" y="3696004"/>
            <a:ext cx="1609691" cy="536564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79A4AEC-2489-5CAB-B8E3-A7643F093DCD}"/>
              </a:ext>
            </a:extLst>
          </p:cNvPr>
          <p:cNvSpPr>
            <a:spLocks noGrp="1"/>
          </p:cNvSpPr>
          <p:nvPr/>
        </p:nvSpPr>
        <p:spPr>
          <a:xfrm>
            <a:off x="8443480" y="1839853"/>
            <a:ext cx="3876675" cy="431800"/>
          </a:xfrm>
          <a:prstGeom prst="rect">
            <a:avLst/>
          </a:prstGeom>
        </p:spPr>
        <p:txBody>
          <a:bodyPr>
            <a:normAutofit fontScale="99142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>
                <a:latin typeface="+mj-lt"/>
                <a:ea typeface="Segoe Print"/>
                <a:cs typeface="Segoe Print"/>
              </a:rPr>
              <a:t>marcoparenzan.bsky.social</a:t>
            </a:r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225B484B-4FF2-E3E7-AAE5-63877B7D89C4}"/>
              </a:ext>
            </a:extLst>
          </p:cNvPr>
          <p:cNvSpPr>
            <a:spLocks noGrp="1"/>
          </p:cNvSpPr>
          <p:nvPr/>
        </p:nvSpPr>
        <p:spPr>
          <a:xfrm>
            <a:off x="6501628" y="2310943"/>
            <a:ext cx="7634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buNone/>
              <a:defRPr>
                <a:latin typeface="Segoe Print"/>
                <a:ea typeface="Segoe Print"/>
                <a:cs typeface="Segoe Print"/>
              </a:defRPr>
            </a:pPr>
            <a:endParaRPr sz="2800" b="1">
              <a:solidFill>
                <a:srgbClr val="324147"/>
              </a:solidFill>
              <a:latin typeface="+mj-lt"/>
              <a:ea typeface="Segoe Print"/>
              <a:cs typeface="Segoe Prin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14D452-5A10-111A-99EF-48014DCC3DAB}"/>
              </a:ext>
            </a:extLst>
          </p:cNvPr>
          <p:cNvSpPr>
            <a:spLocks noGrp="1"/>
          </p:cNvSpPr>
          <p:nvPr/>
        </p:nvSpPr>
        <p:spPr>
          <a:xfrm>
            <a:off x="5968592" y="1758090"/>
            <a:ext cx="62549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sz="2800" b="1" cap="none" spc="0">
                <a:solidFill>
                  <a:srgbClr val="014085"/>
                </a:solidFill>
                <a:latin typeface="+mj-lt"/>
                <a:ea typeface="Segoe Print"/>
                <a:cs typeface="Segoe Print"/>
              </a:rPr>
              <a:t>IoT</a:t>
            </a:r>
          </a:p>
        </p:txBody>
      </p:sp>
      <p:pic>
        <p:nvPicPr>
          <p:cNvPr id="62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1701" y="4427381"/>
            <a:ext cx="1098970" cy="1275141"/>
          </a:xfrm>
          <a:prstGeom prst="rect">
            <a:avLst/>
          </a:prstGeom>
        </p:spPr>
      </p:pic>
      <p:pic>
        <p:nvPicPr>
          <p:cNvPr id="63" name="Graphic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8124349">
            <a:off x="6908880" y="4314933"/>
            <a:ext cx="609600" cy="914400"/>
          </a:xfrm>
          <a:prstGeom prst="rect">
            <a:avLst/>
          </a:prstGeom>
        </p:spPr>
      </p:pic>
      <p:pic>
        <p:nvPicPr>
          <p:cNvPr id="6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6659039">
            <a:off x="6648774" y="4725872"/>
            <a:ext cx="609600" cy="914400"/>
          </a:xfrm>
          <a:prstGeom prst="rect">
            <a:avLst/>
          </a:prstGeom>
        </p:spPr>
      </p:pic>
      <p:pic>
        <p:nvPicPr>
          <p:cNvPr id="65" name="Picture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4659396">
            <a:off x="6648774" y="5255655"/>
            <a:ext cx="609600" cy="914400"/>
          </a:xfrm>
          <a:prstGeom prst="rect">
            <a:avLst/>
          </a:prstGeom>
        </p:spPr>
      </p:pic>
      <p:pic>
        <p:nvPicPr>
          <p:cNvPr id="66" name="Picture 3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657831">
            <a:off x="6909466" y="5696999"/>
            <a:ext cx="6096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86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8D0B62-4EF9-557E-87FA-ED69F4F2D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2">
            <a:extLst>
              <a:ext uri="{FF2B5EF4-FFF2-40B4-BE49-F238E27FC236}">
                <a16:creationId xmlns:a16="http://schemas.microsoft.com/office/drawing/2014/main" id="{C61AE3C8-87D4-4BBE-4531-A24CA96DB84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rcRect/>
          <a:stretch>
            <a:fillRect/>
          </a:stretch>
        </p:blipFill>
        <p:spPr>
          <a:xfrm>
            <a:off x="7391112" y="1583405"/>
            <a:ext cx="1009650" cy="1009650"/>
          </a:xfrm>
          <a:prstGeom prst="rect">
            <a:avLst/>
          </a:prstGeom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88D3BBE0-A194-CDA4-819C-DFD3C5738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>
            <a:normAutofit/>
          </a:bodyPr>
          <a:lstStyle/>
          <a:p>
            <a:r>
              <a:rPr lang="it-IT" dirty="0"/>
              <a:t>Sono Silvano Coriani</a:t>
            </a:r>
          </a:p>
        </p:txBody>
      </p:sp>
      <p:sp>
        <p:nvSpPr>
          <p:cNvPr id="17" name="Oval 70">
            <a:extLst>
              <a:ext uri="{FF2B5EF4-FFF2-40B4-BE49-F238E27FC236}">
                <a16:creationId xmlns:a16="http://schemas.microsoft.com/office/drawing/2014/main" id="{DA323B0A-5BC1-3690-2672-BC288E04651B}"/>
              </a:ext>
            </a:extLst>
          </p:cNvPr>
          <p:cNvSpPr>
            <a:spLocks noGrp="1"/>
          </p:cNvSpPr>
          <p:nvPr/>
        </p:nvSpPr>
        <p:spPr>
          <a:xfrm>
            <a:off x="7426883" y="3891370"/>
            <a:ext cx="1009948" cy="1005856"/>
          </a:xfrm>
          <a:prstGeom prst="ellipse">
            <a:avLst/>
          </a:prstGeom>
          <a:solidFill>
            <a:srgbClr val="0087AF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2400">
              <a:latin typeface="+mj-lt"/>
              <a:ea typeface="Segoe Print"/>
              <a:cs typeface="Segoe Print"/>
            </a:endParaRPr>
          </a:p>
        </p:txBody>
      </p:sp>
      <p:sp>
        <p:nvSpPr>
          <p:cNvPr id="20" name="Freeform 71">
            <a:extLst>
              <a:ext uri="{FF2B5EF4-FFF2-40B4-BE49-F238E27FC236}">
                <a16:creationId xmlns:a16="http://schemas.microsoft.com/office/drawing/2014/main" id="{D5AE07E1-8969-2FF1-BFF5-5FFA8D4F6075}"/>
              </a:ext>
            </a:extLst>
          </p:cNvPr>
          <p:cNvSpPr>
            <a:spLocks noGrp="1"/>
          </p:cNvSpPr>
          <p:nvPr/>
        </p:nvSpPr>
        <p:spPr>
          <a:xfrm>
            <a:off x="7680392" y="4128523"/>
            <a:ext cx="494752" cy="494752"/>
          </a:xfrm>
          <a:custGeom>
            <a:avLst/>
            <a:gdLst>
              <a:gd name="T0" fmla="*/ 23 w 98"/>
              <a:gd name="T1" fmla="*/ 98 h 98"/>
              <a:gd name="T2" fmla="*/ 2 w 98"/>
              <a:gd name="T3" fmla="*/ 98 h 98"/>
              <a:gd name="T4" fmla="*/ 2 w 98"/>
              <a:gd name="T5" fmla="*/ 32 h 98"/>
              <a:gd name="T6" fmla="*/ 23 w 98"/>
              <a:gd name="T7" fmla="*/ 32 h 98"/>
              <a:gd name="T8" fmla="*/ 23 w 98"/>
              <a:gd name="T9" fmla="*/ 98 h 98"/>
              <a:gd name="T10" fmla="*/ 12 w 98"/>
              <a:gd name="T11" fmla="*/ 24 h 98"/>
              <a:gd name="T12" fmla="*/ 0 w 98"/>
              <a:gd name="T13" fmla="*/ 12 h 98"/>
              <a:gd name="T14" fmla="*/ 12 w 98"/>
              <a:gd name="T15" fmla="*/ 0 h 98"/>
              <a:gd name="T16" fmla="*/ 24 w 98"/>
              <a:gd name="T17" fmla="*/ 12 h 98"/>
              <a:gd name="T18" fmla="*/ 12 w 98"/>
              <a:gd name="T19" fmla="*/ 24 h 98"/>
              <a:gd name="T20" fmla="*/ 98 w 98"/>
              <a:gd name="T21" fmla="*/ 98 h 98"/>
              <a:gd name="T22" fmla="*/ 78 w 98"/>
              <a:gd name="T23" fmla="*/ 98 h 98"/>
              <a:gd name="T24" fmla="*/ 78 w 98"/>
              <a:gd name="T25" fmla="*/ 64 h 98"/>
              <a:gd name="T26" fmla="*/ 67 w 98"/>
              <a:gd name="T27" fmla="*/ 49 h 98"/>
              <a:gd name="T28" fmla="*/ 55 w 98"/>
              <a:gd name="T29" fmla="*/ 64 h 98"/>
              <a:gd name="T30" fmla="*/ 55 w 98"/>
              <a:gd name="T31" fmla="*/ 98 h 98"/>
              <a:gd name="T32" fmla="*/ 35 w 98"/>
              <a:gd name="T33" fmla="*/ 98 h 98"/>
              <a:gd name="T34" fmla="*/ 35 w 98"/>
              <a:gd name="T35" fmla="*/ 32 h 98"/>
              <a:gd name="T36" fmla="*/ 55 w 98"/>
              <a:gd name="T37" fmla="*/ 32 h 98"/>
              <a:gd name="T38" fmla="*/ 55 w 98"/>
              <a:gd name="T39" fmla="*/ 41 h 98"/>
              <a:gd name="T40" fmla="*/ 75 w 98"/>
              <a:gd name="T41" fmla="*/ 30 h 98"/>
              <a:gd name="T42" fmla="*/ 98 w 98"/>
              <a:gd name="T43" fmla="*/ 56 h 98"/>
              <a:gd name="T44" fmla="*/ 98 w 98"/>
              <a:gd name="T45" fmla="*/ 98 h 98"/>
            </a:gdLst>
            <a:ahLst/>
            <a:cxnLst/>
            <a:rect l="0" t="0" r="r" b="b"/>
            <a:pathLst>
              <a:path w="98" h="98">
                <a:moveTo>
                  <a:pt x="23" y="98"/>
                </a:moveTo>
                <a:cubicBezTo>
                  <a:pt x="2" y="98"/>
                  <a:pt x="2" y="98"/>
                  <a:pt x="2" y="98"/>
                </a:cubicBezTo>
                <a:cubicBezTo>
                  <a:pt x="2" y="32"/>
                  <a:pt x="2" y="32"/>
                  <a:pt x="2" y="32"/>
                </a:cubicBezTo>
                <a:cubicBezTo>
                  <a:pt x="23" y="32"/>
                  <a:pt x="23" y="32"/>
                  <a:pt x="23" y="32"/>
                </a:cubicBezTo>
                <a:lnTo>
                  <a:pt x="23" y="98"/>
                </a:lnTo>
                <a:close/>
                <a:moveTo>
                  <a:pt x="12" y="24"/>
                </a:moveTo>
                <a:cubicBezTo>
                  <a:pt x="6" y="24"/>
                  <a:pt x="0" y="18"/>
                  <a:pt x="0" y="12"/>
                </a:cubicBezTo>
                <a:cubicBezTo>
                  <a:pt x="0" y="5"/>
                  <a:pt x="6" y="0"/>
                  <a:pt x="12" y="0"/>
                </a:cubicBezTo>
                <a:cubicBezTo>
                  <a:pt x="19" y="0"/>
                  <a:pt x="24" y="5"/>
                  <a:pt x="24" y="12"/>
                </a:cubicBezTo>
                <a:cubicBezTo>
                  <a:pt x="24" y="18"/>
                  <a:pt x="19" y="24"/>
                  <a:pt x="12" y="24"/>
                </a:cubicBezTo>
                <a:close/>
                <a:moveTo>
                  <a:pt x="98" y="98"/>
                </a:moveTo>
                <a:cubicBezTo>
                  <a:pt x="78" y="98"/>
                  <a:pt x="78" y="98"/>
                  <a:pt x="78" y="98"/>
                </a:cubicBezTo>
                <a:cubicBezTo>
                  <a:pt x="78" y="98"/>
                  <a:pt x="78" y="73"/>
                  <a:pt x="78" y="64"/>
                </a:cubicBezTo>
                <a:cubicBezTo>
                  <a:pt x="78" y="54"/>
                  <a:pt x="75" y="49"/>
                  <a:pt x="67" y="49"/>
                </a:cubicBezTo>
                <a:cubicBezTo>
                  <a:pt x="59" y="49"/>
                  <a:pt x="55" y="54"/>
                  <a:pt x="55" y="64"/>
                </a:cubicBezTo>
                <a:cubicBezTo>
                  <a:pt x="55" y="74"/>
                  <a:pt x="55" y="98"/>
                  <a:pt x="55" y="98"/>
                </a:cubicBezTo>
                <a:cubicBezTo>
                  <a:pt x="35" y="98"/>
                  <a:pt x="35" y="98"/>
                  <a:pt x="35" y="98"/>
                </a:cubicBezTo>
                <a:cubicBezTo>
                  <a:pt x="35" y="32"/>
                  <a:pt x="35" y="32"/>
                  <a:pt x="35" y="32"/>
                </a:cubicBezTo>
                <a:cubicBezTo>
                  <a:pt x="55" y="32"/>
                  <a:pt x="55" y="32"/>
                  <a:pt x="55" y="32"/>
                </a:cubicBezTo>
                <a:cubicBezTo>
                  <a:pt x="55" y="41"/>
                  <a:pt x="55" y="41"/>
                  <a:pt x="55" y="41"/>
                </a:cubicBezTo>
                <a:cubicBezTo>
                  <a:pt x="55" y="41"/>
                  <a:pt x="61" y="30"/>
                  <a:pt x="75" y="30"/>
                </a:cubicBezTo>
                <a:cubicBezTo>
                  <a:pt x="89" y="30"/>
                  <a:pt x="98" y="39"/>
                  <a:pt x="98" y="56"/>
                </a:cubicBezTo>
                <a:cubicBezTo>
                  <a:pt x="98" y="74"/>
                  <a:pt x="98" y="98"/>
                  <a:pt x="98" y="9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2400">
              <a:latin typeface="+mj-lt"/>
              <a:ea typeface="Segoe Print"/>
              <a:cs typeface="Segoe Print"/>
            </a:endParaRPr>
          </a:p>
        </p:txBody>
      </p:sp>
      <p:sp>
        <p:nvSpPr>
          <p:cNvPr id="22" name="Oval 46">
            <a:extLst>
              <a:ext uri="{FF2B5EF4-FFF2-40B4-BE49-F238E27FC236}">
                <a16:creationId xmlns:a16="http://schemas.microsoft.com/office/drawing/2014/main" id="{C66320E8-C8F6-9D60-BFEA-28569E43197D}"/>
              </a:ext>
            </a:extLst>
          </p:cNvPr>
          <p:cNvSpPr>
            <a:spLocks noGrp="1"/>
          </p:cNvSpPr>
          <p:nvPr/>
        </p:nvSpPr>
        <p:spPr>
          <a:xfrm>
            <a:off x="7426883" y="2758517"/>
            <a:ext cx="1009948" cy="1009948"/>
          </a:xfrm>
          <a:prstGeom prst="ellipse">
            <a:avLst/>
          </a:prstGeom>
          <a:solidFill>
            <a:srgbClr val="2D2D37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 sz="2400">
              <a:latin typeface="+mj-lt"/>
              <a:ea typeface="Segoe Print"/>
              <a:cs typeface="Segoe Print"/>
            </a:endParaRPr>
          </a:p>
        </p:txBody>
      </p:sp>
      <p:sp>
        <p:nvSpPr>
          <p:cNvPr id="24" name="Oval 113">
            <a:extLst>
              <a:ext uri="{FF2B5EF4-FFF2-40B4-BE49-F238E27FC236}">
                <a16:creationId xmlns:a16="http://schemas.microsoft.com/office/drawing/2014/main" id="{14713D58-EF84-A66C-01C5-C6C7FE2109F4}"/>
              </a:ext>
            </a:extLst>
          </p:cNvPr>
          <p:cNvSpPr>
            <a:spLocks noGrp="1"/>
          </p:cNvSpPr>
          <p:nvPr/>
        </p:nvSpPr>
        <p:spPr>
          <a:xfrm>
            <a:off x="7557789" y="2755160"/>
            <a:ext cx="763436" cy="763436"/>
          </a:xfrm>
          <a:prstGeom prst="ellipse">
            <a:avLst/>
          </a:prstGeom>
          <a:solidFill>
            <a:srgbClr val="2D2D37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>
              <a:latin typeface="+mj-lt"/>
              <a:ea typeface="Segoe Print"/>
              <a:cs typeface="Segoe Print"/>
            </a:endParaRPr>
          </a:p>
        </p:txBody>
      </p:sp>
      <p:sp>
        <p:nvSpPr>
          <p:cNvPr id="25" name="Freeform 114">
            <a:extLst>
              <a:ext uri="{FF2B5EF4-FFF2-40B4-BE49-F238E27FC236}">
                <a16:creationId xmlns:a16="http://schemas.microsoft.com/office/drawing/2014/main" id="{19E03418-E665-DE61-3081-0B6C110E77E2}"/>
              </a:ext>
            </a:extLst>
          </p:cNvPr>
          <p:cNvSpPr>
            <a:spLocks noGrp="1"/>
          </p:cNvSpPr>
          <p:nvPr/>
        </p:nvSpPr>
        <p:spPr>
          <a:xfrm>
            <a:off x="7692789" y="3036723"/>
            <a:ext cx="482169" cy="469806"/>
          </a:xfrm>
          <a:custGeom>
            <a:avLst/>
            <a:gdLst>
              <a:gd name="T0" fmla="*/ 63 w 126"/>
              <a:gd name="T1" fmla="*/ 0 h 123"/>
              <a:gd name="T2" fmla="*/ 0 w 126"/>
              <a:gd name="T3" fmla="*/ 63 h 123"/>
              <a:gd name="T4" fmla="*/ 42 w 126"/>
              <a:gd name="T5" fmla="*/ 123 h 123"/>
              <a:gd name="T6" fmla="*/ 42 w 126"/>
              <a:gd name="T7" fmla="*/ 123 h 123"/>
              <a:gd name="T8" fmla="*/ 44 w 126"/>
              <a:gd name="T9" fmla="*/ 123 h 123"/>
              <a:gd name="T10" fmla="*/ 47 w 126"/>
              <a:gd name="T11" fmla="*/ 119 h 123"/>
              <a:gd name="T12" fmla="*/ 47 w 126"/>
              <a:gd name="T13" fmla="*/ 119 h 123"/>
              <a:gd name="T14" fmla="*/ 47 w 126"/>
              <a:gd name="T15" fmla="*/ 119 h 123"/>
              <a:gd name="T16" fmla="*/ 47 w 126"/>
              <a:gd name="T17" fmla="*/ 108 h 123"/>
              <a:gd name="T18" fmla="*/ 34 w 126"/>
              <a:gd name="T19" fmla="*/ 108 h 123"/>
              <a:gd name="T20" fmla="*/ 25 w 126"/>
              <a:gd name="T21" fmla="*/ 98 h 123"/>
              <a:gd name="T22" fmla="*/ 17 w 126"/>
              <a:gd name="T23" fmla="*/ 89 h 123"/>
              <a:gd name="T24" fmla="*/ 26 w 126"/>
              <a:gd name="T25" fmla="*/ 90 h 123"/>
              <a:gd name="T26" fmla="*/ 40 w 126"/>
              <a:gd name="T27" fmla="*/ 101 h 123"/>
              <a:gd name="T28" fmla="*/ 48 w 126"/>
              <a:gd name="T29" fmla="*/ 99 h 123"/>
              <a:gd name="T30" fmla="*/ 51 w 126"/>
              <a:gd name="T31" fmla="*/ 92 h 123"/>
              <a:gd name="T32" fmla="*/ 22 w 126"/>
              <a:gd name="T33" fmla="*/ 62 h 123"/>
              <a:gd name="T34" fmla="*/ 29 w 126"/>
              <a:gd name="T35" fmla="*/ 43 h 123"/>
              <a:gd name="T36" fmla="*/ 30 w 126"/>
              <a:gd name="T37" fmla="*/ 26 h 123"/>
              <a:gd name="T38" fmla="*/ 47 w 126"/>
              <a:gd name="T39" fmla="*/ 33 h 123"/>
              <a:gd name="T40" fmla="*/ 63 w 126"/>
              <a:gd name="T41" fmla="*/ 31 h 123"/>
              <a:gd name="T42" fmla="*/ 63 w 126"/>
              <a:gd name="T43" fmla="*/ 31 h 123"/>
              <a:gd name="T44" fmla="*/ 63 w 126"/>
              <a:gd name="T45" fmla="*/ 31 h 123"/>
              <a:gd name="T46" fmla="*/ 63 w 126"/>
              <a:gd name="T47" fmla="*/ 31 h 123"/>
              <a:gd name="T48" fmla="*/ 63 w 126"/>
              <a:gd name="T49" fmla="*/ 31 h 123"/>
              <a:gd name="T50" fmla="*/ 79 w 126"/>
              <a:gd name="T51" fmla="*/ 33 h 123"/>
              <a:gd name="T52" fmla="*/ 96 w 126"/>
              <a:gd name="T53" fmla="*/ 26 h 123"/>
              <a:gd name="T54" fmla="*/ 97 w 126"/>
              <a:gd name="T55" fmla="*/ 43 h 123"/>
              <a:gd name="T56" fmla="*/ 104 w 126"/>
              <a:gd name="T57" fmla="*/ 62 h 123"/>
              <a:gd name="T58" fmla="*/ 75 w 126"/>
              <a:gd name="T59" fmla="*/ 92 h 123"/>
              <a:gd name="T60" fmla="*/ 79 w 126"/>
              <a:gd name="T61" fmla="*/ 103 h 123"/>
              <a:gd name="T62" fmla="*/ 79 w 126"/>
              <a:gd name="T63" fmla="*/ 119 h 123"/>
              <a:gd name="T64" fmla="*/ 82 w 126"/>
              <a:gd name="T65" fmla="*/ 123 h 123"/>
              <a:gd name="T66" fmla="*/ 83 w 126"/>
              <a:gd name="T67" fmla="*/ 123 h 123"/>
              <a:gd name="T68" fmla="*/ 84 w 126"/>
              <a:gd name="T69" fmla="*/ 123 h 123"/>
              <a:gd name="T70" fmla="*/ 126 w 126"/>
              <a:gd name="T71" fmla="*/ 63 h 123"/>
              <a:gd name="T72" fmla="*/ 63 w 126"/>
              <a:gd name="T73" fmla="*/ 0 h 123"/>
            </a:gdLst>
            <a:ahLst/>
            <a:cxnLst/>
            <a:rect l="0" t="0" r="r" b="b"/>
            <a:pathLst>
              <a:path w="126" h="123">
                <a:moveTo>
                  <a:pt x="63" y="0"/>
                </a:moveTo>
                <a:cubicBezTo>
                  <a:pt x="28" y="0"/>
                  <a:pt x="0" y="28"/>
                  <a:pt x="0" y="63"/>
                </a:cubicBezTo>
                <a:cubicBezTo>
                  <a:pt x="0" y="91"/>
                  <a:pt x="17" y="114"/>
                  <a:pt x="42" y="123"/>
                </a:cubicBezTo>
                <a:cubicBezTo>
                  <a:pt x="42" y="123"/>
                  <a:pt x="42" y="123"/>
                  <a:pt x="42" y="123"/>
                </a:cubicBezTo>
                <a:cubicBezTo>
                  <a:pt x="43" y="123"/>
                  <a:pt x="43" y="123"/>
                  <a:pt x="44" y="123"/>
                </a:cubicBezTo>
                <a:cubicBezTo>
                  <a:pt x="46" y="123"/>
                  <a:pt x="47" y="122"/>
                  <a:pt x="47" y="119"/>
                </a:cubicBezTo>
                <a:cubicBezTo>
                  <a:pt x="47" y="119"/>
                  <a:pt x="47" y="119"/>
                  <a:pt x="47" y="119"/>
                </a:cubicBezTo>
                <a:cubicBezTo>
                  <a:pt x="47" y="119"/>
                  <a:pt x="47" y="119"/>
                  <a:pt x="47" y="119"/>
                </a:cubicBezTo>
                <a:cubicBezTo>
                  <a:pt x="47" y="116"/>
                  <a:pt x="47" y="112"/>
                  <a:pt x="47" y="108"/>
                </a:cubicBezTo>
                <a:cubicBezTo>
                  <a:pt x="43" y="109"/>
                  <a:pt x="37" y="110"/>
                  <a:pt x="34" y="108"/>
                </a:cubicBezTo>
                <a:cubicBezTo>
                  <a:pt x="30" y="106"/>
                  <a:pt x="27" y="103"/>
                  <a:pt x="25" y="98"/>
                </a:cubicBezTo>
                <a:cubicBezTo>
                  <a:pt x="23" y="92"/>
                  <a:pt x="17" y="90"/>
                  <a:pt x="17" y="89"/>
                </a:cubicBezTo>
                <a:cubicBezTo>
                  <a:pt x="16" y="88"/>
                  <a:pt x="23" y="86"/>
                  <a:pt x="26" y="90"/>
                </a:cubicBezTo>
                <a:cubicBezTo>
                  <a:pt x="30" y="94"/>
                  <a:pt x="33" y="102"/>
                  <a:pt x="40" y="101"/>
                </a:cubicBezTo>
                <a:cubicBezTo>
                  <a:pt x="44" y="100"/>
                  <a:pt x="46" y="100"/>
                  <a:pt x="48" y="99"/>
                </a:cubicBezTo>
                <a:cubicBezTo>
                  <a:pt x="48" y="97"/>
                  <a:pt x="49" y="94"/>
                  <a:pt x="51" y="92"/>
                </a:cubicBezTo>
                <a:cubicBezTo>
                  <a:pt x="34" y="89"/>
                  <a:pt x="22" y="80"/>
                  <a:pt x="22" y="62"/>
                </a:cubicBezTo>
                <a:cubicBezTo>
                  <a:pt x="22" y="54"/>
                  <a:pt x="25" y="47"/>
                  <a:pt x="29" y="43"/>
                </a:cubicBezTo>
                <a:cubicBezTo>
                  <a:pt x="28" y="39"/>
                  <a:pt x="27" y="30"/>
                  <a:pt x="30" y="26"/>
                </a:cubicBezTo>
                <a:cubicBezTo>
                  <a:pt x="30" y="26"/>
                  <a:pt x="35" y="24"/>
                  <a:pt x="47" y="33"/>
                </a:cubicBezTo>
                <a:cubicBezTo>
                  <a:pt x="52" y="32"/>
                  <a:pt x="57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9" y="31"/>
                  <a:pt x="74" y="32"/>
                  <a:pt x="79" y="33"/>
                </a:cubicBezTo>
                <a:cubicBezTo>
                  <a:pt x="92" y="24"/>
                  <a:pt x="96" y="26"/>
                  <a:pt x="96" y="26"/>
                </a:cubicBezTo>
                <a:cubicBezTo>
                  <a:pt x="99" y="30"/>
                  <a:pt x="98" y="39"/>
                  <a:pt x="97" y="43"/>
                </a:cubicBezTo>
                <a:cubicBezTo>
                  <a:pt x="101" y="47"/>
                  <a:pt x="104" y="54"/>
                  <a:pt x="104" y="62"/>
                </a:cubicBezTo>
                <a:cubicBezTo>
                  <a:pt x="104" y="80"/>
                  <a:pt x="92" y="89"/>
                  <a:pt x="75" y="92"/>
                </a:cubicBezTo>
                <a:cubicBezTo>
                  <a:pt x="79" y="95"/>
                  <a:pt x="79" y="101"/>
                  <a:pt x="79" y="103"/>
                </a:cubicBezTo>
                <a:cubicBezTo>
                  <a:pt x="79" y="105"/>
                  <a:pt x="79" y="119"/>
                  <a:pt x="79" y="119"/>
                </a:cubicBezTo>
                <a:cubicBezTo>
                  <a:pt x="79" y="122"/>
                  <a:pt x="80" y="123"/>
                  <a:pt x="82" y="123"/>
                </a:cubicBezTo>
                <a:cubicBezTo>
                  <a:pt x="83" y="123"/>
                  <a:pt x="83" y="123"/>
                  <a:pt x="83" y="123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109" y="114"/>
                  <a:pt x="126" y="91"/>
                  <a:pt x="126" y="63"/>
                </a:cubicBezTo>
                <a:cubicBezTo>
                  <a:pt x="126" y="28"/>
                  <a:pt x="98" y="0"/>
                  <a:pt x="6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  <a:defRPr>
                <a:latin typeface="Segoe Print"/>
                <a:ea typeface="Segoe Print"/>
                <a:cs typeface="Segoe Print"/>
              </a:defRPr>
            </a:pPr>
            <a:endParaRPr>
              <a:latin typeface="+mj-lt"/>
              <a:ea typeface="Segoe Print"/>
              <a:cs typeface="Segoe Print"/>
            </a:endParaRPr>
          </a:p>
        </p:txBody>
      </p:sp>
      <p:pic>
        <p:nvPicPr>
          <p:cNvPr id="51" name="Picture 2">
            <a:extLst>
              <a:ext uri="{FF2B5EF4-FFF2-40B4-BE49-F238E27FC236}">
                <a16:creationId xmlns:a16="http://schemas.microsoft.com/office/drawing/2014/main" id="{06AA3D97-9CE8-40CA-F1F3-5653FE713A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48233" y="4982032"/>
            <a:ext cx="967249" cy="96724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564210E-6935-F5BD-CC74-B28079B7D226}"/>
              </a:ext>
            </a:extLst>
          </p:cNvPr>
          <p:cNvSpPr>
            <a:spLocks noGrp="1"/>
          </p:cNvSpPr>
          <p:nvPr/>
        </p:nvSpPr>
        <p:spPr>
          <a:xfrm>
            <a:off x="8443480" y="3074728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lang="it-IT" dirty="0">
                <a:latin typeface="+mj-lt"/>
                <a:ea typeface="Segoe Print"/>
                <a:cs typeface="Segoe Print"/>
              </a:rPr>
              <a:t>scoriani</a:t>
            </a:r>
            <a:endParaRPr dirty="0">
              <a:latin typeface="+mj-lt"/>
              <a:ea typeface="Segoe Print"/>
              <a:cs typeface="Segoe Print"/>
            </a:endParaRP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A863CC50-00C8-C8B9-57C9-10F263546018}"/>
              </a:ext>
            </a:extLst>
          </p:cNvPr>
          <p:cNvSpPr>
            <a:spLocks noGrp="1"/>
          </p:cNvSpPr>
          <p:nvPr/>
        </p:nvSpPr>
        <p:spPr>
          <a:xfrm>
            <a:off x="8443480" y="4193915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lang="it-IT" dirty="0">
                <a:latin typeface="+mj-lt"/>
                <a:ea typeface="Segoe Print"/>
                <a:cs typeface="Segoe Print"/>
              </a:rPr>
              <a:t>scoriani</a:t>
            </a:r>
            <a:endParaRPr dirty="0">
              <a:latin typeface="+mj-lt"/>
              <a:ea typeface="Segoe Print"/>
              <a:cs typeface="Segoe Print"/>
            </a:endParaRP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F47490E9-CF3B-8E12-0599-B4A5CFCEF463}"/>
              </a:ext>
            </a:extLst>
          </p:cNvPr>
          <p:cNvSpPr>
            <a:spLocks noGrp="1"/>
          </p:cNvSpPr>
          <p:nvPr/>
        </p:nvSpPr>
        <p:spPr>
          <a:xfrm>
            <a:off x="8443480" y="5266447"/>
            <a:ext cx="4010025" cy="80327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lang="it-IT" dirty="0">
                <a:latin typeface="+mj-lt"/>
                <a:ea typeface="Segoe Print"/>
                <a:cs typeface="Segoe Print"/>
              </a:rPr>
              <a:t>silvano-coriani</a:t>
            </a:r>
            <a:endParaRPr dirty="0">
              <a:latin typeface="+mj-lt"/>
              <a:ea typeface="Segoe Print"/>
              <a:cs typeface="Segoe Print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FFF2150-D65B-D635-25F5-698358CCD2D3}"/>
              </a:ext>
            </a:extLst>
          </p:cNvPr>
          <p:cNvSpPr>
            <a:spLocks noGrp="1"/>
          </p:cNvSpPr>
          <p:nvPr/>
        </p:nvSpPr>
        <p:spPr>
          <a:xfrm>
            <a:off x="8443480" y="1839853"/>
            <a:ext cx="3876675" cy="431800"/>
          </a:xfrm>
          <a:prstGeom prst="rect">
            <a:avLst/>
          </a:prstGeom>
        </p:spPr>
        <p:txBody>
          <a:bodyPr>
            <a:normAutofit fontScale="99142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>
                <a:latin typeface="Segoe Print"/>
                <a:ea typeface="Segoe Print"/>
                <a:cs typeface="Segoe Print"/>
              </a:defRPr>
            </a:pPr>
            <a:r>
              <a:rPr lang="it-IT" dirty="0">
                <a:latin typeface="+mj-lt"/>
                <a:ea typeface="Segoe Print"/>
                <a:cs typeface="Segoe Print"/>
              </a:rPr>
              <a:t>scoriani</a:t>
            </a:r>
            <a:endParaRPr dirty="0">
              <a:latin typeface="+mj-lt"/>
              <a:ea typeface="Segoe Print"/>
              <a:cs typeface="Segoe Print"/>
            </a:endParaRPr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50E1FE2B-7B09-3B53-BD1F-F9D1DBA48073}"/>
              </a:ext>
            </a:extLst>
          </p:cNvPr>
          <p:cNvSpPr>
            <a:spLocks noGrp="1"/>
          </p:cNvSpPr>
          <p:nvPr/>
        </p:nvSpPr>
        <p:spPr>
          <a:xfrm>
            <a:off x="6501628" y="2310943"/>
            <a:ext cx="7634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buNone/>
              <a:defRPr>
                <a:latin typeface="Segoe Print"/>
                <a:ea typeface="Segoe Print"/>
                <a:cs typeface="Segoe Print"/>
              </a:defRPr>
            </a:pPr>
            <a:endParaRPr sz="2800" b="1">
              <a:solidFill>
                <a:srgbClr val="324147"/>
              </a:solidFill>
              <a:latin typeface="+mj-lt"/>
              <a:ea typeface="Segoe Print"/>
              <a:cs typeface="Segoe Print"/>
            </a:endParaRPr>
          </a:p>
        </p:txBody>
      </p:sp>
      <p:pic>
        <p:nvPicPr>
          <p:cNvPr id="5" name="Picture 30">
            <a:extLst>
              <a:ext uri="{FF2B5EF4-FFF2-40B4-BE49-F238E27FC236}">
                <a16:creationId xmlns:a16="http://schemas.microsoft.com/office/drawing/2014/main" id="{5C97E225-790D-1378-02DA-A9B7F4432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659396">
            <a:off x="6648774" y="5255655"/>
            <a:ext cx="609600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81A9BA-84A4-5FFA-269D-E9F8BAC030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850" y="2128578"/>
            <a:ext cx="2755900" cy="27559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8B2B74-144A-A16D-8522-3B4636BBB6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3302" y="2256048"/>
            <a:ext cx="2233848" cy="57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17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99698-2E1C-949D-A0D4-D846B5D55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2CD409-B1C4-19BE-9354-1655D68B2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necessità di una </a:t>
            </a:r>
            <a:br>
              <a:rPr lang="it-IT" dirty="0"/>
            </a:br>
            <a:r>
              <a:rPr lang="it-IT" dirty="0"/>
              <a:t>Data Platform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AFA12-D86E-69DC-16CB-5191F06C3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8170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7227-B778-F909-556A-FF803258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/>
          <a:lstStyle/>
          <a:p>
            <a:r>
              <a:rPr lang="it-IT" dirty="0"/>
              <a:t>Every company is a data 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E06F1-8037-D516-F585-20EAD010F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27" y="1461155"/>
            <a:ext cx="11054143" cy="4715808"/>
          </a:xfrm>
        </p:spPr>
        <p:txBody>
          <a:bodyPr>
            <a:normAutofit lnSpcReduction="10000"/>
          </a:bodyPr>
          <a:lstStyle/>
          <a:p>
            <a:r>
              <a:rPr lang="it-IT" dirty="0"/>
              <a:t>Ogni processo lascia una traccia. Ogni decisione può utilizzarla.</a:t>
            </a:r>
          </a:p>
          <a:p>
            <a:r>
              <a:rPr lang="it-IT" b="1" dirty="0"/>
              <a:t>Clienti</a:t>
            </a:r>
          </a:p>
          <a:p>
            <a:pPr lvl="1"/>
            <a:r>
              <a:rPr lang="it-IT" dirty="0"/>
              <a:t>CRM, canali digitali e assistenza</a:t>
            </a:r>
          </a:p>
          <a:p>
            <a:r>
              <a:rPr lang="it-IT" b="1" dirty="0"/>
              <a:t>Operazioni</a:t>
            </a:r>
          </a:p>
          <a:p>
            <a:pPr lvl="1"/>
            <a:r>
              <a:rPr lang="it-IT" dirty="0"/>
              <a:t>Ordini, produzione e logistica</a:t>
            </a:r>
          </a:p>
          <a:p>
            <a:r>
              <a:rPr lang="it-IT" b="1" dirty="0"/>
              <a:t>Prodotti</a:t>
            </a:r>
          </a:p>
          <a:p>
            <a:pPr lvl="1"/>
            <a:r>
              <a:rPr lang="it-IT" dirty="0"/>
              <a:t>Telemetria, utilizzo e qualità</a:t>
            </a:r>
          </a:p>
          <a:p>
            <a:r>
              <a:rPr lang="it-IT" b="1" dirty="0"/>
              <a:t>Persone</a:t>
            </a:r>
          </a:p>
          <a:p>
            <a:pPr lvl="1"/>
            <a:r>
              <a:rPr lang="it-IT" dirty="0"/>
              <a:t>Collaborazione e competenze</a:t>
            </a:r>
          </a:p>
          <a:p>
            <a:r>
              <a:rPr lang="it-IT" b="1" dirty="0"/>
              <a:t>Finanza</a:t>
            </a:r>
          </a:p>
          <a:p>
            <a:pPr lvl="1"/>
            <a:r>
              <a:rPr lang="it-IT" dirty="0"/>
              <a:t>Ricavi, costi e rischio</a:t>
            </a:r>
          </a:p>
          <a:p>
            <a:r>
              <a:rPr lang="it-IT" dirty="0"/>
              <a:t>Tutti questi dati convergono nelle decisioni aziendali, ma il problema e che non convergono nell’accesso.</a:t>
            </a:r>
            <a:br>
              <a:rPr lang="it-IT" dirty="0"/>
            </a:br>
            <a:r>
              <a:rPr lang="it-IT" dirty="0"/>
              <a:t>Quindi il problema è: non tutte le decisioni possono utilizzarle.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11772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DE7B7-5C37-F36D-6AC6-BD5C3DFD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D1E2EB7-B020-E2DC-153D-147F960F5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/>
          <a:lstStyle/>
          <a:p>
            <a:r>
              <a:rPr lang="it-IT" dirty="0"/>
              <a:t>Cosa significa «Data Platform»?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252E3-38C4-7B17-4A33-B64CE8B95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27" y="1461155"/>
            <a:ext cx="11054143" cy="4715808"/>
          </a:xfrm>
        </p:spPr>
        <p:txBody>
          <a:bodyPr/>
          <a:lstStyle/>
          <a:p>
            <a:r>
              <a:rPr lang="it-IT" dirty="0"/>
              <a:t>Non un singolo prodotto, ma un modello architetturale e operativo.</a:t>
            </a:r>
          </a:p>
          <a:p>
            <a:r>
              <a:rPr lang="it-IT" b="1" dirty="0"/>
              <a:t>Tecnologie specializzate</a:t>
            </a:r>
            <a:br>
              <a:rPr lang="it-IT" dirty="0"/>
            </a:br>
            <a:r>
              <a:rPr lang="it-IT" dirty="0"/>
              <a:t>Database, lakehouse e motori specializzati rispondono a workload differenti.</a:t>
            </a:r>
          </a:p>
          <a:p>
            <a:r>
              <a:rPr lang="it-IT" b="1" dirty="0"/>
              <a:t>Capacità di elaborazione</a:t>
            </a:r>
            <a:br>
              <a:rPr lang="it-IT" dirty="0"/>
            </a:br>
            <a:r>
              <a:rPr lang="it-IT" dirty="0"/>
              <a:t>Ingestion, analytics, real time e AI condividono sempre più dati, strumenti e modelli operativi.</a:t>
            </a:r>
          </a:p>
          <a:p>
            <a:r>
              <a:rPr lang="it-IT" b="1" dirty="0"/>
              <a:t>Fondamenta infrastrutturali</a:t>
            </a:r>
            <a:br>
              <a:rPr lang="it-IT" dirty="0"/>
            </a:br>
            <a:r>
              <a:rPr lang="it-IT" i="1" dirty="0"/>
              <a:t>Identity · Security · Governance · Observability · Automation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7402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3BD18-3185-311A-F4EF-A5D76082D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/>
          <a:lstStyle/>
          <a:p>
            <a:r>
              <a:rPr lang="it-IT" dirty="0"/>
              <a:t>Magari c’è già una Data Platform [1]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39E2E-7BEF-2F7D-2BE6-630CA794F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27" y="1461155"/>
            <a:ext cx="11054143" cy="4715808"/>
          </a:xfrm>
        </p:spPr>
        <p:txBody>
          <a:bodyPr>
            <a:normAutofit/>
          </a:bodyPr>
          <a:lstStyle/>
          <a:p>
            <a:r>
              <a:rPr lang="it-IT" dirty="0"/>
              <a:t>La differenza è se l’architettura è intenzionale oppure accidentale</a:t>
            </a:r>
          </a:p>
          <a:p>
            <a:r>
              <a:rPr lang="it-IT" b="1" dirty="0"/>
              <a:t>Una piattaforma accidentale</a:t>
            </a:r>
          </a:p>
          <a:p>
            <a:pPr lvl="1"/>
            <a:r>
              <a:rPr lang="it-IT" dirty="0"/>
              <a:t>database isolati</a:t>
            </a:r>
          </a:p>
          <a:p>
            <a:pPr lvl="1"/>
            <a:r>
              <a:rPr lang="it-IT" dirty="0"/>
              <a:t>file condivisi</a:t>
            </a:r>
          </a:p>
          <a:p>
            <a:pPr lvl="1"/>
            <a:r>
              <a:rPr lang="it-IT" dirty="0"/>
              <a:t>pipeline fragili</a:t>
            </a:r>
          </a:p>
          <a:p>
            <a:pPr lvl="1"/>
            <a:r>
              <a:rPr lang="it-IT" dirty="0"/>
              <a:t>metriche discordanti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63025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198936D0-758A-C122-E643-87E15A38A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/>
          <a:lstStyle/>
          <a:p>
            <a:r>
              <a:rPr lang="it-IT"/>
              <a:t>Le esigenze evolvono</a:t>
            </a: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A3126-C8E5-9B65-3590-3E2492B7B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27" y="1461155"/>
            <a:ext cx="11054143" cy="4715808"/>
          </a:xfrm>
        </p:spPr>
        <p:txBody>
          <a:bodyPr/>
          <a:lstStyle/>
          <a:p>
            <a:r>
              <a:rPr lang="it-IT" b="1" dirty="0"/>
              <a:t>Database</a:t>
            </a:r>
            <a:br>
              <a:rPr lang="it-IT" dirty="0"/>
            </a:br>
            <a:r>
              <a:rPr lang="it-IT" dirty="0"/>
              <a:t>Sostiene il business operativo: transazioni, applicazioni e stato corrente.</a:t>
            </a:r>
          </a:p>
          <a:p>
            <a:r>
              <a:rPr lang="it-IT" dirty="0"/>
              <a:t>Nuove esigenze richiedono capacità specializzate:</a:t>
            </a:r>
          </a:p>
          <a:p>
            <a:r>
              <a:rPr lang="it-IT" b="1" dirty="0"/>
              <a:t>Analytics</a:t>
            </a:r>
            <a:br>
              <a:rPr lang="it-IT" dirty="0"/>
            </a:br>
            <a:r>
              <a:rPr lang="it-IT" dirty="0"/>
              <a:t>Integrare i dati e comprenderne l'evoluzione nel tempo.</a:t>
            </a:r>
          </a:p>
          <a:p>
            <a:r>
              <a:rPr lang="it-IT" b="1" dirty="0"/>
              <a:t>Real time</a:t>
            </a:r>
            <a:br>
              <a:rPr lang="it-IT" dirty="0"/>
            </a:br>
            <a:r>
              <a:rPr lang="it-IT" dirty="0"/>
              <a:t>Interpretare gli eventi e agire mentre accadono.</a:t>
            </a:r>
          </a:p>
          <a:p>
            <a:r>
              <a:rPr lang="it-IT" b="1" dirty="0"/>
              <a:t>AI</a:t>
            </a:r>
            <a:br>
              <a:rPr lang="it-IT" dirty="0"/>
            </a:br>
            <a:r>
              <a:rPr lang="it-IT" dirty="0">
                <a:solidFill>
                  <a:srgbClr val="FF0000"/>
                </a:solidFill>
              </a:rPr>
              <a:t>Usare dati governati per modelli, applicazioni e agenti.</a:t>
            </a:r>
          </a:p>
          <a:p>
            <a:r>
              <a:rPr lang="it-IT" i="1" dirty="0"/>
              <a:t>Le nuove tecnologie non sostituiscono quelle esistenti: assumono ruoli diversi.</a:t>
            </a:r>
            <a:endParaRPr lang="it-IT" dirty="0"/>
          </a:p>
          <a:p>
            <a:r>
              <a:rPr lang="it-IT" b="1" dirty="0"/>
              <a:t>Come farle lavorare insieme?</a:t>
            </a:r>
            <a:endParaRPr lang="it-IT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699CA-9D9E-E2BE-7F2F-526CB87F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A7D45-3C9E-39C7-803C-0E43CD210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/>
          <a:lstStyle/>
          <a:p>
            <a:r>
              <a:rPr lang="it-IT" dirty="0"/>
              <a:t>Magari c’è già una Data Platform [2]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218F8-5625-469F-2613-999E40A99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27" y="1461155"/>
            <a:ext cx="11054143" cy="4715808"/>
          </a:xfrm>
        </p:spPr>
        <p:txBody>
          <a:bodyPr>
            <a:normAutofit/>
          </a:bodyPr>
          <a:lstStyle/>
          <a:p>
            <a:r>
              <a:rPr lang="it-IT" b="1" dirty="0"/>
              <a:t>Una piattaforma intenzionale</a:t>
            </a:r>
          </a:p>
          <a:p>
            <a:pPr lvl="1"/>
            <a:r>
              <a:rPr lang="it-IT" dirty="0"/>
              <a:t>ownership definita</a:t>
            </a:r>
          </a:p>
          <a:p>
            <a:pPr lvl="1"/>
            <a:r>
              <a:rPr lang="it-IT" dirty="0"/>
              <a:t>contratti dati espliciti</a:t>
            </a:r>
          </a:p>
          <a:p>
            <a:pPr lvl="1"/>
            <a:r>
              <a:rPr lang="it-IT" dirty="0"/>
              <a:t>governance condivisa</a:t>
            </a:r>
          </a:p>
          <a:p>
            <a:pPr lvl="1"/>
            <a:r>
              <a:rPr lang="it-IT" dirty="0"/>
              <a:t>osservabilità end-to-end</a:t>
            </a:r>
          </a:p>
          <a:p>
            <a:r>
              <a:rPr lang="it-IT" dirty="0"/>
              <a:t>La trasformazione inizia rendendo esplicite le scelte architetturali, non più accidentali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60453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A931D-F5BA-B572-DC21-B46D2466C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/>
          <a:lstStyle/>
          <a:p>
            <a:r>
              <a:rPr lang="it-IT" dirty="0"/>
              <a:t>Azure è la porta di accesso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F974A-E39B-2769-BB00-328C57C31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27" y="1461155"/>
            <a:ext cx="11054143" cy="4715808"/>
          </a:xfrm>
        </p:spPr>
        <p:txBody>
          <a:bodyPr/>
          <a:lstStyle/>
          <a:p>
            <a:r>
              <a:rPr lang="it-IT" dirty="0"/>
              <a:t>Un ambiente comune per sperimentare, adottare e governare tecnologie diverse</a:t>
            </a:r>
          </a:p>
          <a:p>
            <a:r>
              <a:rPr lang="it-IT" b="1" dirty="0"/>
              <a:t>Sperimentare</a:t>
            </a:r>
          </a:p>
          <a:p>
            <a:pPr lvl="1"/>
            <a:r>
              <a:rPr lang="it-IT" dirty="0"/>
              <a:t>Valutare rapidamente nuovi servizi senza costruire subito tutta l’infrastruttura.</a:t>
            </a:r>
          </a:p>
          <a:p>
            <a:r>
              <a:rPr lang="it-IT" b="1" dirty="0"/>
              <a:t>Adottare</a:t>
            </a:r>
          </a:p>
          <a:p>
            <a:pPr lvl="1"/>
            <a:r>
              <a:rPr lang="it-IT" dirty="0"/>
              <a:t>Utilizzare database, analytics, real time e AI in base alle esigenze del workload.</a:t>
            </a:r>
          </a:p>
          <a:p>
            <a:r>
              <a:rPr lang="it-IT" b="1" dirty="0"/>
              <a:t>Governare</a:t>
            </a:r>
          </a:p>
          <a:p>
            <a:pPr lvl="1"/>
            <a:r>
              <a:rPr lang="it-IT" dirty="0"/>
              <a:t>Applicare identity, security, networking, observability e controllo dei costi.</a:t>
            </a:r>
          </a:p>
          <a:p>
            <a:r>
              <a:rPr lang="it-IT" dirty="0"/>
              <a:t>La libertà tecnologica crea valore quando opera all’interno di guardrail comuni.</a:t>
            </a:r>
          </a:p>
        </p:txBody>
      </p:sp>
    </p:spTree>
    <p:extLst>
      <p:ext uri="{BB962C8B-B14F-4D97-AF65-F5344CB8AC3E}">
        <p14:creationId xmlns:p14="http://schemas.microsoft.com/office/powerpoint/2010/main" val="91255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70468-13E1-C566-9160-89D670589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>
            <a:normAutofit/>
          </a:bodyPr>
          <a:lstStyle/>
          <a:p>
            <a:r>
              <a:rPr lang="it-IT" dirty="0"/>
              <a:t>Una data platform può iniziare da un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5C7CD-8EC2-AB63-44B6-D6CD4160B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27" y="1461155"/>
            <a:ext cx="11054143" cy="4715808"/>
          </a:xfrm>
        </p:spPr>
        <p:txBody>
          <a:bodyPr/>
          <a:lstStyle/>
          <a:p>
            <a:r>
              <a:rPr lang="it-IT" dirty="0"/>
              <a:t>Il primo obiettivo è l’affidabilità operativa, non la complessità architetturale</a:t>
            </a:r>
          </a:p>
          <a:p>
            <a:r>
              <a:rPr lang="it-IT" b="1" dirty="0"/>
              <a:t>Transazioni</a:t>
            </a:r>
          </a:p>
          <a:p>
            <a:pPr lvl="1"/>
            <a:r>
              <a:rPr lang="it-IT" dirty="0"/>
              <a:t>Gestire in modo consistente lo stato e i processi applicativi.</a:t>
            </a:r>
          </a:p>
          <a:p>
            <a:r>
              <a:rPr lang="it-IT" b="1" dirty="0"/>
              <a:t>Backup e alta disponibilità</a:t>
            </a:r>
          </a:p>
          <a:p>
            <a:pPr lvl="1"/>
            <a:r>
              <a:rPr lang="it-IT" dirty="0"/>
              <a:t>Proteggere i dati e garantire la continuità del servizio.</a:t>
            </a:r>
          </a:p>
          <a:p>
            <a:r>
              <a:rPr lang="it-IT" b="1" dirty="0"/>
              <a:t>Sicurezza</a:t>
            </a:r>
          </a:p>
          <a:p>
            <a:pPr lvl="1"/>
            <a:r>
              <a:rPr lang="it-IT" dirty="0"/>
              <a:t>Controllare identità, accessi e protezione delle informazioni.</a:t>
            </a:r>
          </a:p>
          <a:p>
            <a:r>
              <a:rPr lang="it-IT" b="1" dirty="0"/>
              <a:t>Monitoraggio</a:t>
            </a:r>
          </a:p>
          <a:p>
            <a:pPr lvl="1"/>
            <a:r>
              <a:rPr lang="it-IT" dirty="0"/>
              <a:t>Osservare prestazioni, disponibilità e anomalie.</a:t>
            </a:r>
          </a:p>
          <a:p>
            <a:r>
              <a:rPr lang="it-IT" dirty="0"/>
              <a:t>Semplice non significa piccolo. Significa adeguato al problema.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93245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86B08-60CD-663B-FE2B-917CDFEA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Quale Database? Quale Data Platform?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430E-78A7-658C-652B-31C96D7DE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Database Management System</a:t>
            </a:r>
            <a:br>
              <a:rPr lang="it-IT" dirty="0"/>
            </a:br>
            <a:r>
              <a:rPr lang="it-IT" dirty="0"/>
              <a:t>Postgres e SQL Server</a:t>
            </a:r>
            <a:br>
              <a:rPr lang="it-IT" dirty="0"/>
            </a:br>
            <a:br>
              <a:rPr lang="it-IT" dirty="0"/>
            </a:br>
            <a:r>
              <a:rPr lang="it-IT" b="1" dirty="0"/>
              <a:t>Data Platform</a:t>
            </a:r>
            <a:br>
              <a:rPr lang="it-IT" dirty="0"/>
            </a:br>
            <a:r>
              <a:rPr lang="it-IT" dirty="0"/>
              <a:t>DataBricks e Fabric</a:t>
            </a:r>
          </a:p>
        </p:txBody>
      </p:sp>
    </p:spTree>
    <p:extLst>
      <p:ext uri="{BB962C8B-B14F-4D97-AF65-F5344CB8AC3E}">
        <p14:creationId xmlns:p14="http://schemas.microsoft.com/office/powerpoint/2010/main" val="2043931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EFC716-E2F1-6058-3764-06ADE1D3C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DBMS Operazionali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4EBC0-6682-1FA6-6225-B36FA3A57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2868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1383384" y="1851660"/>
            <a:ext cx="228600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83384" y="1851660"/>
            <a:ext cx="2286000" cy="502920"/>
          </a:xfrm>
          <a:prstGeom prst="rect">
            <a:avLst/>
          </a:prstGeom>
          <a:solidFill>
            <a:srgbClr val="FF40F6"/>
          </a:solidFill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SQL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98584" y="1851660"/>
            <a:ext cx="2286000" cy="502920"/>
          </a:xfrm>
          <a:prstGeom prst="roundRect">
            <a:avLst/>
          </a:prstGeom>
          <a:solidFill>
            <a:srgbClr val="744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98584" y="1851660"/>
            <a:ext cx="2286000" cy="502920"/>
          </a:xfrm>
          <a:prstGeom prst="rect">
            <a:avLst/>
          </a:prstGeom>
          <a:solidFill>
            <a:srgbClr val="705BE7"/>
          </a:solidFill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25318"/>
            <a:ext cx="2926080" cy="15388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dirty="0">
                <a:solidFill>
                  <a:srgbClr val="FF40F6"/>
                </a:solidFill>
                <a:latin typeface="Aptos"/>
              </a:rPr>
              <a:t>Enterprise</a:t>
            </a:r>
            <a:br>
              <a:rPr dirty="0">
                <a:solidFill>
                  <a:srgbClr val="FF40F6"/>
                </a:solidFill>
              </a:rPr>
            </a:br>
            <a:r>
              <a:rPr dirty="0">
                <a:solidFill>
                  <a:srgbClr val="FF40F6"/>
                </a:solidFill>
              </a:rPr>
              <a:t>Tooling</a:t>
            </a:r>
            <a:br>
              <a:rPr dirty="0">
                <a:solidFill>
                  <a:srgbClr val="FF40F6"/>
                </a:solidFill>
              </a:rPr>
            </a:br>
            <a:r>
              <a:rPr dirty="0">
                <a:solidFill>
                  <a:srgbClr val="FF40F6"/>
                </a:solidFill>
              </a:rPr>
              <a:t>T-SQL</a:t>
            </a:r>
            <a:br>
              <a:rPr dirty="0">
                <a:solidFill>
                  <a:srgbClr val="FF40F6"/>
                </a:solidFill>
              </a:rPr>
            </a:br>
            <a:r>
              <a:rPr dirty="0">
                <a:solidFill>
                  <a:srgbClr val="FF40F6"/>
                </a:solidFill>
              </a:rPr>
              <a:t>Azure / .NET</a:t>
            </a:r>
            <a:br>
              <a:rPr dirty="0">
                <a:solidFill>
                  <a:srgbClr val="FF40F6"/>
                </a:solidFill>
              </a:rPr>
            </a:br>
            <a:r>
              <a:rPr dirty="0">
                <a:solidFill>
                  <a:srgbClr val="FF40F6"/>
                </a:solidFill>
              </a:rPr>
              <a:t>AI &amp; 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151108"/>
            <a:ext cx="2560320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dirty="0">
                <a:solidFill>
                  <a:srgbClr val="705BE7"/>
                </a:solidFill>
                <a:latin typeface="Aptos"/>
              </a:rPr>
              <a:t>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025318"/>
            <a:ext cx="2926080" cy="15388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dirty="0">
                <a:solidFill>
                  <a:srgbClr val="A252FF"/>
                </a:solidFill>
                <a:latin typeface="Aptos"/>
              </a:rPr>
              <a:t>Open source</a:t>
            </a:r>
            <a:br>
              <a:rPr dirty="0">
                <a:solidFill>
                  <a:srgbClr val="A252FF"/>
                </a:solidFill>
              </a:rPr>
            </a:br>
            <a:r>
              <a:rPr dirty="0" err="1">
                <a:solidFill>
                  <a:srgbClr val="A252FF"/>
                </a:solidFill>
              </a:rPr>
              <a:t>Estensibilità</a:t>
            </a:r>
            <a:br>
              <a:rPr dirty="0">
                <a:solidFill>
                  <a:srgbClr val="A252FF"/>
                </a:solidFill>
              </a:rPr>
            </a:br>
            <a:r>
              <a:rPr dirty="0" err="1">
                <a:solidFill>
                  <a:srgbClr val="A252FF"/>
                </a:solidFill>
              </a:rPr>
              <a:t>Ecosistema</a:t>
            </a:r>
            <a:br>
              <a:rPr dirty="0">
                <a:solidFill>
                  <a:srgbClr val="A252FF"/>
                </a:solidFill>
              </a:rPr>
            </a:br>
            <a:r>
              <a:rPr dirty="0" err="1">
                <a:solidFill>
                  <a:srgbClr val="A252FF"/>
                </a:solidFill>
              </a:rPr>
              <a:t>Portabilità</a:t>
            </a:r>
            <a:br>
              <a:rPr dirty="0">
                <a:solidFill>
                  <a:srgbClr val="A252FF"/>
                </a:solidFill>
              </a:rPr>
            </a:br>
            <a:r>
              <a:rPr dirty="0">
                <a:solidFill>
                  <a:srgbClr val="A252FF"/>
                </a:solidFill>
              </a:rPr>
              <a:t>Cloud-native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18862"/>
            <a:ext cx="10332720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dirty="0">
                <a:solidFill>
                  <a:srgbClr val="705BE7"/>
                </a:solidFill>
                <a:latin typeface="Aptos"/>
              </a:rPr>
              <a:t>La </a:t>
            </a:r>
            <a:r>
              <a:rPr sz="2300" b="1" dirty="0" err="1">
                <a:solidFill>
                  <a:srgbClr val="705BE7"/>
                </a:solidFill>
                <a:latin typeface="Aptos"/>
              </a:rPr>
              <a:t>scelta</a:t>
            </a:r>
            <a:r>
              <a:rPr sz="2300" b="1" dirty="0">
                <a:solidFill>
                  <a:srgbClr val="705BE7"/>
                </a:solidFill>
                <a:latin typeface="Aptos"/>
              </a:rPr>
              <a:t> non è </a:t>
            </a:r>
            <a:r>
              <a:rPr sz="2300" b="1" dirty="0" err="1">
                <a:solidFill>
                  <a:srgbClr val="705BE7"/>
                </a:solidFill>
                <a:latin typeface="Aptos"/>
              </a:rPr>
              <a:t>ideologica</a:t>
            </a:r>
            <a:r>
              <a:rPr sz="2300" b="1" dirty="0">
                <a:solidFill>
                  <a:srgbClr val="705BE7"/>
                </a:solidFill>
                <a:latin typeface="Aptos"/>
              </a:rPr>
              <a:t>: </a:t>
            </a:r>
            <a:r>
              <a:rPr sz="2300" b="1" dirty="0" err="1">
                <a:solidFill>
                  <a:srgbClr val="705BE7"/>
                </a:solidFill>
                <a:latin typeface="Aptos"/>
              </a:rPr>
              <a:t>parte</a:t>
            </a:r>
            <a:r>
              <a:rPr sz="2300" b="1" dirty="0">
                <a:solidFill>
                  <a:srgbClr val="705BE7"/>
                </a:solidFill>
                <a:latin typeface="Aptos"/>
              </a:rPr>
              <a:t> dal workload.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455532EE-1D6A-19D9-47CE-1BB6A0300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/>
          <a:lstStyle/>
          <a:p>
            <a:r>
              <a:rPr lang="it-IT" dirty="0"/>
              <a:t>Due filosofie forti, entrambe vive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947446"/>
            <a:ext cx="4206240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 dirty="0">
                <a:solidFill>
                  <a:srgbClr val="705BE7"/>
                </a:solidFill>
                <a:latin typeface="Aptos"/>
              </a:rPr>
              <a:t>SQL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4920" y="1916668"/>
            <a:ext cx="2011680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dirty="0">
                <a:solidFill>
                  <a:srgbClr val="705BE7"/>
                </a:solidFill>
                <a:latin typeface="Aptos"/>
              </a:rPr>
              <a:t>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947446"/>
            <a:ext cx="4206240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705BE7"/>
                </a:solidFill>
                <a:latin typeface="Aptos"/>
              </a:rPr>
              <a:t>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62196"/>
            <a:ext cx="1033272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705BE7"/>
                </a:solidFill>
                <a:latin typeface="Aptos"/>
              </a:rPr>
              <a:t>Non “qual è il database aziendale?”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93270"/>
            <a:ext cx="103327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705BE7"/>
                </a:solidFill>
                <a:latin typeface="Aptos"/>
              </a:rPr>
              <a:t>Qual è il database giusto per questa applicazione?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32BFABD-8598-3E1B-6CE7-9B5547FD6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914400" y="1841500"/>
            <a:ext cx="502920" cy="502920"/>
          </a:xfrm>
          <a:prstGeom prst="roundRect">
            <a:avLst/>
          </a:prstGeom>
          <a:solidFill>
            <a:srgbClr val="705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41500"/>
            <a:ext cx="502920" cy="502920"/>
          </a:xfrm>
          <a:prstGeom prst="rect">
            <a:avLst/>
          </a:prstGeom>
          <a:solidFill>
            <a:srgbClr val="705BE7"/>
          </a:solidFill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2880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42036"/>
                </a:solidFill>
                <a:latin typeface="Aptos"/>
              </a:rPr>
              <a:t>Maturità enterprise e tooling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91308"/>
            <a:ext cx="502920" cy="502920"/>
          </a:xfrm>
          <a:prstGeom prst="roundRect">
            <a:avLst/>
          </a:prstGeom>
          <a:solidFill>
            <a:srgbClr val="705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591308"/>
            <a:ext cx="502920" cy="502920"/>
          </a:xfrm>
          <a:prstGeom prst="rect">
            <a:avLst/>
          </a:prstGeom>
          <a:solidFill>
            <a:srgbClr val="705BE7"/>
          </a:solidFill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78608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42036"/>
                </a:solidFill>
                <a:latin typeface="Aptos"/>
              </a:rPr>
              <a:t>T-SQL e competenze diffuse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41115"/>
            <a:ext cx="502920" cy="502920"/>
          </a:xfrm>
          <a:prstGeom prst="roundRect">
            <a:avLst/>
          </a:prstGeom>
          <a:solidFill>
            <a:srgbClr val="705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341115"/>
            <a:ext cx="502920" cy="502920"/>
          </a:xfrm>
          <a:prstGeom prst="rect">
            <a:avLst/>
          </a:prstGeom>
          <a:solidFill>
            <a:srgbClr val="705BE7"/>
          </a:solidFill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28415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42036"/>
                </a:solidFill>
                <a:latin typeface="Aptos"/>
              </a:rPr>
              <a:t>Sicurezza, governance e performance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090924"/>
            <a:ext cx="502920" cy="502920"/>
          </a:xfrm>
          <a:prstGeom prst="roundRect">
            <a:avLst/>
          </a:prstGeom>
          <a:solidFill>
            <a:srgbClr val="705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090924"/>
            <a:ext cx="502920" cy="502920"/>
          </a:xfrm>
          <a:prstGeom prst="rect">
            <a:avLst/>
          </a:prstGeom>
          <a:solidFill>
            <a:srgbClr val="705BE7"/>
          </a:solidFill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078224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 err="1">
                <a:solidFill>
                  <a:srgbClr val="142036"/>
                </a:solidFill>
                <a:latin typeface="Aptos"/>
              </a:rPr>
              <a:t>Integrazione</a:t>
            </a:r>
            <a:r>
              <a:rPr sz="2000" b="0" dirty="0">
                <a:solidFill>
                  <a:srgbClr val="142036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142036"/>
                </a:solidFill>
                <a:latin typeface="Aptos"/>
              </a:rPr>
              <a:t>naturale</a:t>
            </a:r>
            <a:r>
              <a:rPr sz="2000" b="0" dirty="0">
                <a:solidFill>
                  <a:srgbClr val="142036"/>
                </a:solidFill>
                <a:latin typeface="Aptos"/>
              </a:rPr>
              <a:t> con .NET e Azure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840731"/>
            <a:ext cx="502920" cy="502920"/>
          </a:xfrm>
          <a:prstGeom prst="roundRect">
            <a:avLst/>
          </a:prstGeom>
          <a:solidFill>
            <a:srgbClr val="705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840731"/>
            <a:ext cx="502920" cy="502920"/>
          </a:xfrm>
          <a:prstGeom prst="rect">
            <a:avLst/>
          </a:prstGeom>
          <a:solidFill>
            <a:srgbClr val="705BE7"/>
          </a:solidFill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828031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it-IT"/>
            </a:defPPr>
            <a:lvl1pPr>
              <a:defRPr sz="2000" b="0">
                <a:solidFill>
                  <a:srgbClr val="142036"/>
                </a:solidFill>
                <a:latin typeface="Aptos"/>
              </a:defRPr>
            </a:lvl1pPr>
          </a:lstStyle>
          <a:p>
            <a:r>
              <a:rPr dirty="0"/>
              <a:t>SQL Server 2025: vector e </a:t>
            </a:r>
            <a:r>
              <a:rPr dirty="0" err="1"/>
              <a:t>scenari</a:t>
            </a:r>
            <a:r>
              <a:rPr dirty="0"/>
              <a:t> AI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7EA78DE1-2B53-4E22-BC7A-60D5832A6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/>
          <a:lstStyle/>
          <a:p>
            <a:r>
              <a:rPr lang="it-IT" dirty="0"/>
              <a:t>SQL Server: perché continua ad avere senso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914400" y="1828800"/>
            <a:ext cx="502920" cy="502920"/>
          </a:xfrm>
          <a:prstGeom prst="roundRect">
            <a:avLst/>
          </a:prstGeom>
          <a:solidFill>
            <a:srgbClr val="705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02920" cy="502920"/>
          </a:xfrm>
          <a:prstGeom prst="rect">
            <a:avLst/>
          </a:prstGeom>
          <a:solidFill>
            <a:srgbClr val="705BE7"/>
          </a:solidFill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2880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42036"/>
                </a:solidFill>
                <a:latin typeface="Aptos"/>
              </a:rPr>
              <a:t>Open source e community enorme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78608"/>
            <a:ext cx="502920" cy="502920"/>
          </a:xfrm>
          <a:prstGeom prst="roundRect">
            <a:avLst/>
          </a:prstGeom>
          <a:solidFill>
            <a:srgbClr val="705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502920" cy="502920"/>
          </a:xfrm>
          <a:prstGeom prst="rect">
            <a:avLst/>
          </a:prstGeom>
          <a:solidFill>
            <a:srgbClr val="705BE7"/>
          </a:solidFill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78608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42036"/>
                </a:solidFill>
                <a:latin typeface="Aptos"/>
              </a:rPr>
              <a:t>Estensibilità come caratteristica fondante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28415"/>
            <a:ext cx="502920" cy="502920"/>
          </a:xfrm>
          <a:prstGeom prst="roundRect">
            <a:avLst/>
          </a:prstGeom>
          <a:solidFill>
            <a:srgbClr val="705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328415"/>
            <a:ext cx="502920" cy="502920"/>
          </a:xfrm>
          <a:prstGeom prst="rect">
            <a:avLst/>
          </a:prstGeom>
          <a:solidFill>
            <a:srgbClr val="705BE7"/>
          </a:solidFill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28415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42036"/>
                </a:solidFill>
                <a:latin typeface="Aptos"/>
              </a:rPr>
              <a:t>Ecosistema cloud-native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078224"/>
            <a:ext cx="502920" cy="502920"/>
          </a:xfrm>
          <a:prstGeom prst="roundRect">
            <a:avLst/>
          </a:prstGeom>
          <a:solidFill>
            <a:srgbClr val="705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078224"/>
            <a:ext cx="502920" cy="502920"/>
          </a:xfrm>
          <a:prstGeom prst="rect">
            <a:avLst/>
          </a:prstGeom>
          <a:solidFill>
            <a:srgbClr val="705BE7"/>
          </a:solidFill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078224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 err="1">
                <a:solidFill>
                  <a:srgbClr val="142036"/>
                </a:solidFill>
                <a:latin typeface="Aptos"/>
              </a:rPr>
              <a:t>Portabilità</a:t>
            </a:r>
            <a:r>
              <a:rPr sz="2000" b="0" dirty="0">
                <a:solidFill>
                  <a:srgbClr val="142036"/>
                </a:solidFill>
                <a:latin typeface="Aptos"/>
              </a:rPr>
              <a:t> e standard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828031"/>
            <a:ext cx="502920" cy="502920"/>
          </a:xfrm>
          <a:prstGeom prst="roundRect">
            <a:avLst/>
          </a:prstGeom>
          <a:solidFill>
            <a:srgbClr val="705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828031"/>
            <a:ext cx="502920" cy="502920"/>
          </a:xfrm>
          <a:prstGeom prst="rect">
            <a:avLst/>
          </a:prstGeom>
          <a:solidFill>
            <a:srgbClr val="705BE7"/>
          </a:solidFill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828031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it-IT"/>
            </a:defPPr>
            <a:lvl1pPr>
              <a:defRPr sz="2000" b="0">
                <a:solidFill>
                  <a:srgbClr val="142036"/>
                </a:solidFill>
                <a:latin typeface="Aptos"/>
              </a:defRPr>
            </a:lvl1pPr>
          </a:lstStyle>
          <a:p>
            <a:r>
              <a:rPr dirty="0" err="1"/>
              <a:t>Scelta</a:t>
            </a:r>
            <a:r>
              <a:rPr dirty="0"/>
              <a:t> </a:t>
            </a:r>
            <a:r>
              <a:rPr dirty="0" err="1"/>
              <a:t>naturale</a:t>
            </a:r>
            <a:r>
              <a:rPr dirty="0"/>
              <a:t> per </a:t>
            </a:r>
            <a:r>
              <a:rPr dirty="0" err="1"/>
              <a:t>moltissimi</a:t>
            </a:r>
            <a:r>
              <a:rPr dirty="0"/>
              <a:t> </a:t>
            </a:r>
            <a:r>
              <a:rPr dirty="0" err="1"/>
              <a:t>nuovi</a:t>
            </a:r>
            <a:r>
              <a:rPr dirty="0"/>
              <a:t> workload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01907431-B717-AC51-1069-13B6177EC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/>
          <a:lstStyle/>
          <a:p>
            <a:r>
              <a:rPr lang="it-IT"/>
              <a:t>PostgreSQL: perché è diventato inevitabile</a:t>
            </a:r>
            <a:endParaRPr lang="it-IT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A9DEB-3936-5963-5C9F-54EE90011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Cloud e Azure influenzano lo sviluppo delle feature e della scalabilità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473A01-F137-009E-6393-8BF7194E389D}"/>
              </a:ext>
            </a:extLst>
          </p:cNvPr>
          <p:cNvSpPr txBox="1"/>
          <p:nvPr/>
        </p:nvSpPr>
        <p:spPr>
          <a:xfrm>
            <a:off x="923925" y="3309521"/>
            <a:ext cx="4206240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it-IT" sz="3800" b="1" dirty="0">
                <a:solidFill>
                  <a:srgbClr val="705BE7"/>
                </a:solidFill>
                <a:latin typeface="Aptos"/>
              </a:rPr>
              <a:t>Hyperscale</a:t>
            </a:r>
            <a:endParaRPr sz="3800" b="1" dirty="0">
              <a:solidFill>
                <a:srgbClr val="705BE7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4378E-C572-3691-7962-DFC20D06200B}"/>
              </a:ext>
            </a:extLst>
          </p:cNvPr>
          <p:cNvSpPr txBox="1"/>
          <p:nvPr/>
        </p:nvSpPr>
        <p:spPr>
          <a:xfrm>
            <a:off x="5084445" y="3278743"/>
            <a:ext cx="2011680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dirty="0">
                <a:solidFill>
                  <a:srgbClr val="705BE7"/>
                </a:solidFill>
                <a:latin typeface="Aptos"/>
              </a:rPr>
              <a:t>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1D8BF8-343F-2595-5AC3-0383A268634B}"/>
              </a:ext>
            </a:extLst>
          </p:cNvPr>
          <p:cNvSpPr txBox="1"/>
          <p:nvPr/>
        </p:nvSpPr>
        <p:spPr>
          <a:xfrm>
            <a:off x="7050405" y="3309521"/>
            <a:ext cx="4206240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it-IT" sz="3800" b="1" dirty="0">
                <a:solidFill>
                  <a:srgbClr val="705BE7"/>
                </a:solidFill>
                <a:latin typeface="Aptos"/>
              </a:rPr>
              <a:t>Horizon</a:t>
            </a:r>
            <a:endParaRPr sz="3800" b="1" dirty="0">
              <a:solidFill>
                <a:srgbClr val="705BE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40851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FB281-FDDF-9285-CD35-66B51EA13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E2AF75-94B6-A735-04F7-B5FC7C8E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 Platforms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22E42A-3DD6-2A07-5186-8DF7D9A59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6172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E6F2FE-9512-9C71-C722-0C74248F0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/>
          <a:lstStyle/>
          <a:p>
            <a:r>
              <a:rPr lang="it-IT" dirty="0"/>
              <a:t>Dall’ETL alla Data Platform (e ritorno)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FF801F-D95D-E690-7ED1-A6187C87A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27" y="1461155"/>
            <a:ext cx="11054143" cy="4715808"/>
          </a:xfrm>
        </p:spPr>
        <p:txBody>
          <a:bodyPr>
            <a:normAutofit/>
          </a:bodyPr>
          <a:lstStyle/>
          <a:p>
            <a:r>
              <a:rPr lang="it-IT" b="1" dirty="0"/>
              <a:t>ETL — Spostare</a:t>
            </a:r>
            <a:br>
              <a:rPr lang="it-IT" dirty="0"/>
            </a:br>
            <a:r>
              <a:rPr lang="it-IT" dirty="0"/>
              <a:t>I dati vengono estratti, trasformati e caricati verso una destinazione analitica.</a:t>
            </a:r>
            <a:br>
              <a:rPr lang="it-IT" dirty="0"/>
            </a:br>
            <a:r>
              <a:rPr lang="it-IT" i="1" dirty="0"/>
              <a:t>Pipeline pianificate · copie · latenza</a:t>
            </a:r>
            <a:endParaRPr lang="it-IT" dirty="0"/>
          </a:p>
          <a:p>
            <a:r>
              <a:rPr lang="it-IT" b="1" dirty="0"/>
              <a:t>Mirroring — Connettere</a:t>
            </a:r>
            <a:br>
              <a:rPr lang="it-IT" dirty="0"/>
            </a:br>
            <a:r>
              <a:rPr lang="it-IT" dirty="0"/>
              <a:t>I cambiamenti dei sistemi operativi diventano disponibili per analytics e AI quasi in tempo reale.</a:t>
            </a:r>
            <a:br>
              <a:rPr lang="it-IT" dirty="0"/>
            </a:br>
            <a:r>
              <a:rPr lang="it-IT" i="1" dirty="0"/>
              <a:t>Replica continua · meno pipeline · dati aggiornati</a:t>
            </a:r>
            <a:endParaRPr lang="it-IT" dirty="0"/>
          </a:p>
          <a:p>
            <a:r>
              <a:rPr lang="it-IT" b="1" dirty="0"/>
              <a:t>Activation — Agire</a:t>
            </a:r>
            <a:br>
              <a:rPr lang="it-IT" dirty="0"/>
            </a:br>
            <a:r>
              <a:rPr lang="it-IT" dirty="0"/>
              <a:t>Le informazioni prodotte dalla piattaforma ritornano nei processi operativi.</a:t>
            </a:r>
            <a:br>
              <a:rPr lang="it-IT" dirty="0"/>
            </a:br>
            <a:r>
              <a:rPr lang="it-IT" i="1" dirty="0"/>
              <a:t>Reverse ETL verso CRM e applicazioni · write-back translytical dal contesto analitico</a:t>
            </a:r>
            <a:endParaRPr lang="it-IT" dirty="0"/>
          </a:p>
          <a:p>
            <a:r>
              <a:rPr lang="it-IT" i="1" dirty="0"/>
              <a:t>La data platform evolve da destinazione dei dati a circuito tra sistemi, analisi e azione.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73333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CD677-F4D8-BA9A-4D7F-E45B3BD9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160E546-E2B7-D659-D987-01D414D75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/>
          <a:lstStyle/>
          <a:p>
            <a:r>
              <a:rPr lang="it-IT"/>
              <a:t>Cosa significa «Data Platform»?</a:t>
            </a: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E1754-E810-CB53-6BEF-9B42BE946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27" y="1461155"/>
            <a:ext cx="11054143" cy="4715808"/>
          </a:xfrm>
        </p:spPr>
        <p:txBody>
          <a:bodyPr/>
          <a:lstStyle/>
          <a:p>
            <a:r>
              <a:rPr lang="it-IT" dirty="0"/>
              <a:t>Non un singolo prodotto, ma un modello architetturale e operativo</a:t>
            </a:r>
          </a:p>
          <a:p>
            <a:r>
              <a:rPr lang="it-IT" b="1" dirty="0"/>
              <a:t>Tecnologie specializzate</a:t>
            </a:r>
          </a:p>
          <a:p>
            <a:pPr lvl="1"/>
            <a:r>
              <a:rPr lang="it-IT" dirty="0"/>
              <a:t>Database, lakehouse e motori specializzati rispondono a workload differenti</a:t>
            </a:r>
          </a:p>
          <a:p>
            <a:r>
              <a:rPr lang="it-IT" b="1" dirty="0"/>
              <a:t>Capacità condivise</a:t>
            </a:r>
          </a:p>
          <a:p>
            <a:pPr lvl="1"/>
            <a:r>
              <a:rPr lang="it-IT" dirty="0"/>
              <a:t>Ingestion, analytics, real time e AI condividono sempre più dati, strumenti e modelli operativi</a:t>
            </a:r>
          </a:p>
          <a:p>
            <a:r>
              <a:rPr lang="it-IT" b="1" dirty="0"/>
              <a:t>La Data Platform è il modello architetturale e operativo che rende coerente questo ecosistema</a:t>
            </a:r>
          </a:p>
          <a:p>
            <a:pPr lvl="1"/>
            <a:r>
              <a:rPr lang="it-IT" dirty="0"/>
              <a:t>Identity · Security · Governance · Observability · Automation</a:t>
            </a:r>
          </a:p>
          <a:p>
            <a:r>
              <a:rPr lang="it-IT" b="1" dirty="0"/>
              <a:t>Quindi non elimina la diversità tecnologica</a:t>
            </a:r>
          </a:p>
          <a:p>
            <a:pPr lvl="1"/>
            <a:r>
              <a:rPr lang="it-IT" dirty="0"/>
              <a:t>La governa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28405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DE105-C8AE-0727-D198-D9C4BF01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Scegliere la data platform: un framework decisionale</a:t>
            </a: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D2F6C-1057-442A-0FAB-F8D7E4216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b="1"/>
              <a:t>Workload.</a:t>
            </a:r>
            <a:r>
              <a:rPr lang="it-IT"/>
              <a:t> Qual è il workload dominante: BI, engineering, streaming, data science o AI?</a:t>
            </a:r>
          </a:p>
          <a:p>
            <a:pPr lvl="0"/>
            <a:r>
              <a:rPr lang="it-IT" b="1"/>
              <a:t>Persone.</a:t>
            </a:r>
            <a:r>
              <a:rPr lang="it-IT"/>
              <a:t> Chi costruisce e chi consuma i dati?</a:t>
            </a:r>
          </a:p>
          <a:p>
            <a:pPr lvl="0"/>
            <a:r>
              <a:rPr lang="it-IT" b="1"/>
              <a:t>Modello operativo.</a:t>
            </a:r>
            <a:r>
              <a:rPr lang="it-IT"/>
              <a:t> Quanta semplicità e quanto controllo servono?</a:t>
            </a:r>
          </a:p>
          <a:p>
            <a:pPr lvl="0"/>
            <a:r>
              <a:rPr lang="it-IT" b="1"/>
              <a:t>Governance.</a:t>
            </a:r>
            <a:r>
              <a:rPr lang="it-IT"/>
              <a:t> Dove si applicano policy, lineage e autorizzazioni?</a:t>
            </a:r>
          </a:p>
          <a:p>
            <a:pPr lvl="0"/>
            <a:r>
              <a:rPr lang="it-IT" b="1"/>
              <a:t>Costi.</a:t>
            </a:r>
            <a:r>
              <a:rPr lang="it-IT"/>
              <a:t> Come si comporta il workload reale su ciascuna piattaforma?</a:t>
            </a:r>
          </a:p>
          <a:p>
            <a:pPr lvl="0"/>
            <a:r>
              <a:rPr lang="it-IT" b="1"/>
              <a:t>Ecosistema.</a:t>
            </a:r>
            <a:r>
              <a:rPr lang="it-IT"/>
              <a:t> Quali investimenti, competenze e dipendenze esistono già?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52615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3F88-D6D4-9AA6-BE3D-9941C9E3C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C7D06-5F85-1DC2-BE75-69B3782DE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Fabric e Databricks: componibili, non intercambiabili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947E8-D5C8-AF17-6253-A49636D0D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Le capacità si sovrappongono.</a:t>
            </a:r>
            <a:r>
              <a:rPr lang="it-IT" dirty="0"/>
              <a:t> Entrambe coprono ingestion, engineering, SQL analytics, streaming, governance e AI.</a:t>
            </a:r>
          </a:p>
          <a:p>
            <a:r>
              <a:rPr lang="it-IT" b="1" dirty="0"/>
              <a:t>Ma non sono equivalenti.</a:t>
            </a:r>
            <a:r>
              <a:rPr lang="it-IT" dirty="0"/>
              <a:t> Le differenze emergono nel modello operativo, nelle competenze richieste e nel modo in cui i dati vengono consumati.</a:t>
            </a:r>
          </a:p>
        </p:txBody>
      </p:sp>
    </p:spTree>
    <p:extLst>
      <p:ext uri="{BB962C8B-B14F-4D97-AF65-F5344CB8AC3E}">
        <p14:creationId xmlns:p14="http://schemas.microsoft.com/office/powerpoint/2010/main" val="1188573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02BB9-8EF7-C14D-D5CA-B5AA3364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39CC6-D5C5-AD30-4B43-179DA4AC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D8839-B96D-CE6A-7E8E-7CDE2EE009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b="1" dirty="0"/>
              <a:t>Posizionamento</a:t>
            </a:r>
            <a:endParaRPr lang="it-IT" dirty="0"/>
          </a:p>
          <a:p>
            <a:pPr lvl="0"/>
            <a:r>
              <a:rPr lang="it-IT" dirty="0"/>
              <a:t>Fabric integra maggiormente l'esperienza.</a:t>
            </a:r>
          </a:p>
          <a:p>
            <a:r>
              <a:rPr lang="it-IT" b="1" dirty="0"/>
              <a:t>Componenti chiave</a:t>
            </a:r>
            <a:endParaRPr lang="it-IT" dirty="0"/>
          </a:p>
          <a:p>
            <a:pPr lvl="0"/>
            <a:r>
              <a:rPr lang="it-IT" dirty="0"/>
              <a:t>Esperienza SaaS integrata</a:t>
            </a:r>
          </a:p>
          <a:p>
            <a:pPr lvl="0"/>
            <a:r>
              <a:rPr lang="it-IT" dirty="0"/>
              <a:t>OneLake come fondazione dati</a:t>
            </a:r>
          </a:p>
          <a:p>
            <a:pPr lvl="0"/>
            <a:r>
              <a:rPr lang="it-IT" dirty="0"/>
              <a:t>Power BI e modelli semantici</a:t>
            </a:r>
          </a:p>
          <a:p>
            <a:pPr lvl="0"/>
            <a:r>
              <a:rPr lang="it-IT" dirty="0"/>
              <a:t>Data Warehouse e Real-Time Intelligence</a:t>
            </a:r>
          </a:p>
          <a:p>
            <a:r>
              <a:rPr lang="it-IT" b="1" dirty="0"/>
              <a:t>Valore e risultato</a:t>
            </a:r>
            <a:endParaRPr lang="it-IT" dirty="0"/>
          </a:p>
          <a:p>
            <a:pPr lvl="0"/>
            <a:r>
              <a:rPr lang="it-IT" dirty="0"/>
              <a:t>Riduce l'integrazione necessaria tra strumenti e gruppi di utenti.</a:t>
            </a:r>
          </a:p>
          <a:p>
            <a:pPr lvl="0"/>
            <a:r>
              <a:rPr lang="it-IT" dirty="0"/>
              <a:t>Il consumo principale è BI.</a:t>
            </a:r>
          </a:p>
          <a:p>
            <a:pPr lvl="0"/>
            <a:r>
              <a:rPr lang="it-IT" dirty="0"/>
              <a:t>Fabric offre Power BI, modelli semantici e Direct Lake come parte della stessa piattaforma.</a:t>
            </a:r>
          </a:p>
          <a:p>
            <a:endParaRPr lang="it-IT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23F8C-5245-42C6-CEAE-6A766DCE9DA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b="1" dirty="0"/>
              <a:t>Trade-off</a:t>
            </a:r>
            <a:endParaRPr lang="it-IT" dirty="0"/>
          </a:p>
          <a:p>
            <a:pPr lvl="0"/>
            <a:r>
              <a:rPr lang="it-IT" dirty="0"/>
              <a:t>I workload condividono la capacità.</a:t>
            </a:r>
          </a:p>
          <a:p>
            <a:pPr lvl="0"/>
            <a:r>
              <a:rPr lang="it-IT" dirty="0"/>
              <a:t>Semplicità e integrazione richiedono governo della capacità, dei workspace e della concorrenza.</a:t>
            </a:r>
          </a:p>
          <a:p>
            <a:r>
              <a:rPr lang="it-IT" b="1" dirty="0"/>
              <a:t>Quando sceglierlo</a:t>
            </a:r>
            <a:endParaRPr lang="it-IT" dirty="0"/>
          </a:p>
          <a:p>
            <a:pPr lvl="0"/>
            <a:r>
              <a:rPr lang="it-IT" dirty="0"/>
              <a:t>Power BI rappresenta il livello principale di consumo</a:t>
            </a:r>
          </a:p>
          <a:p>
            <a:pPr lvl="0"/>
            <a:r>
              <a:rPr lang="it-IT" dirty="0"/>
              <a:t>analyst e business user partecipano direttamente</a:t>
            </a:r>
          </a:p>
          <a:p>
            <a:pPr lvl="0"/>
            <a:r>
              <a:rPr lang="it-IT" dirty="0"/>
              <a:t>pipeline, warehouse e report devono condividere la stessa esperienza</a:t>
            </a:r>
          </a:p>
          <a:p>
            <a:pPr lvl="0"/>
            <a:r>
              <a:rPr lang="it-IT" dirty="0"/>
              <a:t>low-code e pro-code devono convivere</a:t>
            </a:r>
          </a:p>
          <a:p>
            <a:pPr lvl="0"/>
            <a:r>
              <a:rPr lang="it-IT" dirty="0"/>
              <a:t>la riduzione dell'overhead operativo ha priorità</a:t>
            </a:r>
          </a:p>
          <a:p>
            <a:pPr lvl="0"/>
            <a:r>
              <a:rPr lang="it-IT" dirty="0"/>
              <a:t>real-time analytics richiede Eventstream, Eventhouse e KQL</a:t>
            </a:r>
          </a:p>
          <a:p>
            <a:r>
              <a:rPr lang="it-IT" b="1" dirty="0"/>
              <a:t>Centro di gravità</a:t>
            </a:r>
            <a:endParaRPr lang="it-IT" dirty="0"/>
          </a:p>
          <a:p>
            <a:pPr lvl="0"/>
            <a:r>
              <a:rPr lang="it-IT" dirty="0"/>
              <a:t>Portare il dato verso il business.</a:t>
            </a:r>
          </a:p>
        </p:txBody>
      </p:sp>
    </p:spTree>
    <p:extLst>
      <p:ext uri="{BB962C8B-B14F-4D97-AF65-F5344CB8AC3E}">
        <p14:creationId xmlns:p14="http://schemas.microsoft.com/office/powerpoint/2010/main" val="4042495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B4398-97F1-81DD-6F2A-3C21ADF71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1483C-31E6-72DF-EB09-9B03A8787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DataBricks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ED0E8-CC73-3E7D-C82C-0A0C1139BF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b="1" dirty="0"/>
              <a:t>Posizionamento</a:t>
            </a:r>
            <a:endParaRPr lang="it-IT" dirty="0"/>
          </a:p>
          <a:p>
            <a:pPr lvl="0"/>
            <a:r>
              <a:rPr lang="it-IT" dirty="0"/>
              <a:t>Una piattaforma aperta e orientata al codice, costruita intorno al lakehouse.</a:t>
            </a:r>
          </a:p>
          <a:p>
            <a:r>
              <a:rPr lang="it-IT" b="1" dirty="0"/>
              <a:t>Componenti chiave</a:t>
            </a:r>
            <a:endParaRPr lang="it-IT" dirty="0"/>
          </a:p>
          <a:p>
            <a:pPr lvl="0"/>
            <a:r>
              <a:rPr lang="it-IT" dirty="0"/>
              <a:t>Architettura lakehouse</a:t>
            </a:r>
          </a:p>
          <a:p>
            <a:pPr lvl="0"/>
            <a:r>
              <a:rPr lang="it-IT" dirty="0"/>
              <a:t>Spark e data engineering avanzato</a:t>
            </a:r>
          </a:p>
          <a:p>
            <a:pPr lvl="0"/>
            <a:r>
              <a:rPr lang="it-IT" dirty="0"/>
              <a:t>Data science, machine learning e AI</a:t>
            </a:r>
          </a:p>
          <a:p>
            <a:pPr lvl="0"/>
            <a:r>
              <a:rPr lang="it-IT" dirty="0"/>
              <a:t>Unity Catalog per dati e asset AI</a:t>
            </a:r>
          </a:p>
          <a:p>
            <a:r>
              <a:rPr lang="it-IT" b="1" dirty="0"/>
              <a:t>Valore e risultato</a:t>
            </a:r>
            <a:endParaRPr lang="it-IT" dirty="0"/>
          </a:p>
          <a:p>
            <a:pPr lvl="0"/>
            <a:r>
              <a:rPr lang="it-IT" dirty="0"/>
              <a:t>Offre maggiore profondità per engineering, data science, ML e automazione.</a:t>
            </a:r>
          </a:p>
          <a:p>
            <a:pPr lvl="0"/>
            <a:r>
              <a:rPr lang="it-IT" dirty="0"/>
              <a:t>Il risultato principale è un data product o un modello AI.</a:t>
            </a:r>
          </a:p>
          <a:p>
            <a:pPr lvl="0"/>
            <a:r>
              <a:rPr lang="it-IT" dirty="0"/>
              <a:t>Databricks offre strumenti maturi per engineering, ML lifecycle e model serving.</a:t>
            </a:r>
          </a:p>
          <a:p>
            <a:endParaRPr lang="it-IT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F8DF1-BACD-21E2-BDD2-5A269AE5EE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it-IT" b="1" dirty="0"/>
              <a:t>Trade-off</a:t>
            </a:r>
            <a:endParaRPr lang="it-IT" dirty="0"/>
          </a:p>
          <a:p>
            <a:pPr lvl="0"/>
            <a:r>
              <a:rPr lang="it-IT" dirty="0"/>
              <a:t>Databricks espone maggiore controllo: compute, workspace e policy offrono maggiore controllo.</a:t>
            </a:r>
          </a:p>
          <a:p>
            <a:pPr lvl="0"/>
            <a:r>
              <a:rPr lang="it-IT" dirty="0"/>
              <a:t>La flessibilità richiede platform engineering, automazione e disciplina operativa.</a:t>
            </a:r>
          </a:p>
          <a:p>
            <a:r>
              <a:rPr lang="it-IT" b="1" dirty="0"/>
              <a:t>Quando sceglierlo</a:t>
            </a:r>
            <a:endParaRPr lang="it-IT" dirty="0"/>
          </a:p>
          <a:p>
            <a:pPr lvl="0"/>
            <a:r>
              <a:rPr lang="it-IT" dirty="0"/>
              <a:t>trasformazioni complesse e workload Spark sono centrali</a:t>
            </a:r>
          </a:p>
          <a:p>
            <a:pPr lvl="0"/>
            <a:r>
              <a:rPr lang="it-IT" dirty="0"/>
              <a:t>i team lavorano prevalentemente con codice</a:t>
            </a:r>
          </a:p>
          <a:p>
            <a:pPr lvl="0"/>
            <a:r>
              <a:rPr lang="it-IT" dirty="0"/>
              <a:t>MLflow e il ciclo di vita dei modelli sono requisiti importanti</a:t>
            </a:r>
          </a:p>
          <a:p>
            <a:pPr lvl="0"/>
            <a:r>
              <a:rPr lang="it-IT" dirty="0"/>
              <a:t>servono automazione, CI/CD e controllo granulare del compute</a:t>
            </a:r>
          </a:p>
          <a:p>
            <a:pPr lvl="0"/>
            <a:r>
              <a:rPr lang="it-IT" dirty="0"/>
              <a:t>streaming e data engineering richiedono elevata flessibilità</a:t>
            </a:r>
          </a:p>
          <a:p>
            <a:pPr lvl="0"/>
            <a:r>
              <a:rPr lang="it-IT" dirty="0"/>
              <a:t>apertura e portabilità fanno parte della strategia</a:t>
            </a:r>
          </a:p>
          <a:p>
            <a:r>
              <a:rPr lang="it-IT" b="1" dirty="0"/>
              <a:t>Centro di gravità</a:t>
            </a:r>
            <a:endParaRPr lang="it-IT" dirty="0"/>
          </a:p>
          <a:p>
            <a:pPr lvl="0"/>
            <a:r>
              <a:rPr lang="it-IT" dirty="0"/>
              <a:t>Costruire data product e soluzioni AI.</a:t>
            </a:r>
          </a:p>
        </p:txBody>
      </p:sp>
    </p:spTree>
    <p:extLst>
      <p:ext uri="{BB962C8B-B14F-4D97-AF65-F5344CB8AC3E}">
        <p14:creationId xmlns:p14="http://schemas.microsoft.com/office/powerpoint/2010/main" val="3232682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8F3FE-5CA9-D033-53D3-2ED0E7043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>
            <a:normAutofit/>
          </a:bodyPr>
          <a:lstStyle/>
          <a:p>
            <a:r>
              <a:rPr lang="it-IT" dirty="0"/>
              <a:t>Fabric e Databricks: sovrapposizione senza equivalenza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BB94C4F-B17A-C9E2-4E9F-B140A71A9E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5390499"/>
              </p:ext>
            </p:extLst>
          </p:nvPr>
        </p:nvGraphicFramePr>
        <p:xfrm>
          <a:off x="568325" y="1460500"/>
          <a:ext cx="10004097" cy="356616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3334699">
                  <a:extLst>
                    <a:ext uri="{9D8B030D-6E8A-4147-A177-3AD203B41FA5}">
                      <a16:colId xmlns:a16="http://schemas.microsoft.com/office/drawing/2014/main" val="3382634726"/>
                    </a:ext>
                  </a:extLst>
                </a:gridCol>
                <a:gridCol w="3334699">
                  <a:extLst>
                    <a:ext uri="{9D8B030D-6E8A-4147-A177-3AD203B41FA5}">
                      <a16:colId xmlns:a16="http://schemas.microsoft.com/office/drawing/2014/main" val="3662208198"/>
                    </a:ext>
                  </a:extLst>
                </a:gridCol>
                <a:gridCol w="3334699">
                  <a:extLst>
                    <a:ext uri="{9D8B030D-6E8A-4147-A177-3AD203B41FA5}">
                      <a16:colId xmlns:a16="http://schemas.microsoft.com/office/drawing/2014/main" val="3472809894"/>
                    </a:ext>
                  </a:extLst>
                </a:gridCol>
              </a:tblGrid>
              <a:tr h="138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Dimensione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Microsoft Fabric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Azure Databricks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705938"/>
                  </a:ext>
                </a:extLst>
              </a:tr>
              <a:tr h="241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Esperienza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SaaS integrato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Piattaforma code-first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094741"/>
                  </a:ext>
                </a:extLst>
              </a:tr>
              <a:tr h="241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Dati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OneLake gestito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Lakehouse sul proprio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1482594"/>
                  </a:ext>
                </a:extLst>
              </a:tr>
              <a:tr h="241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Governance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OneLake Catalog e Purview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Unity Catalog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040750"/>
                  </a:ext>
                </a:extLst>
              </a:tr>
              <a:tr h="138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Elaborazione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Capacità condivisa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Compute configurabile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738287"/>
                  </a:ext>
                </a:extLst>
              </a:tr>
              <a:tr h="241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Real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Eventhouse, KQL e Activator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Structured Streaming e Lakeflow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398931"/>
                  </a:ext>
                </a:extLst>
              </a:tr>
              <a:tr h="241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AI e 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Integrata con Power BI e Copilot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MLflow, Model Serving e Mosaic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360117"/>
                  </a:ext>
                </a:extLst>
              </a:tr>
              <a:tr h="241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Dimensione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Microsoft Fabric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Azure Databricks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3636537"/>
                  </a:ext>
                </a:extLst>
              </a:tr>
              <a:tr h="241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Esperienza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SaaS integrato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Piattaforma code-first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9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28010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AC484-2744-6751-A678-B4056286B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185DC-DF69-FC63-5807-7DDE351CA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/>
          <a:lstStyle/>
          <a:p>
            <a:r>
              <a:rPr lang="it-IT" dirty="0"/>
              <a:t>E quindi? Amici e nemici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7A681-700A-2950-BCFE-2C7BB5159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27" y="1461155"/>
            <a:ext cx="11054143" cy="4715808"/>
          </a:xfrm>
        </p:spPr>
        <p:txBody>
          <a:bodyPr/>
          <a:lstStyle/>
          <a:p>
            <a:pPr lvl="0"/>
            <a:r>
              <a:rPr lang="it-IT" dirty="0"/>
              <a:t>Fabric integra maggiormente l'esperienza.</a:t>
            </a:r>
          </a:p>
          <a:p>
            <a:pPr lvl="0"/>
            <a:r>
              <a:rPr lang="it-IT" dirty="0"/>
              <a:t>Databricks offre maggiore profondità e controllo su engineering e AI.</a:t>
            </a:r>
          </a:p>
          <a:p>
            <a:pPr lvl="0"/>
            <a:r>
              <a:rPr lang="it-IT" b="1" dirty="0"/>
              <a:t>Nemiche</a:t>
            </a:r>
            <a:r>
              <a:rPr lang="it-IT" dirty="0"/>
              <a:t> dove si sovrappongono: la scelta parte dal workload dominante.</a:t>
            </a:r>
          </a:p>
          <a:p>
            <a:pPr lvl="0"/>
            <a:r>
              <a:rPr lang="it-IT" b="1" dirty="0"/>
              <a:t>Amiche</a:t>
            </a:r>
            <a:r>
              <a:rPr lang="it-IT" dirty="0"/>
              <a:t> dove si integrano: sugli stessi dati, con una convivenza progettata.</a:t>
            </a:r>
          </a:p>
          <a:p>
            <a:r>
              <a:rPr lang="it-IT" i="1" dirty="0"/>
              <a:t>…ma per te il framework resta utile, che tu ne scelga una o le adotti entrambe.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76778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B69231-E6D1-1943-4465-42D508DBC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F03A8-CA27-2F9A-F401-E4BA5330A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778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B78402-A37F-5724-0758-28A692409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C’è una piattaforma vincente?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6D7B7-830A-00F8-A167-FBC43DB94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Non in assoluto.</a:t>
            </a:r>
            <a:endParaRPr lang="it-IT" dirty="0"/>
          </a:p>
          <a:p>
            <a:r>
              <a:rPr lang="it-IT" dirty="0"/>
              <a:t>Ogni piattaforma risponde meglio a esigenze differenti:</a:t>
            </a:r>
          </a:p>
          <a:p>
            <a:r>
              <a:rPr lang="it-IT" b="1" dirty="0"/>
              <a:t>SQL Server</a:t>
            </a:r>
            <a:br>
              <a:rPr lang="it-IT" dirty="0"/>
            </a:br>
            <a:r>
              <a:rPr lang="it-IT" dirty="0"/>
              <a:t>Continuità, integrazione e workload enterprise.</a:t>
            </a:r>
          </a:p>
          <a:p>
            <a:r>
              <a:rPr lang="it-IT" b="1" dirty="0"/>
              <a:t>PostgreSQL</a:t>
            </a:r>
            <a:br>
              <a:rPr lang="it-IT" dirty="0"/>
            </a:br>
            <a:r>
              <a:rPr lang="it-IT" dirty="0"/>
              <a:t>Apertura, flessibilità e applicazioni cloud-native.</a:t>
            </a:r>
          </a:p>
          <a:p>
            <a:r>
              <a:rPr lang="it-IT" b="1" dirty="0"/>
              <a:t>Microsoft Fabric</a:t>
            </a:r>
            <a:br>
              <a:rPr lang="it-IT" dirty="0"/>
            </a:br>
            <a:r>
              <a:rPr lang="it-IT" dirty="0"/>
              <a:t>Esperienza SaaS integrata, analytics e business intelligence.</a:t>
            </a:r>
          </a:p>
          <a:p>
            <a:r>
              <a:rPr lang="it-IT" b="1" dirty="0"/>
              <a:t>Azure Databricks</a:t>
            </a:r>
            <a:br>
              <a:rPr lang="it-IT" dirty="0"/>
            </a:br>
            <a:r>
              <a:rPr lang="it-IT" dirty="0"/>
              <a:t>Data engineering, lakehouse e AI su larga scala.</a:t>
            </a:r>
          </a:p>
          <a:p>
            <a:r>
              <a:rPr lang="it-IT" b="1" dirty="0"/>
              <a:t>La scelta vincente non è un prodotto. È la combinazione più adatta al workload e al contesto aziendale.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39596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46760" y="2920186"/>
            <a:ext cx="106984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it-IT"/>
            </a:defPPr>
            <a:lvl1pPr algn="ctr">
              <a:defRPr sz="2800" b="1">
                <a:solidFill>
                  <a:srgbClr val="705BE7"/>
                </a:solidFill>
                <a:latin typeface="Aptos"/>
              </a:defRPr>
            </a:lvl1pPr>
          </a:lstStyle>
          <a:p>
            <a:r>
              <a:rPr dirty="0"/>
              <a:t>Oggi </a:t>
            </a:r>
            <a:r>
              <a:rPr lang="it-IT" dirty="0"/>
              <a:t>abbiamo visto</a:t>
            </a:r>
            <a:r>
              <a:rPr dirty="0"/>
              <a:t> la </a:t>
            </a:r>
            <a:r>
              <a:rPr dirty="0" err="1"/>
              <a:t>direzione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46760" y="3582680"/>
            <a:ext cx="106984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dirty="0">
                <a:solidFill>
                  <a:srgbClr val="705BE7"/>
                </a:solidFill>
                <a:latin typeface="Aptos"/>
              </a:rPr>
              <a:t>A WPC </a:t>
            </a:r>
            <a:r>
              <a:rPr lang="it-IT" sz="2800" b="1" dirty="0">
                <a:solidFill>
                  <a:srgbClr val="705BE7"/>
                </a:solidFill>
                <a:latin typeface="Aptos"/>
              </a:rPr>
              <a:t>entreremo</a:t>
            </a:r>
            <a:r>
              <a:rPr sz="2800" b="1" dirty="0">
                <a:solidFill>
                  <a:srgbClr val="705BE7"/>
                </a:solidFill>
                <a:latin typeface="Aptos"/>
              </a:rPr>
              <a:t> </a:t>
            </a:r>
            <a:r>
              <a:rPr lang="it-IT" sz="2800" b="1" dirty="0">
                <a:solidFill>
                  <a:srgbClr val="705BE7"/>
                </a:solidFill>
                <a:latin typeface="Aptos"/>
              </a:rPr>
              <a:t>nel dettaglio di queste</a:t>
            </a:r>
            <a:r>
              <a:rPr sz="2800" b="1" dirty="0">
                <a:solidFill>
                  <a:srgbClr val="705BE7"/>
                </a:solidFill>
                <a:latin typeface="Aptos"/>
              </a:rPr>
              <a:t> </a:t>
            </a:r>
            <a:r>
              <a:rPr lang="it-IT" sz="2800" b="1">
                <a:solidFill>
                  <a:srgbClr val="705BE7"/>
                </a:solidFill>
                <a:latin typeface="Aptos"/>
              </a:rPr>
              <a:t>possibili scelte</a:t>
            </a:r>
            <a:endParaRPr sz="2800" b="1" dirty="0">
              <a:solidFill>
                <a:srgbClr val="705BE7"/>
              </a:solidFill>
              <a:latin typeface="Aptos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0B57ADD-0DA5-FBE6-CE08-D0479B6D3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28" y="246719"/>
            <a:ext cx="9272656" cy="1214436"/>
          </a:xfrm>
        </p:spPr>
        <p:txBody>
          <a:bodyPr/>
          <a:lstStyle/>
          <a:p>
            <a:r>
              <a:rPr lang="it-IT" dirty="0"/>
              <a:t>Oggi abbiamo avuto 30 minuti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3"/>
          <a:srcRect t="5035" b="503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A2D72BF7-30B6-81D0-771D-7EC1D1464C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105" y="419393"/>
            <a:ext cx="4355790" cy="2240687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47015992-CB72-5F31-7625-872E026442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28" y="419393"/>
            <a:ext cx="1722036" cy="525602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9B4EE1B8-4901-7C7C-3899-F28AFC824E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639" y="342084"/>
            <a:ext cx="1670133" cy="602911"/>
          </a:xfrm>
          <a:prstGeom prst="rect">
            <a:avLst/>
          </a:prstGeom>
        </p:spPr>
      </p:pic>
      <p:grpSp>
        <p:nvGrpSpPr>
          <p:cNvPr id="23" name="Gruppo 22">
            <a:extLst>
              <a:ext uri="{FF2B5EF4-FFF2-40B4-BE49-F238E27FC236}">
                <a16:creationId xmlns:a16="http://schemas.microsoft.com/office/drawing/2014/main" id="{128F4A04-E01C-A981-65B7-1936394DB249}"/>
              </a:ext>
            </a:extLst>
          </p:cNvPr>
          <p:cNvGrpSpPr/>
          <p:nvPr/>
        </p:nvGrpSpPr>
        <p:grpSpPr>
          <a:xfrm>
            <a:off x="2588265" y="2997537"/>
            <a:ext cx="7015469" cy="3163778"/>
            <a:chOff x="2588265" y="2997537"/>
            <a:chExt cx="7015469" cy="3163778"/>
          </a:xfrm>
        </p:grpSpPr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CD65A366-EFBC-11E0-AB54-C37DA06C7D07}"/>
                </a:ext>
              </a:extLst>
            </p:cNvPr>
            <p:cNvSpPr txBox="1"/>
            <p:nvPr/>
          </p:nvSpPr>
          <p:spPr>
            <a:xfrm>
              <a:off x="6000563" y="3609930"/>
              <a:ext cx="3603171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6000" b="1" dirty="0">
                  <a:solidFill>
                    <a:schemeClr val="bg1"/>
                  </a:solidFill>
                </a:rPr>
                <a:t>PARTECIPA a WPC</a:t>
              </a:r>
            </a:p>
          </p:txBody>
        </p:sp>
        <p:grpSp>
          <p:nvGrpSpPr>
            <p:cNvPr id="21" name="Gruppo 20">
              <a:extLst>
                <a:ext uri="{FF2B5EF4-FFF2-40B4-BE49-F238E27FC236}">
                  <a16:creationId xmlns:a16="http://schemas.microsoft.com/office/drawing/2014/main" id="{274683B5-866C-4418-4AAA-3972178CE9AF}"/>
                </a:ext>
              </a:extLst>
            </p:cNvPr>
            <p:cNvGrpSpPr/>
            <p:nvPr/>
          </p:nvGrpSpPr>
          <p:grpSpPr>
            <a:xfrm>
              <a:off x="2588265" y="2997537"/>
              <a:ext cx="3211287" cy="3163778"/>
              <a:chOff x="2351313" y="3062851"/>
              <a:chExt cx="3211287" cy="3163778"/>
            </a:xfrm>
          </p:grpSpPr>
          <p:sp>
            <p:nvSpPr>
              <p:cNvPr id="20" name="Rettangolo con angoli arrotondati 19">
                <a:extLst>
                  <a:ext uri="{FF2B5EF4-FFF2-40B4-BE49-F238E27FC236}">
                    <a16:creationId xmlns:a16="http://schemas.microsoft.com/office/drawing/2014/main" id="{4EEE4C5A-33A5-042C-C5D6-34307639ADF9}"/>
                  </a:ext>
                </a:extLst>
              </p:cNvPr>
              <p:cNvSpPr/>
              <p:nvPr/>
            </p:nvSpPr>
            <p:spPr>
              <a:xfrm>
                <a:off x="2351313" y="3062851"/>
                <a:ext cx="3211287" cy="316377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pic>
            <p:nvPicPr>
              <p:cNvPr id="19" name="Immagine 18">
                <a:extLst>
                  <a:ext uri="{FF2B5EF4-FFF2-40B4-BE49-F238E27FC236}">
                    <a16:creationId xmlns:a16="http://schemas.microsoft.com/office/drawing/2014/main" id="{D9377859-FC6E-1F62-2FFD-DAE6E27E73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98" t="5324" r="4876" b="5790"/>
              <a:stretch>
                <a:fillRect/>
              </a:stretch>
            </p:blipFill>
            <p:spPr>
              <a:xfrm>
                <a:off x="2629274" y="3338453"/>
                <a:ext cx="2655364" cy="264522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286568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lo PPT_#RoadToWPC" id="{33F0F625-03D0-4EC2-8386-103D4DF538D3}" vid="{93CA8DCB-5321-4020-800C-905F6A36FC7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2B8B37EB8EAAE49A1FF4B0B6D18B8C5" ma:contentTypeVersion="24" ma:contentTypeDescription="Creare un nuovo documento." ma:contentTypeScope="" ma:versionID="1903e6a3bfe1d9bde1359aaaf52ee06d">
  <xsd:schema xmlns:xsd="http://www.w3.org/2001/XMLSchema" xmlns:xs="http://www.w3.org/2001/XMLSchema" xmlns:p="http://schemas.microsoft.com/office/2006/metadata/properties" xmlns:ns2="c16c8e6c-5f33-4a2f-b0f5-e867314360fd" xmlns:ns3="7bc38eb8-dac7-4a44-a2c1-45076341eb92" targetNamespace="http://schemas.microsoft.com/office/2006/metadata/properties" ma:root="true" ma:fieldsID="cbfbd015f160e2ead971fb69b2127423" ns2:_="" ns3:_="">
    <xsd:import namespace="c16c8e6c-5f33-4a2f-b0f5-e867314360fd"/>
    <xsd:import namespace="7bc38eb8-dac7-4a44-a2c1-45076341eb92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6c8e6c-5f33-4a2f-b0f5-e867314360fd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PermissionLevels" ma:index="10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1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2" nillable="true" ma:displayName="MigrationWizIdSecurityGroups" ma:internalName="MigrationWizIdSecurityGroups">
      <xsd:simpleType>
        <xsd:restriction base="dms:Text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6" nillable="true" ma:taxonomy="true" ma:internalName="lcf76f155ced4ddcb4097134ff3c332f" ma:taxonomyFieldName="MediaServiceImageTags" ma:displayName="Tag immagine" ma:readOnly="false" ma:fieldId="{5cf76f15-5ced-4ddc-b409-7134ff3c332f}" ma:taxonomyMulti="true" ma:sspId="c9aca922-bb37-43c1-8e07-ec8a9ae0b9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8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c38eb8-dac7-4a44-a2c1-45076341eb92" elementFormDefault="qualified">
    <xsd:import namespace="http://schemas.microsoft.com/office/2006/documentManagement/types"/>
    <xsd:import namespace="http://schemas.microsoft.com/office/infopath/2007/PartnerControls"/>
    <xsd:element name="SharedWithUsers" ma:index="23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b7064790-6eac-4c01-b102-70d4cb2521e2}" ma:internalName="TaxCatchAll" ma:showField="CatchAllData" ma:web="7bc38eb8-dac7-4a44-a2c1-45076341eb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Permissions xmlns="c16c8e6c-5f33-4a2f-b0f5-e867314360fd" xsi:nil="true"/>
    <MigrationWizIdDocumentLibraryPermissions xmlns="c16c8e6c-5f33-4a2f-b0f5-e867314360fd" xsi:nil="true"/>
    <MigrationWizId xmlns="c16c8e6c-5f33-4a2f-b0f5-e867314360fd" xsi:nil="true"/>
    <MigrationWizIdPermissionLevels xmlns="c16c8e6c-5f33-4a2f-b0f5-e867314360fd" xsi:nil="true"/>
    <MigrationWizIdSecurityGroups xmlns="c16c8e6c-5f33-4a2f-b0f5-e867314360fd" xsi:nil="true"/>
    <lcf76f155ced4ddcb4097134ff3c332f xmlns="c16c8e6c-5f33-4a2f-b0f5-e867314360fd">
      <Terms xmlns="http://schemas.microsoft.com/office/infopath/2007/PartnerControls"/>
    </lcf76f155ced4ddcb4097134ff3c332f>
    <TaxCatchAll xmlns="7bc38eb8-dac7-4a44-a2c1-45076341eb92" xsi:nil="true"/>
    <MediaLengthInSeconds xmlns="c16c8e6c-5f33-4a2f-b0f5-e867314360fd" xsi:nil="true"/>
    <SharedWithUsers xmlns="7bc38eb8-dac7-4a44-a2c1-45076341eb92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5A6CA14A-7566-4C51-B6F3-A0364AA055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B026F4-2868-4662-B028-5E6B54D555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6c8e6c-5f33-4a2f-b0f5-e867314360fd"/>
    <ds:schemaRef ds:uri="7bc38eb8-dac7-4a44-a2c1-45076341eb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F5D22E-A467-4BDA-8994-5D4B51BDC6B4}">
  <ds:schemaRefs>
    <ds:schemaRef ds:uri="http://schemas.microsoft.com/office/2006/documentManagement/types"/>
    <ds:schemaRef ds:uri="http://purl.org/dc/dcmitype/"/>
    <ds:schemaRef ds:uri="7bc38eb8-dac7-4a44-a2c1-45076341eb92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c16c8e6c-5f33-4a2f-b0f5-e867314360fd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Modello PPT_#RoadToWPC</Template>
  <TotalTime>1075</TotalTime>
  <Words>1883</Words>
  <Application>Microsoft Office PowerPoint</Application>
  <PresentationFormat>Widescreen</PresentationFormat>
  <Paragraphs>267</Paragraphs>
  <Slides>31</Slides>
  <Notes>12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Calibri</vt:lpstr>
      <vt:lpstr>Montserrat</vt:lpstr>
      <vt:lpstr>Calibri Light</vt:lpstr>
      <vt:lpstr>Open Sans</vt:lpstr>
      <vt:lpstr>Arial</vt:lpstr>
      <vt:lpstr>Tema di Office</vt:lpstr>
      <vt:lpstr>La Data Platform Microsoft nel 2026: dove siamo, dove andiamo, cosa scegliere</vt:lpstr>
      <vt:lpstr>Sono Marco Parenzan</vt:lpstr>
      <vt:lpstr>Sono Silvano Coriani</vt:lpstr>
      <vt:lpstr>La necessità di una  Data Platform</vt:lpstr>
      <vt:lpstr>Every company is a data company</vt:lpstr>
      <vt:lpstr>Cosa significa «Data Platform»?</vt:lpstr>
      <vt:lpstr>Magari c’è già una Data Platform [1]</vt:lpstr>
      <vt:lpstr>Le esigenze evolvono</vt:lpstr>
      <vt:lpstr>Magari c’è già una Data Platform [2]</vt:lpstr>
      <vt:lpstr>Azure è la porta di accesso</vt:lpstr>
      <vt:lpstr>Una data platform può iniziare da un database</vt:lpstr>
      <vt:lpstr>Quale Database? Quale Data Platform?</vt:lpstr>
      <vt:lpstr>DBMS Operazionali</vt:lpstr>
      <vt:lpstr>Due filosofie forti, entrambe vive</vt:lpstr>
      <vt:lpstr>PowerPoint Presentation</vt:lpstr>
      <vt:lpstr>SQL Server: perché continua ad avere senso</vt:lpstr>
      <vt:lpstr>PostgreSQL: perché è diventato inevitabile</vt:lpstr>
      <vt:lpstr>Il Cloud e Azure influenzano lo sviluppo delle feature e della scalabilità</vt:lpstr>
      <vt:lpstr>Data Platforms</vt:lpstr>
      <vt:lpstr>Dall’ETL alla Data Platform (e ritorno)</vt:lpstr>
      <vt:lpstr>Cosa significa «Data Platform»?</vt:lpstr>
      <vt:lpstr>Scegliere la data platform: un framework decisionale</vt:lpstr>
      <vt:lpstr>Fabric e Databricks: componibili, non intercambiabili</vt:lpstr>
      <vt:lpstr>Fabric</vt:lpstr>
      <vt:lpstr>DataBricks</vt:lpstr>
      <vt:lpstr>Fabric e Databricks: sovrapposizione senza equivalenza</vt:lpstr>
      <vt:lpstr>E quindi? Amici e nemici</vt:lpstr>
      <vt:lpstr>Conclusioni?</vt:lpstr>
      <vt:lpstr>C’è una piattaforma vincente?</vt:lpstr>
      <vt:lpstr>Oggi abbiamo avuto 30 minuti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Giulia Ponte</dc:creator>
  <cp:lastModifiedBy>Marco Parenzan</cp:lastModifiedBy>
  <cp:revision>2</cp:revision>
  <cp:lastPrinted>2026-09-23T09:20:39Z</cp:lastPrinted>
  <dcterms:created xsi:type="dcterms:W3CDTF">2023-09-13T12:34:53Z</dcterms:created>
  <dcterms:modified xsi:type="dcterms:W3CDTF">2026-09-23T10:21:40Z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0x01010012B8B37EB8EAAE49A1FF4B0B6D18B8C5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